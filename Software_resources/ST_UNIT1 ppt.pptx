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sldIdLst>
    <p:sldId id="256" r:id="rId2"/>
    <p:sldId id="284" r:id="rId3"/>
    <p:sldId id="281" r:id="rId4"/>
    <p:sldId id="282" r:id="rId5"/>
    <p:sldId id="283" r:id="rId6"/>
    <p:sldId id="285" r:id="rId7"/>
    <p:sldId id="257" r:id="rId8"/>
    <p:sldId id="258" r:id="rId9"/>
    <p:sldId id="259" r:id="rId10"/>
    <p:sldId id="260" r:id="rId11"/>
    <p:sldId id="261" r:id="rId12"/>
    <p:sldId id="262" r:id="rId13"/>
    <p:sldId id="263" r:id="rId14"/>
    <p:sldId id="264" r:id="rId15"/>
    <p:sldId id="289" r:id="rId16"/>
    <p:sldId id="286" r:id="rId17"/>
    <p:sldId id="287" r:id="rId18"/>
    <p:sldId id="265" r:id="rId19"/>
    <p:sldId id="266" r:id="rId20"/>
    <p:sldId id="267" r:id="rId21"/>
    <p:sldId id="268" r:id="rId22"/>
    <p:sldId id="290" r:id="rId23"/>
    <p:sldId id="269" r:id="rId24"/>
    <p:sldId id="270" r:id="rId25"/>
    <p:sldId id="271" r:id="rId26"/>
    <p:sldId id="272" r:id="rId27"/>
    <p:sldId id="273" r:id="rId28"/>
    <p:sldId id="274" r:id="rId29"/>
    <p:sldId id="275" r:id="rId30"/>
    <p:sldId id="276" r:id="rId31"/>
    <p:sldId id="277" r:id="rId32"/>
    <p:sldId id="291" r:id="rId33"/>
    <p:sldId id="292" r:id="rId34"/>
    <p:sldId id="293" r:id="rId35"/>
    <p:sldId id="294" r:id="rId36"/>
    <p:sldId id="278" r:id="rId37"/>
    <p:sldId id="279" r:id="rId38"/>
    <p:sldId id="280" r:id="rId39"/>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072" autoAdjust="0"/>
  </p:normalViewPr>
  <p:slideViewPr>
    <p:cSldViewPr>
      <p:cViewPr>
        <p:scale>
          <a:sx n="150" d="100"/>
          <a:sy n="150" d="100"/>
        </p:scale>
        <p:origin x="-3955" y="-77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1BA8B39B-BDB6-400A-AD4B-FC955AA91983}" type="datetimeFigureOut">
              <a:rPr lang="en-IN" smtClean="0"/>
              <a:t>29-01-2026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B6AEC522-4A3A-4220-BA2B-D45FAABFBE11}" type="slidenum">
              <a:rPr lang="en-IN" smtClean="0"/>
              <a:t>‹#›</a:t>
            </a:fld>
            <a:endParaRPr lang="en-IN"/>
          </a:p>
        </p:txBody>
      </p:sp>
    </p:spTree>
    <p:extLst>
      <p:ext uri="{BB962C8B-B14F-4D97-AF65-F5344CB8AC3E}">
        <p14:creationId xmlns:p14="http://schemas.microsoft.com/office/powerpoint/2010/main" val="1392281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ordinary; not interesting or exciting.</a:t>
            </a:r>
          </a:p>
          <a:p>
            <a:r>
              <a:rPr lang="en-US" sz="1200" b="0" i="0" kern="1200" dirty="0">
                <a:solidFill>
                  <a:schemeClr val="tx1"/>
                </a:solidFill>
                <a:effectLst/>
                <a:latin typeface="+mn-lt"/>
                <a:ea typeface="+mn-ea"/>
                <a:cs typeface="+mn-cs"/>
              </a:rPr>
              <a:t>Agile- able to move quickly and easily.</a:t>
            </a:r>
          </a:p>
          <a:p>
            <a:r>
              <a:rPr lang="en-US" sz="1200" b="1" i="0" kern="1200" dirty="0">
                <a:solidFill>
                  <a:schemeClr val="tx1"/>
                </a:solidFill>
                <a:effectLst/>
                <a:latin typeface="+mn-lt"/>
                <a:ea typeface="+mn-ea"/>
                <a:cs typeface="+mn-cs"/>
              </a:rPr>
              <a:t>Agile</a:t>
            </a:r>
            <a:r>
              <a:rPr lang="en-US" sz="1200" b="0" i="0" kern="1200" dirty="0">
                <a:solidFill>
                  <a:schemeClr val="tx1"/>
                </a:solidFill>
                <a:effectLst/>
                <a:latin typeface="+mn-lt"/>
                <a:ea typeface="+mn-ea"/>
                <a:cs typeface="+mn-cs"/>
              </a:rPr>
              <a:t> refers to </a:t>
            </a:r>
            <a:r>
              <a:rPr lang="en-US" dirty="0"/>
              <a:t>a flexible, iterative approach to software development that prioritizes collaboration, customer feedback, and rapid adaptation to changing requirements</a:t>
            </a:r>
            <a:r>
              <a:rPr lang="en-US" sz="1200" b="0" i="0" kern="1200" dirty="0">
                <a:solidFill>
                  <a:schemeClr val="tx1"/>
                </a:solidFill>
                <a:effectLst/>
                <a:latin typeface="+mn-lt"/>
                <a:ea typeface="+mn-ea"/>
                <a:cs typeface="+mn-cs"/>
              </a:rPr>
              <a:t>, contrasting with rigid, linear methods by delivering working software in small, frequent increments (sprints).</a:t>
            </a:r>
            <a:endParaRPr lang="en-IN" dirty="0"/>
          </a:p>
        </p:txBody>
      </p:sp>
      <p:sp>
        <p:nvSpPr>
          <p:cNvPr id="4" name="Slide Number Placeholder 3"/>
          <p:cNvSpPr>
            <a:spLocks noGrp="1"/>
          </p:cNvSpPr>
          <p:nvPr>
            <p:ph type="sldNum" sz="quarter" idx="5"/>
          </p:nvPr>
        </p:nvSpPr>
        <p:spPr/>
        <p:txBody>
          <a:bodyPr/>
          <a:lstStyle/>
          <a:p>
            <a:fld id="{B6AEC522-4A3A-4220-BA2B-D45FAABFBE11}" type="slidenum">
              <a:rPr lang="en-IN" smtClean="0"/>
              <a:t>2</a:t>
            </a:fld>
            <a:endParaRPr lang="en-IN"/>
          </a:p>
        </p:txBody>
      </p:sp>
    </p:spTree>
    <p:extLst>
      <p:ext uri="{BB962C8B-B14F-4D97-AF65-F5344CB8AC3E}">
        <p14:creationId xmlns:p14="http://schemas.microsoft.com/office/powerpoint/2010/main" val="36401396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Software Testing We use software in our mobile phone, laptop everywhere , you may ask - mam if there is any error/ bug we can debug it then and there or after sometime, what is the great deal in that isn't </a:t>
            </a:r>
            <a:r>
              <a:rPr lang="en-IN" dirty="0" err="1"/>
              <a:t>it.Of</a:t>
            </a:r>
            <a:r>
              <a:rPr lang="en-IN" dirty="0"/>
              <a:t> course bugs in such systems are definitely negligible but, if there's an error in flight simulator, banking system can I expect the same response from you?1. In the software in the cockpit. So it is important to test the software 2. Also the medical reports are generated by the computer software 3. Hard earned money</a:t>
            </a:r>
          </a:p>
          <a:p>
            <a:endParaRPr lang="en-IN" dirty="0"/>
          </a:p>
        </p:txBody>
      </p:sp>
      <p:sp>
        <p:nvSpPr>
          <p:cNvPr id="4" name="Slide Number Placeholder 3"/>
          <p:cNvSpPr>
            <a:spLocks noGrp="1"/>
          </p:cNvSpPr>
          <p:nvPr>
            <p:ph type="sldNum" sz="quarter" idx="5"/>
          </p:nvPr>
        </p:nvSpPr>
        <p:spPr/>
        <p:txBody>
          <a:bodyPr/>
          <a:lstStyle/>
          <a:p>
            <a:fld id="{B6AEC522-4A3A-4220-BA2B-D45FAABFBE11}" type="slidenum">
              <a:rPr lang="en-IN" smtClean="0"/>
              <a:t>3</a:t>
            </a:fld>
            <a:endParaRPr lang="en-IN"/>
          </a:p>
        </p:txBody>
      </p:sp>
    </p:spTree>
    <p:extLst>
      <p:ext uri="{BB962C8B-B14F-4D97-AF65-F5344CB8AC3E}">
        <p14:creationId xmlns:p14="http://schemas.microsoft.com/office/powerpoint/2010/main" val="31971217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Ambiguity- possibility of being misunderstood in more than one way</a:t>
            </a:r>
          </a:p>
          <a:p>
            <a:r>
              <a:rPr lang="en-US" dirty="0"/>
              <a:t> Error / mistake in the coding/ software is bug The result of that error is fault - denoted by text/ UML- To avoid the problem that we have If I say I have not stolen the silver ring- few might accept but few can start thinking unnecessary things creating </a:t>
            </a:r>
            <a:r>
              <a:rPr lang="en-US" dirty="0" err="1"/>
              <a:t>ambiguity.UML</a:t>
            </a:r>
            <a:r>
              <a:rPr lang="en-US" dirty="0"/>
              <a:t> diagram is used to represent my fault. Entering incorrected entry into the UML is fault of commission Fault of emission: fail to enter</a:t>
            </a:r>
          </a:p>
          <a:p>
            <a:endParaRPr lang="en-IN" dirty="0"/>
          </a:p>
        </p:txBody>
      </p:sp>
      <p:sp>
        <p:nvSpPr>
          <p:cNvPr id="4" name="Slide Number Placeholder 3"/>
          <p:cNvSpPr>
            <a:spLocks noGrp="1"/>
          </p:cNvSpPr>
          <p:nvPr>
            <p:ph type="sldNum" sz="quarter" idx="5"/>
          </p:nvPr>
        </p:nvSpPr>
        <p:spPr/>
        <p:txBody>
          <a:bodyPr/>
          <a:lstStyle/>
          <a:p>
            <a:fld id="{B6AEC522-4A3A-4220-BA2B-D45FAABFBE11}" type="slidenum">
              <a:rPr lang="en-IN" smtClean="0"/>
              <a:t>4</a:t>
            </a:fld>
            <a:endParaRPr lang="en-IN"/>
          </a:p>
        </p:txBody>
      </p:sp>
    </p:spTree>
    <p:extLst>
      <p:ext uri="{BB962C8B-B14F-4D97-AF65-F5344CB8AC3E}">
        <p14:creationId xmlns:p14="http://schemas.microsoft.com/office/powerpoint/2010/main" val="14455788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Incident -.to identify whether I got Covid 19 or not we will consider the symptoms, here also to understand the failure the incidents will alert us, something like symptoms.</a:t>
            </a:r>
          </a:p>
          <a:p>
            <a:r>
              <a:rPr lang="en-US" dirty="0"/>
              <a:t>Consider a medical doctor diagnosing a patient. list of failures- (that is, symptoms).  </a:t>
            </a:r>
          </a:p>
          <a:p>
            <a:r>
              <a:rPr lang="en-US" dirty="0"/>
              <a:t>discover the fault, or root cause of the symptoms. To aid in the diagnosis, a doctor may order tests that look for anomalous internal conditions, such as high blood pressure, an irregular heartbeat, high levels of blood glucose, or high cholesterol. In our terminology, these anomalous internal conditions correspond to errors</a:t>
            </a:r>
            <a:endParaRPr lang="en-IN" dirty="0"/>
          </a:p>
        </p:txBody>
      </p:sp>
      <p:sp>
        <p:nvSpPr>
          <p:cNvPr id="4" name="Slide Number Placeholder 3"/>
          <p:cNvSpPr>
            <a:spLocks noGrp="1"/>
          </p:cNvSpPr>
          <p:nvPr>
            <p:ph type="sldNum" sz="quarter" idx="5"/>
          </p:nvPr>
        </p:nvSpPr>
        <p:spPr/>
        <p:txBody>
          <a:bodyPr/>
          <a:lstStyle/>
          <a:p>
            <a:fld id="{B6AEC522-4A3A-4220-BA2B-D45FAABFBE11}" type="slidenum">
              <a:rPr lang="en-IN" smtClean="0"/>
              <a:t>5</a:t>
            </a:fld>
            <a:endParaRPr lang="en-IN"/>
          </a:p>
        </p:txBody>
      </p:sp>
    </p:spTree>
    <p:extLst>
      <p:ext uri="{BB962C8B-B14F-4D97-AF65-F5344CB8AC3E}">
        <p14:creationId xmlns:p14="http://schemas.microsoft.com/office/powerpoint/2010/main" val="11570627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specifications might say something like, “</a:t>
            </a:r>
            <a:r>
              <a:rPr lang="en-US" b="1" dirty="0"/>
              <a:t>The lights in front of the projector screen can be controlled independently of the other lights in the room</a:t>
            </a:r>
            <a:r>
              <a:rPr lang="en-US" dirty="0"/>
              <a:t>.” If the specifications are written down somewhere and the lights cannot be controlled independently, then the lighting fails verification, precisely because the implementation does not satisfy the specifications. </a:t>
            </a:r>
            <a:r>
              <a:rPr lang="en-US" b="1" dirty="0"/>
              <a:t>Validation asks whether users are satisfied</a:t>
            </a:r>
            <a:r>
              <a:rPr lang="en-US" dirty="0"/>
              <a:t>, an inherently fuzzy question that has nothing to do with verification. If the “independent control” specification is neither written down nor satisfied, then, despite the disappointed users, verification nonetheless succeeds, because the implementation satisfies the specification. </a:t>
            </a:r>
            <a:endParaRPr lang="en-IN" dirty="0"/>
          </a:p>
          <a:p>
            <a:endParaRPr lang="en-IN" dirty="0"/>
          </a:p>
        </p:txBody>
      </p:sp>
      <p:sp>
        <p:nvSpPr>
          <p:cNvPr id="4" name="Slide Number Placeholder 3"/>
          <p:cNvSpPr>
            <a:spLocks noGrp="1"/>
          </p:cNvSpPr>
          <p:nvPr>
            <p:ph type="sldNum" sz="quarter" idx="5"/>
          </p:nvPr>
        </p:nvSpPr>
        <p:spPr/>
        <p:txBody>
          <a:bodyPr/>
          <a:lstStyle/>
          <a:p>
            <a:fld id="{B6AEC522-4A3A-4220-BA2B-D45FAABFBE11}" type="slidenum">
              <a:rPr lang="en-IN" smtClean="0"/>
              <a:t>6</a:t>
            </a:fld>
            <a:endParaRPr lang="en-IN"/>
          </a:p>
        </p:txBody>
      </p:sp>
    </p:spTree>
    <p:extLst>
      <p:ext uri="{BB962C8B-B14F-4D97-AF65-F5344CB8AC3E}">
        <p14:creationId xmlns:p14="http://schemas.microsoft.com/office/powerpoint/2010/main" val="16279418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1" i="0" kern="1200" dirty="0">
                <a:solidFill>
                  <a:schemeClr val="tx1"/>
                </a:solidFill>
                <a:effectLst/>
                <a:latin typeface="+mn-lt"/>
                <a:ea typeface="+mn-ea"/>
                <a:cs typeface="+mn-cs"/>
              </a:rPr>
              <a:t>Development Phase</a:t>
            </a:r>
          </a:p>
          <a:p>
            <a:pPr fontAlgn="t"/>
            <a:r>
              <a:rPr lang="en-US" sz="1200" b="1" i="0" kern="1200" dirty="0">
                <a:solidFill>
                  <a:schemeClr val="tx1"/>
                </a:solidFill>
                <a:effectLst/>
                <a:latin typeface="+mn-lt"/>
                <a:ea typeface="+mn-ea"/>
                <a:cs typeface="+mn-cs"/>
              </a:rPr>
              <a:t>1️⃣ Creating Test Cases</a:t>
            </a:r>
          </a:p>
          <a:p>
            <a:pPr fontAlgn="t"/>
            <a:r>
              <a:rPr lang="en-US" sz="1200" b="0" i="0" kern="1200" dirty="0">
                <a:solidFill>
                  <a:schemeClr val="tx1"/>
                </a:solidFill>
                <a:effectLst/>
                <a:latin typeface="+mn-lt"/>
                <a:ea typeface="+mn-ea"/>
                <a:cs typeface="+mn-cs"/>
              </a:rPr>
              <a:t>Testers write </a:t>
            </a:r>
            <a:r>
              <a:rPr lang="en-US" sz="1200" b="1" i="0" kern="1200" dirty="0">
                <a:solidFill>
                  <a:schemeClr val="tx1"/>
                </a:solidFill>
                <a:effectLst/>
                <a:latin typeface="+mn-lt"/>
                <a:ea typeface="+mn-ea"/>
                <a:cs typeface="+mn-cs"/>
              </a:rPr>
              <a:t>test cases</a:t>
            </a:r>
            <a:r>
              <a:rPr lang="en-US" sz="1200" b="0" i="0" kern="1200" dirty="0">
                <a:solidFill>
                  <a:schemeClr val="tx1"/>
                </a:solidFill>
                <a:effectLst/>
                <a:latin typeface="+mn-lt"/>
                <a:ea typeface="+mn-ea"/>
                <a:cs typeface="+mn-cs"/>
              </a:rPr>
              <a:t> for each functionality of the application.</a:t>
            </a:r>
          </a:p>
          <a:p>
            <a:pPr fontAlgn="t"/>
            <a:r>
              <a:rPr lang="en-US" sz="1200" b="0" i="0" kern="1200" dirty="0">
                <a:solidFill>
                  <a:schemeClr val="tx1"/>
                </a:solidFill>
                <a:effectLst/>
                <a:latin typeface="+mn-lt"/>
                <a:ea typeface="+mn-ea"/>
                <a:cs typeface="+mn-cs"/>
              </a:rPr>
              <a:t>A </a:t>
            </a:r>
            <a:r>
              <a:rPr lang="en-US" sz="1200" b="1" i="0" kern="1200" dirty="0">
                <a:solidFill>
                  <a:schemeClr val="tx1"/>
                </a:solidFill>
                <a:effectLst/>
                <a:latin typeface="+mn-lt"/>
                <a:ea typeface="+mn-ea"/>
                <a:cs typeface="+mn-cs"/>
              </a:rPr>
              <a:t>test case</a:t>
            </a:r>
            <a:r>
              <a:rPr lang="en-US" sz="1200" b="0" i="0" kern="1200" dirty="0">
                <a:solidFill>
                  <a:schemeClr val="tx1"/>
                </a:solidFill>
                <a:effectLst/>
                <a:latin typeface="+mn-lt"/>
                <a:ea typeface="+mn-ea"/>
                <a:cs typeface="+mn-cs"/>
              </a:rPr>
              <a:t> includes:</a:t>
            </a:r>
          </a:p>
          <a:p>
            <a:pPr fontAlgn="t"/>
            <a:r>
              <a:rPr lang="en-US" sz="1200" b="0" i="0" kern="1200" dirty="0">
                <a:solidFill>
                  <a:schemeClr val="tx1"/>
                </a:solidFill>
                <a:effectLst/>
                <a:latin typeface="+mn-lt"/>
                <a:ea typeface="+mn-ea"/>
                <a:cs typeface="+mn-cs"/>
              </a:rPr>
              <a:t>Test Case ID</a:t>
            </a:r>
          </a:p>
          <a:p>
            <a:pPr fontAlgn="t"/>
            <a:r>
              <a:rPr lang="en-US" sz="1200" b="0" i="0" kern="1200" dirty="0">
                <a:solidFill>
                  <a:schemeClr val="tx1"/>
                </a:solidFill>
                <a:effectLst/>
                <a:latin typeface="+mn-lt"/>
                <a:ea typeface="+mn-ea"/>
                <a:cs typeface="+mn-cs"/>
              </a:rPr>
              <a:t>Test Steps</a:t>
            </a:r>
          </a:p>
          <a:p>
            <a:pPr fontAlgn="t"/>
            <a:r>
              <a:rPr lang="en-US" sz="1200" b="0" i="0" kern="1200" dirty="0">
                <a:solidFill>
                  <a:schemeClr val="tx1"/>
                </a:solidFill>
                <a:effectLst/>
                <a:latin typeface="+mn-lt"/>
                <a:ea typeface="+mn-ea"/>
                <a:cs typeface="+mn-cs"/>
              </a:rPr>
              <a:t>Test Data</a:t>
            </a:r>
          </a:p>
          <a:p>
            <a:pPr fontAlgn="t"/>
            <a:r>
              <a:rPr lang="en-US" sz="1200" b="0" i="0" kern="1200" dirty="0">
                <a:solidFill>
                  <a:schemeClr val="tx1"/>
                </a:solidFill>
                <a:effectLst/>
                <a:latin typeface="+mn-lt"/>
                <a:ea typeface="+mn-ea"/>
                <a:cs typeface="+mn-cs"/>
              </a:rPr>
              <a:t>Expected Result</a:t>
            </a:r>
          </a:p>
          <a:p>
            <a:endParaRPr lang="en-IN" dirty="0"/>
          </a:p>
          <a:p>
            <a:pPr fontAlgn="t"/>
            <a:r>
              <a:rPr lang="en-US" sz="1200" b="1" i="0" kern="1200" dirty="0">
                <a:solidFill>
                  <a:schemeClr val="tx1"/>
                </a:solidFill>
                <a:effectLst/>
                <a:latin typeface="+mn-lt"/>
                <a:ea typeface="+mn-ea"/>
                <a:cs typeface="+mn-cs"/>
              </a:rPr>
              <a:t>Feature:</a:t>
            </a:r>
            <a:r>
              <a:rPr lang="en-US" sz="1200" b="0" i="0" kern="1200" dirty="0">
                <a:solidFill>
                  <a:schemeClr val="tx1"/>
                </a:solidFill>
                <a:effectLst/>
                <a:latin typeface="+mn-lt"/>
                <a:ea typeface="+mn-ea"/>
                <a:cs typeface="+mn-cs"/>
              </a:rPr>
              <a:t> Login functionality</a:t>
            </a:r>
          </a:p>
          <a:p>
            <a:pPr fontAlgn="t"/>
            <a:r>
              <a:rPr lang="en-US" sz="1200" b="1" i="0" kern="1200" dirty="0">
                <a:solidFill>
                  <a:schemeClr val="tx1"/>
                </a:solidFill>
                <a:effectLst/>
                <a:latin typeface="+mn-lt"/>
                <a:ea typeface="+mn-ea"/>
                <a:cs typeface="+mn-cs"/>
              </a:rPr>
              <a:t>Test Case:</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Test Case ID:</a:t>
            </a:r>
            <a:r>
              <a:rPr lang="en-US" sz="1200" b="0" i="0" kern="1200" dirty="0">
                <a:solidFill>
                  <a:schemeClr val="tx1"/>
                </a:solidFill>
                <a:effectLst/>
                <a:latin typeface="+mn-lt"/>
                <a:ea typeface="+mn-ea"/>
                <a:cs typeface="+mn-cs"/>
              </a:rPr>
              <a:t> TC_Login_01</a:t>
            </a:r>
          </a:p>
          <a:p>
            <a:pPr fontAlgn="t"/>
            <a:r>
              <a:rPr lang="en-US" sz="1200" b="1" i="0" kern="1200" dirty="0">
                <a:solidFill>
                  <a:schemeClr val="tx1"/>
                </a:solidFill>
                <a:effectLst/>
                <a:latin typeface="+mn-lt"/>
                <a:ea typeface="+mn-ea"/>
                <a:cs typeface="+mn-cs"/>
              </a:rPr>
              <a:t>Steps:</a:t>
            </a:r>
            <a:r>
              <a:rPr lang="en-US" sz="1200" b="0" i="0" kern="1200" dirty="0">
                <a:solidFill>
                  <a:schemeClr val="tx1"/>
                </a:solidFill>
                <a:effectLst/>
                <a:latin typeface="+mn-lt"/>
                <a:ea typeface="+mn-ea"/>
                <a:cs typeface="+mn-cs"/>
              </a:rPr>
              <a:t> </a:t>
            </a:r>
          </a:p>
          <a:p>
            <a:pPr lvl="1" fontAlgn="t"/>
            <a:r>
              <a:rPr lang="en-US" sz="1200" b="0" i="0" kern="1200" dirty="0">
                <a:solidFill>
                  <a:schemeClr val="tx1"/>
                </a:solidFill>
                <a:effectLst/>
                <a:latin typeface="+mn-lt"/>
                <a:ea typeface="+mn-ea"/>
                <a:cs typeface="+mn-cs"/>
              </a:rPr>
              <a:t>Open login page</a:t>
            </a:r>
          </a:p>
          <a:p>
            <a:pPr lvl="1" fontAlgn="t"/>
            <a:r>
              <a:rPr lang="en-US" sz="1200" b="0" i="0" kern="1200" dirty="0">
                <a:solidFill>
                  <a:schemeClr val="tx1"/>
                </a:solidFill>
                <a:effectLst/>
                <a:latin typeface="+mn-lt"/>
                <a:ea typeface="+mn-ea"/>
                <a:cs typeface="+mn-cs"/>
              </a:rPr>
              <a:t>Enter valid username</a:t>
            </a:r>
          </a:p>
          <a:p>
            <a:pPr lvl="1" fontAlgn="t"/>
            <a:r>
              <a:rPr lang="en-US" sz="1200" b="0" i="0" kern="1200" dirty="0">
                <a:solidFill>
                  <a:schemeClr val="tx1"/>
                </a:solidFill>
                <a:effectLst/>
                <a:latin typeface="+mn-lt"/>
                <a:ea typeface="+mn-ea"/>
                <a:cs typeface="+mn-cs"/>
              </a:rPr>
              <a:t>Enter valid password</a:t>
            </a:r>
          </a:p>
          <a:p>
            <a:pPr lvl="1" fontAlgn="t"/>
            <a:r>
              <a:rPr lang="en-US" sz="1200" b="0" i="0" kern="1200" dirty="0">
                <a:solidFill>
                  <a:schemeClr val="tx1"/>
                </a:solidFill>
                <a:effectLst/>
                <a:latin typeface="+mn-lt"/>
                <a:ea typeface="+mn-ea"/>
                <a:cs typeface="+mn-cs"/>
              </a:rPr>
              <a:t>Click Login</a:t>
            </a:r>
          </a:p>
          <a:p>
            <a:pPr fontAlgn="t"/>
            <a:r>
              <a:rPr lang="en-US" sz="1200" b="1" i="0" kern="1200" dirty="0">
                <a:solidFill>
                  <a:schemeClr val="tx1"/>
                </a:solidFill>
                <a:effectLst/>
                <a:latin typeface="+mn-lt"/>
                <a:ea typeface="+mn-ea"/>
                <a:cs typeface="+mn-cs"/>
              </a:rPr>
              <a:t>Expected Result:</a:t>
            </a:r>
            <a:r>
              <a:rPr lang="en-US" sz="1200" b="0" i="0" kern="1200" dirty="0">
                <a:solidFill>
                  <a:schemeClr val="tx1"/>
                </a:solidFill>
                <a:effectLst/>
                <a:latin typeface="+mn-lt"/>
                <a:ea typeface="+mn-ea"/>
                <a:cs typeface="+mn-cs"/>
              </a:rPr>
              <a:t> User should be logged in successfully</a:t>
            </a:r>
          </a:p>
          <a:p>
            <a:pPr fontAlgn="t"/>
            <a:r>
              <a:rPr lang="en-US" sz="1200" b="0" i="0" kern="1200" dirty="0">
                <a:solidFill>
                  <a:schemeClr val="tx1"/>
                </a:solidFill>
                <a:effectLst/>
                <a:latin typeface="+mn-lt"/>
                <a:ea typeface="+mn-ea"/>
                <a:cs typeface="+mn-cs"/>
              </a:rPr>
              <a:t>Manual test case: Verify login</a:t>
            </a:r>
          </a:p>
          <a:p>
            <a:pPr fontAlgn="t"/>
            <a:r>
              <a:rPr lang="en-US" sz="1200" b="0" i="0" kern="1200" dirty="0">
                <a:solidFill>
                  <a:schemeClr val="tx1"/>
                </a:solidFill>
                <a:effectLst/>
                <a:latin typeface="+mn-lt"/>
                <a:ea typeface="+mn-ea"/>
                <a:cs typeface="+mn-cs"/>
              </a:rPr>
              <a:t>Automation script: Script that automatically enters username/password and checks login success</a:t>
            </a:r>
          </a:p>
          <a:p>
            <a:pPr fontAlgn="t"/>
            <a:r>
              <a:rPr lang="en-US" sz="1200" b="0" i="0" kern="1200" dirty="0">
                <a:solidFill>
                  <a:schemeClr val="tx1"/>
                </a:solidFill>
                <a:effectLst/>
                <a:latin typeface="+mn-lt"/>
                <a:ea typeface="+mn-ea"/>
                <a:cs typeface="+mn-cs"/>
              </a:rPr>
              <a:t>✅ Automation saves time during regression testing.</a:t>
            </a:r>
          </a:p>
          <a:p>
            <a:endParaRPr lang="en-IN" dirty="0"/>
          </a:p>
        </p:txBody>
      </p:sp>
      <p:sp>
        <p:nvSpPr>
          <p:cNvPr id="4" name="Slide Number Placeholder 3"/>
          <p:cNvSpPr>
            <a:spLocks noGrp="1"/>
          </p:cNvSpPr>
          <p:nvPr>
            <p:ph type="sldNum" sz="quarter" idx="5"/>
          </p:nvPr>
        </p:nvSpPr>
        <p:spPr/>
        <p:txBody>
          <a:bodyPr/>
          <a:lstStyle/>
          <a:p>
            <a:fld id="{B6AEC522-4A3A-4220-BA2B-D45FAABFBE11}" type="slidenum">
              <a:rPr lang="en-IN" smtClean="0"/>
              <a:t>14</a:t>
            </a:fld>
            <a:endParaRPr lang="en-IN"/>
          </a:p>
        </p:txBody>
      </p:sp>
    </p:spTree>
    <p:extLst>
      <p:ext uri="{BB962C8B-B14F-4D97-AF65-F5344CB8AC3E}">
        <p14:creationId xmlns:p14="http://schemas.microsoft.com/office/powerpoint/2010/main" val="16860672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Cross reference matrix</a:t>
            </a:r>
          </a:p>
          <a:p>
            <a:r>
              <a:rPr lang="en-IN" dirty="0" err="1"/>
              <a:t>Bug,who</a:t>
            </a:r>
            <a:r>
              <a:rPr lang="en-IN" dirty="0"/>
              <a:t> when</a:t>
            </a:r>
          </a:p>
        </p:txBody>
      </p:sp>
      <p:sp>
        <p:nvSpPr>
          <p:cNvPr id="4" name="Slide Number Placeholder 3"/>
          <p:cNvSpPr>
            <a:spLocks noGrp="1"/>
          </p:cNvSpPr>
          <p:nvPr>
            <p:ph type="sldNum" sz="quarter" idx="5"/>
          </p:nvPr>
        </p:nvSpPr>
        <p:spPr/>
        <p:txBody>
          <a:bodyPr/>
          <a:lstStyle/>
          <a:p>
            <a:fld id="{B6AEC522-4A3A-4220-BA2B-D45FAABFBE11}" type="slidenum">
              <a:rPr lang="en-IN" smtClean="0"/>
              <a:t>17</a:t>
            </a:fld>
            <a:endParaRPr lang="en-IN"/>
          </a:p>
        </p:txBody>
      </p:sp>
    </p:spTree>
    <p:extLst>
      <p:ext uri="{BB962C8B-B14F-4D97-AF65-F5344CB8AC3E}">
        <p14:creationId xmlns:p14="http://schemas.microsoft.com/office/powerpoint/2010/main" val="16150921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Test Case Development Phase</a:t>
            </a:r>
            <a:r>
              <a:rPr lang="en-US" sz="1200" b="0" i="0" kern="1200" dirty="0">
                <a:solidFill>
                  <a:schemeClr val="tx1"/>
                </a:solidFill>
                <a:effectLst/>
                <a:latin typeface="+mn-lt"/>
                <a:ea typeface="+mn-ea"/>
                <a:cs typeface="+mn-cs"/>
              </a:rPr>
              <a:t> comes </a:t>
            </a:r>
            <a:r>
              <a:rPr lang="en-US" sz="1200" b="1" i="0" kern="1200" dirty="0">
                <a:solidFill>
                  <a:schemeClr val="tx1"/>
                </a:solidFill>
                <a:effectLst/>
                <a:latin typeface="+mn-lt"/>
                <a:ea typeface="+mn-ea"/>
                <a:cs typeface="+mn-cs"/>
              </a:rPr>
              <a:t>after Test Planning</a:t>
            </a:r>
            <a:r>
              <a:rPr lang="en-US" sz="1200" b="0" i="0" kern="1200" dirty="0">
                <a:solidFill>
                  <a:schemeClr val="tx1"/>
                </a:solidFill>
                <a:effectLst/>
                <a:latin typeface="+mn-lt"/>
                <a:ea typeface="+mn-ea"/>
                <a:cs typeface="+mn-cs"/>
              </a:rPr>
              <a:t> in the </a:t>
            </a:r>
            <a:r>
              <a:rPr lang="en-US" sz="1200" b="1" i="0" kern="1200" dirty="0">
                <a:solidFill>
                  <a:schemeClr val="tx1"/>
                </a:solidFill>
                <a:effectLst/>
                <a:latin typeface="+mn-lt"/>
                <a:ea typeface="+mn-ea"/>
                <a:cs typeface="+mn-cs"/>
              </a:rPr>
              <a:t>Software Testing Life Cycle (STLC)</a:t>
            </a:r>
            <a:r>
              <a:rPr lang="en-US" sz="1200" b="0" i="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5"/>
          </p:nvPr>
        </p:nvSpPr>
        <p:spPr/>
        <p:txBody>
          <a:bodyPr/>
          <a:lstStyle/>
          <a:p>
            <a:fld id="{B6AEC522-4A3A-4220-BA2B-D45FAABFBE11}" type="slidenum">
              <a:rPr lang="en-IN" smtClean="0"/>
              <a:t>19</a:t>
            </a:fld>
            <a:endParaRPr lang="en-IN"/>
          </a:p>
        </p:txBody>
      </p:sp>
    </p:spTree>
    <p:extLst>
      <p:ext uri="{BB962C8B-B14F-4D97-AF65-F5344CB8AC3E}">
        <p14:creationId xmlns:p14="http://schemas.microsoft.com/office/powerpoint/2010/main" val="3985059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Username text box should be properly aligned below the username label.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kern="1200" dirty="0">
                <a:solidFill>
                  <a:schemeClr val="tx1"/>
                </a:solidFill>
                <a:effectLst/>
                <a:latin typeface="+mn-lt"/>
                <a:ea typeface="+mn-ea"/>
                <a:cs typeface="+mn-cs"/>
              </a:rPr>
              <a:t>Characters should be hidden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Login button should be visible, enabled, and clickable.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Mandatory fields should be marked with * (asterisk).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Error messages should be displayed in </a:t>
            </a:r>
            <a:r>
              <a:rPr lang="en-US" sz="1200" b="1" i="0" kern="1200" dirty="0">
                <a:solidFill>
                  <a:schemeClr val="tx1"/>
                </a:solidFill>
                <a:effectLst/>
                <a:latin typeface="+mn-lt"/>
                <a:ea typeface="+mn-ea"/>
                <a:cs typeface="+mn-cs"/>
              </a:rPr>
              <a:t>red color</a:t>
            </a:r>
            <a:r>
              <a:rPr lang="en-US" sz="1200" b="0" i="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Submit button should be aligned properly at the bottom center.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Button label should be clearly readable and correctly spelled.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User should be navigated to the Forgot Password page.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User should return to the previous page without errors.</a:t>
            </a:r>
          </a:p>
          <a:p>
            <a:endParaRPr lang="en-IN" dirty="0"/>
          </a:p>
        </p:txBody>
      </p:sp>
      <p:sp>
        <p:nvSpPr>
          <p:cNvPr id="4" name="Slide Number Placeholder 3"/>
          <p:cNvSpPr>
            <a:spLocks noGrp="1"/>
          </p:cNvSpPr>
          <p:nvPr>
            <p:ph type="sldNum" sz="quarter" idx="5"/>
          </p:nvPr>
        </p:nvSpPr>
        <p:spPr/>
        <p:txBody>
          <a:bodyPr/>
          <a:lstStyle/>
          <a:p>
            <a:fld id="{B6AEC522-4A3A-4220-BA2B-D45FAABFBE11}" type="slidenum">
              <a:rPr lang="en-IN" smtClean="0"/>
              <a:t>25</a:t>
            </a:fld>
            <a:endParaRPr lang="en-IN"/>
          </a:p>
        </p:txBody>
      </p:sp>
    </p:spTree>
    <p:extLst>
      <p:ext uri="{BB962C8B-B14F-4D97-AF65-F5344CB8AC3E}">
        <p14:creationId xmlns:p14="http://schemas.microsoft.com/office/powerpoint/2010/main" val="14171176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Integration Testing</a:t>
            </a:r>
            <a:r>
              <a:rPr lang="en-US" sz="1200" b="0" i="0" kern="1200" dirty="0">
                <a:solidFill>
                  <a:schemeClr val="tx1"/>
                </a:solidFill>
                <a:effectLst/>
                <a:latin typeface="+mn-lt"/>
                <a:ea typeface="+mn-ea"/>
                <a:cs typeface="+mn-cs"/>
              </a:rPr>
              <a:t> is a level of software testing where </a:t>
            </a:r>
            <a:r>
              <a:rPr lang="en-US" sz="1200" b="1" i="0" kern="1200" dirty="0">
                <a:solidFill>
                  <a:schemeClr val="tx1"/>
                </a:solidFill>
                <a:effectLst/>
                <a:latin typeface="+mn-lt"/>
                <a:ea typeface="+mn-ea"/>
                <a:cs typeface="+mn-cs"/>
              </a:rPr>
              <a:t>individual software modules are combined and tested as a group</a:t>
            </a:r>
            <a:r>
              <a:rPr lang="en-US" sz="1200" b="0" i="0" kern="1200" dirty="0">
                <a:solidFill>
                  <a:schemeClr val="tx1"/>
                </a:solidFill>
                <a:effectLst/>
                <a:latin typeface="+mn-lt"/>
                <a:ea typeface="+mn-ea"/>
                <a:cs typeface="+mn-cs"/>
              </a:rPr>
              <a:t> to check </a:t>
            </a:r>
            <a:r>
              <a:rPr lang="en-US" sz="1200" b="1" i="0" kern="1200" dirty="0">
                <a:solidFill>
                  <a:schemeClr val="tx1"/>
                </a:solidFill>
                <a:effectLst/>
                <a:latin typeface="+mn-lt"/>
                <a:ea typeface="+mn-ea"/>
                <a:cs typeface="+mn-cs"/>
              </a:rPr>
              <a:t>data flow, interfaces, and interactions</a:t>
            </a:r>
            <a:r>
              <a:rPr lang="en-US" sz="1200" b="0" i="0" kern="1200" dirty="0">
                <a:solidFill>
                  <a:schemeClr val="tx1"/>
                </a:solidFill>
                <a:effectLst/>
                <a:latin typeface="+mn-lt"/>
                <a:ea typeface="+mn-ea"/>
                <a:cs typeface="+mn-cs"/>
              </a:rPr>
              <a:t> between them.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Data passed between modules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Control flow between modules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Interface compatibility</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Order of execution</a:t>
            </a:r>
          </a:p>
          <a:p>
            <a:pPr fontAlgn="t"/>
            <a:r>
              <a:rPr lang="en-US" sz="1200" b="1" i="0" kern="1200" dirty="0">
                <a:solidFill>
                  <a:schemeClr val="tx1"/>
                </a:solidFill>
                <a:effectLst/>
                <a:latin typeface="+mn-lt"/>
                <a:ea typeface="+mn-ea"/>
                <a:cs typeface="+mn-cs"/>
              </a:rPr>
              <a:t>est Case: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Enter valid username and password</a:t>
            </a:r>
          </a:p>
          <a:p>
            <a:pPr fontAlgn="t"/>
            <a:r>
              <a:rPr lang="en-US" sz="1200" b="1" i="0" kern="1200" dirty="0">
                <a:solidFill>
                  <a:schemeClr val="tx1"/>
                </a:solidFill>
                <a:effectLst/>
                <a:latin typeface="+mn-lt"/>
                <a:ea typeface="+mn-ea"/>
                <a:cs typeface="+mn-cs"/>
              </a:rPr>
              <a:t>Expected Result: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User should be navigated from Login Page to Mailbox page</a:t>
            </a:r>
          </a:p>
          <a:p>
            <a:pPr fontAlgn="t"/>
            <a:r>
              <a:rPr lang="en-US" sz="1200" b="0" i="0" kern="1200" dirty="0">
                <a:solidFill>
                  <a:schemeClr val="tx1"/>
                </a:solidFill>
                <a:effectLst/>
                <a:latin typeface="+mn-lt"/>
                <a:ea typeface="+mn-ea"/>
                <a:cs typeface="+mn-cs"/>
              </a:rPr>
              <a:t>✅ Focus: </a:t>
            </a:r>
            <a:r>
              <a:rPr lang="en-US" sz="1200" b="1" i="0" kern="1200" dirty="0">
                <a:solidFill>
                  <a:schemeClr val="tx1"/>
                </a:solidFill>
                <a:effectLst/>
                <a:latin typeface="+mn-lt"/>
                <a:ea typeface="+mn-ea"/>
                <a:cs typeface="+mn-cs"/>
              </a:rPr>
              <a:t>Connection between Login and Mailbox</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Mailbox → Delete Mail</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Test Case: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Select an email and click Delete</a:t>
            </a:r>
          </a:p>
          <a:p>
            <a:pPr fontAlgn="t"/>
            <a:r>
              <a:rPr lang="en-US" sz="1200" b="1" i="0" kern="1200" dirty="0">
                <a:solidFill>
                  <a:schemeClr val="tx1"/>
                </a:solidFill>
                <a:effectLst/>
                <a:latin typeface="+mn-lt"/>
                <a:ea typeface="+mn-ea"/>
                <a:cs typeface="+mn-cs"/>
              </a:rPr>
              <a:t>Expected Result: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Selected email should be removed from Mailbox</a:t>
            </a:r>
          </a:p>
          <a:p>
            <a:pPr fontAlgn="t"/>
            <a:r>
              <a:rPr lang="en-US" sz="1200" b="0" i="0" kern="1200" dirty="0">
                <a:solidFill>
                  <a:schemeClr val="tx1"/>
                </a:solidFill>
                <a:effectLst/>
                <a:latin typeface="+mn-lt"/>
                <a:ea typeface="+mn-ea"/>
                <a:cs typeface="+mn-cs"/>
              </a:rPr>
              <a:t>✅ Focus: </a:t>
            </a:r>
            <a:r>
              <a:rPr lang="en-US" sz="1200" b="1" i="0" kern="1200" dirty="0">
                <a:solidFill>
                  <a:schemeClr val="tx1"/>
                </a:solidFill>
                <a:effectLst/>
                <a:latin typeface="+mn-lt"/>
                <a:ea typeface="+mn-ea"/>
                <a:cs typeface="+mn-cs"/>
              </a:rPr>
              <a:t>Interaction between Mailbox and Delete module</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We </a:t>
            </a:r>
            <a:r>
              <a:rPr lang="en-US" sz="1200" b="1" i="0" kern="1200" dirty="0">
                <a:solidFill>
                  <a:schemeClr val="tx1"/>
                </a:solidFill>
                <a:effectLst/>
                <a:latin typeface="+mn-lt"/>
                <a:ea typeface="+mn-ea"/>
                <a:cs typeface="+mn-cs"/>
              </a:rPr>
              <a:t>do NOT test login functionality again</a:t>
            </a:r>
            <a:r>
              <a:rPr lang="en-US" sz="1200" b="0" i="0" kern="1200" dirty="0">
                <a:solidFill>
                  <a:schemeClr val="tx1"/>
                </a:solidFill>
                <a:effectLst/>
                <a:latin typeface="+mn-lt"/>
                <a:ea typeface="+mn-ea"/>
                <a:cs typeface="+mn-cs"/>
              </a:rPr>
              <a:t>, because it was already tested in </a:t>
            </a:r>
            <a:r>
              <a:rPr lang="en-US" sz="1200" b="1" i="0" kern="1200" dirty="0">
                <a:solidFill>
                  <a:schemeClr val="tx1"/>
                </a:solidFill>
                <a:effectLst/>
                <a:latin typeface="+mn-lt"/>
                <a:ea typeface="+mn-ea"/>
                <a:cs typeface="+mn-cs"/>
              </a:rPr>
              <a:t>Unit Testing</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ntegration</a:t>
            </a:r>
            <a:r>
              <a:rPr lang="en-US" sz="1200" b="1" i="0" kern="1200" dirty="0">
                <a:solidFill>
                  <a:schemeClr val="tx1"/>
                </a:solidFill>
                <a:effectLst/>
                <a:latin typeface="+mn-lt"/>
                <a:ea typeface="+mn-ea"/>
                <a:cs typeface="+mn-cs"/>
              </a:rPr>
              <a:t> Test Case:</a:t>
            </a:r>
          </a:p>
          <a:p>
            <a:pPr fontAlgn="t"/>
            <a:r>
              <a:rPr lang="en-US" sz="1200" b="0" i="0" kern="1200" dirty="0">
                <a:solidFill>
                  <a:schemeClr val="tx1"/>
                </a:solidFill>
                <a:effectLst/>
                <a:latin typeface="+mn-lt"/>
                <a:ea typeface="+mn-ea"/>
                <a:cs typeface="+mn-cs"/>
              </a:rPr>
              <a:t>User logs in</a:t>
            </a:r>
          </a:p>
          <a:p>
            <a:pPr fontAlgn="t"/>
            <a:r>
              <a:rPr lang="en-US" sz="1200" b="0" i="0" kern="1200" dirty="0">
                <a:solidFill>
                  <a:schemeClr val="tx1"/>
                </a:solidFill>
                <a:effectLst/>
                <a:latin typeface="+mn-lt"/>
                <a:ea typeface="+mn-ea"/>
                <a:cs typeface="+mn-cs"/>
              </a:rPr>
              <a:t>Selects a product</a:t>
            </a:r>
          </a:p>
          <a:p>
            <a:pPr fontAlgn="t"/>
            <a:r>
              <a:rPr lang="en-US" sz="1200" b="0" i="0" kern="1200" dirty="0">
                <a:solidFill>
                  <a:schemeClr val="tx1"/>
                </a:solidFill>
                <a:effectLst/>
                <a:latin typeface="+mn-lt"/>
                <a:ea typeface="+mn-ea"/>
                <a:cs typeface="+mn-cs"/>
              </a:rPr>
              <a:t>Proceeds to payment</a:t>
            </a:r>
          </a:p>
          <a:p>
            <a:pPr fontAlgn="t"/>
            <a:r>
              <a:rPr lang="en-US" sz="1200" b="1" i="0" kern="1200" dirty="0">
                <a:solidFill>
                  <a:schemeClr val="tx1"/>
                </a:solidFill>
                <a:effectLst/>
                <a:latin typeface="+mn-lt"/>
                <a:ea typeface="+mn-ea"/>
                <a:cs typeface="+mn-cs"/>
              </a:rPr>
              <a:t>Expected Result: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User details and product details should be correctly passed to the payment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5"/>
          </p:nvPr>
        </p:nvSpPr>
        <p:spPr/>
        <p:txBody>
          <a:bodyPr/>
          <a:lstStyle/>
          <a:p>
            <a:fld id="{B6AEC522-4A3A-4220-BA2B-D45FAABFBE11}" type="slidenum">
              <a:rPr lang="en-IN" smtClean="0"/>
              <a:t>28</a:t>
            </a:fld>
            <a:endParaRPr lang="en-IN"/>
          </a:p>
        </p:txBody>
      </p:sp>
    </p:spTree>
    <p:extLst>
      <p:ext uri="{BB962C8B-B14F-4D97-AF65-F5344CB8AC3E}">
        <p14:creationId xmlns:p14="http://schemas.microsoft.com/office/powerpoint/2010/main" val="24883012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1" i="0" kern="1200" dirty="0">
                <a:solidFill>
                  <a:schemeClr val="tx1"/>
                </a:solidFill>
                <a:effectLst/>
                <a:latin typeface="+mn-lt"/>
                <a:ea typeface="+mn-ea"/>
                <a:cs typeface="+mn-cs"/>
              </a:rPr>
              <a:t>Boundary Value Testing (BVT)</a:t>
            </a:r>
          </a:p>
          <a:p>
            <a:pPr fontAlgn="t"/>
            <a:r>
              <a:rPr lang="en-US" sz="1200" b="1" i="0" kern="1200" dirty="0">
                <a:solidFill>
                  <a:schemeClr val="tx1"/>
                </a:solidFill>
                <a:effectLst/>
                <a:latin typeface="+mn-lt"/>
                <a:ea typeface="+mn-ea"/>
                <a:cs typeface="+mn-cs"/>
              </a:rPr>
              <a:t>Boundary Value Testing</a:t>
            </a:r>
            <a:r>
              <a:rPr lang="en-US" sz="1200" b="0" i="0" kern="1200" dirty="0">
                <a:solidFill>
                  <a:schemeClr val="tx1"/>
                </a:solidFill>
                <a:effectLst/>
                <a:latin typeface="+mn-lt"/>
                <a:ea typeface="+mn-ea"/>
                <a:cs typeface="+mn-cs"/>
              </a:rPr>
              <a:t> is a </a:t>
            </a:r>
            <a:r>
              <a:rPr lang="en-US" sz="1200" b="1" i="0" kern="1200" dirty="0">
                <a:solidFill>
                  <a:schemeClr val="tx1"/>
                </a:solidFill>
                <a:effectLst/>
                <a:latin typeface="+mn-lt"/>
                <a:ea typeface="+mn-ea"/>
                <a:cs typeface="+mn-cs"/>
              </a:rPr>
              <a:t>black‑box test design technique</a:t>
            </a:r>
            <a:r>
              <a:rPr lang="en-US" sz="1200" b="0" i="0" kern="1200" dirty="0">
                <a:solidFill>
                  <a:schemeClr val="tx1"/>
                </a:solidFill>
                <a:effectLst/>
                <a:latin typeface="+mn-lt"/>
                <a:ea typeface="+mn-ea"/>
                <a:cs typeface="+mn-cs"/>
              </a:rPr>
              <a:t> in which test cases are designed using the </a:t>
            </a:r>
            <a:r>
              <a:rPr lang="en-US" sz="1200" b="1" i="0" kern="1200" dirty="0">
                <a:solidFill>
                  <a:schemeClr val="tx1"/>
                </a:solidFill>
                <a:effectLst/>
                <a:latin typeface="+mn-lt"/>
                <a:ea typeface="+mn-ea"/>
                <a:cs typeface="+mn-cs"/>
              </a:rPr>
              <a:t>boundary values (edge values)</a:t>
            </a:r>
            <a:r>
              <a:rPr lang="en-US" sz="1200" b="0" i="0" kern="1200" dirty="0">
                <a:solidFill>
                  <a:schemeClr val="tx1"/>
                </a:solidFill>
                <a:effectLst/>
                <a:latin typeface="+mn-lt"/>
                <a:ea typeface="+mn-ea"/>
                <a:cs typeface="+mn-cs"/>
              </a:rPr>
              <a:t> of the input domain.</a:t>
            </a:r>
          </a:p>
          <a:p>
            <a:endParaRPr lang="en-IN" dirty="0"/>
          </a:p>
        </p:txBody>
      </p:sp>
      <p:sp>
        <p:nvSpPr>
          <p:cNvPr id="4" name="Slide Number Placeholder 3"/>
          <p:cNvSpPr>
            <a:spLocks noGrp="1"/>
          </p:cNvSpPr>
          <p:nvPr>
            <p:ph type="sldNum" sz="quarter" idx="5"/>
          </p:nvPr>
        </p:nvSpPr>
        <p:spPr/>
        <p:txBody>
          <a:bodyPr/>
          <a:lstStyle/>
          <a:p>
            <a:fld id="{B6AEC522-4A3A-4220-BA2B-D45FAABFBE11}" type="slidenum">
              <a:rPr lang="en-IN" smtClean="0"/>
              <a:t>31</a:t>
            </a:fld>
            <a:endParaRPr lang="en-IN"/>
          </a:p>
        </p:txBody>
      </p:sp>
    </p:spTree>
    <p:extLst>
      <p:ext uri="{BB962C8B-B14F-4D97-AF65-F5344CB8AC3E}">
        <p14:creationId xmlns:p14="http://schemas.microsoft.com/office/powerpoint/2010/main" val="38861677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Open notepad-type-click on save-as welcome.java-D drive-go to the particular path(folder)- </a:t>
            </a:r>
          </a:p>
        </p:txBody>
      </p:sp>
      <p:sp>
        <p:nvSpPr>
          <p:cNvPr id="4" name="Slide Number Placeholder 3"/>
          <p:cNvSpPr>
            <a:spLocks noGrp="1"/>
          </p:cNvSpPr>
          <p:nvPr>
            <p:ph type="sldNum" sz="quarter" idx="5"/>
          </p:nvPr>
        </p:nvSpPr>
        <p:spPr/>
        <p:txBody>
          <a:bodyPr/>
          <a:lstStyle/>
          <a:p>
            <a:fld id="{B6AEC522-4A3A-4220-BA2B-D45FAABFBE11}" type="slidenum">
              <a:rPr lang="en-IN" smtClean="0"/>
              <a:t>33</a:t>
            </a:fld>
            <a:endParaRPr lang="en-IN"/>
          </a:p>
        </p:txBody>
      </p:sp>
    </p:spTree>
    <p:extLst>
      <p:ext uri="{BB962C8B-B14F-4D97-AF65-F5344CB8AC3E}">
        <p14:creationId xmlns:p14="http://schemas.microsoft.com/office/powerpoint/2010/main" val="10981050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1800" b="1" i="0">
                <a:solidFill>
                  <a:schemeClr val="tx1"/>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800" b="1" i="0">
                <a:solidFill>
                  <a:srgbClr val="C00000"/>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1"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800" b="1" i="0">
                <a:solidFill>
                  <a:srgbClr val="C00000"/>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1" i="0">
                <a:solidFill>
                  <a:schemeClr val="tx1"/>
                </a:solidFill>
                <a:latin typeface="Calibri"/>
                <a:cs typeface="Calibri"/>
              </a:defRPr>
            </a:lvl1pPr>
          </a:lstStyle>
          <a:p>
            <a:endParaRPr/>
          </a:p>
        </p:txBody>
      </p:sp>
      <p:sp>
        <p:nvSpPr>
          <p:cNvPr id="3" name="Holder 3"/>
          <p:cNvSpPr>
            <a:spLocks noGrp="1"/>
          </p:cNvSpPr>
          <p:nvPr>
            <p:ph sz="half" idx="2"/>
          </p:nvPr>
        </p:nvSpPr>
        <p:spPr>
          <a:xfrm>
            <a:off x="593242" y="2606167"/>
            <a:ext cx="5349875" cy="3820160"/>
          </a:xfrm>
          <a:prstGeom prst="rect">
            <a:avLst/>
          </a:prstGeom>
        </p:spPr>
        <p:txBody>
          <a:bodyPr wrap="square" lIns="0" tIns="0" rIns="0" bIns="0">
            <a:spAutoFit/>
          </a:bodyPr>
          <a:lstStyle>
            <a:lvl1pPr>
              <a:defRPr sz="1600" b="0" i="0">
                <a:solidFill>
                  <a:srgbClr val="212121"/>
                </a:solidFill>
                <a:latin typeface="Calibri"/>
                <a:cs typeface="Calibri"/>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1/29/2026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1"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1/29/2026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1/29/2026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93242" y="562102"/>
            <a:ext cx="3567429" cy="299719"/>
          </a:xfrm>
          <a:prstGeom prst="rect">
            <a:avLst/>
          </a:prstGeom>
        </p:spPr>
        <p:txBody>
          <a:bodyPr wrap="square" lIns="0" tIns="0" rIns="0" bIns="0">
            <a:spAutoFit/>
          </a:bodyPr>
          <a:lstStyle>
            <a:lvl1pPr>
              <a:defRPr sz="1800" b="1" i="0">
                <a:solidFill>
                  <a:schemeClr val="tx1"/>
                </a:solidFill>
                <a:latin typeface="Calibri"/>
                <a:cs typeface="Calibri"/>
              </a:defRPr>
            </a:lvl1pPr>
          </a:lstStyle>
          <a:p>
            <a:endParaRPr/>
          </a:p>
        </p:txBody>
      </p:sp>
      <p:sp>
        <p:nvSpPr>
          <p:cNvPr id="3" name="Holder 3"/>
          <p:cNvSpPr>
            <a:spLocks noGrp="1"/>
          </p:cNvSpPr>
          <p:nvPr>
            <p:ph type="body" idx="1"/>
          </p:nvPr>
        </p:nvSpPr>
        <p:spPr>
          <a:xfrm>
            <a:off x="421640" y="1655445"/>
            <a:ext cx="5503545" cy="2583179"/>
          </a:xfrm>
          <a:prstGeom prst="rect">
            <a:avLst/>
          </a:prstGeom>
        </p:spPr>
        <p:txBody>
          <a:bodyPr wrap="square" lIns="0" tIns="0" rIns="0" bIns="0">
            <a:spAutoFit/>
          </a:bodyPr>
          <a:lstStyle>
            <a:lvl1pPr>
              <a:defRPr sz="1800" b="1" i="0">
                <a:solidFill>
                  <a:srgbClr val="C00000"/>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1/29/2026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hyperlink" Target="https://www.guru99.com/an-expert-view-on-test-estimation.html" TargetMode="Externa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hyperlink" Target="https://www.guru99.com/defect-management-process.html" TargetMode="Externa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hyperlink" Target="https://testsigma.com/guides/test-scenario/" TargetMode="External"/><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hyperlink" Target="https://www.qatouch.com/blog/top-6-mobile-testing-tools/" TargetMode="Externa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hyperlink" Target="https://www.guru99.com/test-case.html" TargetMode="External"/><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6.jpeg"/><Relationship Id="rId4" Type="http://schemas.openxmlformats.org/officeDocument/2006/relationships/hyperlink" Target="https://www.guru99.com/unit-testing-guide.html" TargetMode="External"/></Relationships>
</file>

<file path=ppt/slides/_rels/slide2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62000" y="304800"/>
            <a:ext cx="10833735" cy="6339840"/>
            <a:chOff x="594359" y="259079"/>
            <a:chExt cx="10833735" cy="6339840"/>
          </a:xfrm>
        </p:grpSpPr>
        <p:pic>
          <p:nvPicPr>
            <p:cNvPr id="3" name="object 3"/>
            <p:cNvPicPr/>
            <p:nvPr/>
          </p:nvPicPr>
          <p:blipFill>
            <a:blip r:embed="rId2" cstate="print"/>
            <a:stretch>
              <a:fillRect/>
            </a:stretch>
          </p:blipFill>
          <p:spPr>
            <a:xfrm>
              <a:off x="594359" y="259079"/>
              <a:ext cx="10833696" cy="6339840"/>
            </a:xfrm>
            <a:prstGeom prst="rect">
              <a:avLst/>
            </a:prstGeom>
          </p:spPr>
        </p:pic>
        <p:sp>
          <p:nvSpPr>
            <p:cNvPr id="4" name="object 4"/>
            <p:cNvSpPr/>
            <p:nvPr/>
          </p:nvSpPr>
          <p:spPr>
            <a:xfrm>
              <a:off x="800100" y="3569208"/>
              <a:ext cx="2696210" cy="1169035"/>
            </a:xfrm>
            <a:custGeom>
              <a:avLst/>
              <a:gdLst/>
              <a:ahLst/>
              <a:cxnLst/>
              <a:rect l="l" t="t" r="r" b="b"/>
              <a:pathLst>
                <a:path w="2696210" h="1169035">
                  <a:moveTo>
                    <a:pt x="2695955" y="0"/>
                  </a:moveTo>
                  <a:lnTo>
                    <a:pt x="0" y="0"/>
                  </a:lnTo>
                  <a:lnTo>
                    <a:pt x="0" y="1168908"/>
                  </a:lnTo>
                  <a:lnTo>
                    <a:pt x="2695955" y="1168908"/>
                  </a:lnTo>
                  <a:lnTo>
                    <a:pt x="2695955" y="0"/>
                  </a:lnTo>
                  <a:close/>
                </a:path>
              </a:pathLst>
            </a:custGeom>
            <a:solidFill>
              <a:srgbClr val="275862"/>
            </a:solidFill>
          </p:spPr>
          <p:txBody>
            <a:bodyPr wrap="square" lIns="0" tIns="0" rIns="0" bIns="0" rtlCol="0"/>
            <a:lstStyle/>
            <a:p>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38064F-5B2C-83B3-CDF9-0092AF963547}"/>
              </a:ext>
            </a:extLst>
          </p:cNvPr>
          <p:cNvSpPr txBox="1"/>
          <p:nvPr/>
        </p:nvSpPr>
        <p:spPr>
          <a:xfrm>
            <a:off x="1600200" y="1143000"/>
            <a:ext cx="8839200" cy="2677656"/>
          </a:xfrm>
          <a:prstGeom prst="rect">
            <a:avLst/>
          </a:prstGeom>
          <a:noFill/>
        </p:spPr>
        <p:txBody>
          <a:bodyPr wrap="square">
            <a:spAutoFit/>
          </a:bodyPr>
          <a:lstStyle/>
          <a:p>
            <a:r>
              <a:rPr lang="en-US" sz="2800" dirty="0"/>
              <a:t>Software is an essential component of exotic embedded applications such as airplanes, spaceships, and air traffic control systems, as well as mundane appliances such as watches, ovens, cars, DVD players, garage door openers, mobile phones, and remote controllers. </a:t>
            </a:r>
            <a:endParaRPr lang="en-IN" sz="2800" dirty="0"/>
          </a:p>
        </p:txBody>
      </p:sp>
      <p:sp>
        <p:nvSpPr>
          <p:cNvPr id="5" name="TextBox 4">
            <a:extLst>
              <a:ext uri="{FF2B5EF4-FFF2-40B4-BE49-F238E27FC236}">
                <a16:creationId xmlns:a16="http://schemas.microsoft.com/office/drawing/2014/main" id="{7835DC62-C630-BDC0-E7D8-865B91940830}"/>
              </a:ext>
            </a:extLst>
          </p:cNvPr>
          <p:cNvSpPr txBox="1"/>
          <p:nvPr/>
        </p:nvSpPr>
        <p:spPr>
          <a:xfrm>
            <a:off x="1676400" y="4191000"/>
            <a:ext cx="9525000" cy="1938992"/>
          </a:xfrm>
          <a:prstGeom prst="rect">
            <a:avLst/>
          </a:prstGeom>
          <a:noFill/>
        </p:spPr>
        <p:txBody>
          <a:bodyPr wrap="square">
            <a:spAutoFit/>
          </a:bodyPr>
          <a:lstStyle/>
          <a:p>
            <a:r>
              <a:rPr lang="en-US" sz="2000" dirty="0"/>
              <a:t>Software Fault: A static defect in the software.</a:t>
            </a:r>
          </a:p>
          <a:p>
            <a:endParaRPr lang="en-US" sz="2000" dirty="0"/>
          </a:p>
          <a:p>
            <a:r>
              <a:rPr lang="en-US" sz="2000" dirty="0"/>
              <a:t>Software Error: An incorrect internal state that is the manifestation of some fault.</a:t>
            </a:r>
          </a:p>
          <a:p>
            <a:r>
              <a:rPr lang="en-US" sz="2000" dirty="0"/>
              <a:t> </a:t>
            </a:r>
          </a:p>
          <a:p>
            <a:r>
              <a:rPr lang="en-US" sz="2000" dirty="0"/>
              <a:t>Software Failure: External, incorrect behavior with respect to the requirements or another description of the expected behavior</a:t>
            </a:r>
            <a:endParaRPr lang="en-IN" sz="2000" dirty="0"/>
          </a:p>
        </p:txBody>
      </p:sp>
    </p:spTree>
    <p:extLst>
      <p:ext uri="{BB962C8B-B14F-4D97-AF65-F5344CB8AC3E}">
        <p14:creationId xmlns:p14="http://schemas.microsoft.com/office/powerpoint/2010/main" val="9948035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D1D0B2E-04A7-3AD7-E1E8-DE31B50BC5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381000"/>
            <a:ext cx="9906000" cy="5505450"/>
          </a:xfrm>
          <a:prstGeom prst="rect">
            <a:avLst/>
          </a:prstGeom>
        </p:spPr>
      </p:pic>
    </p:spTree>
    <p:extLst>
      <p:ext uri="{BB962C8B-B14F-4D97-AF65-F5344CB8AC3E}">
        <p14:creationId xmlns:p14="http://schemas.microsoft.com/office/powerpoint/2010/main" val="4264957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F10E381-D22B-07C9-D878-783705DD7D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152400"/>
            <a:ext cx="9906000" cy="3276600"/>
          </a:xfrm>
          <a:prstGeom prst="rect">
            <a:avLst/>
          </a:prstGeom>
        </p:spPr>
      </p:pic>
      <p:pic>
        <p:nvPicPr>
          <p:cNvPr id="5" name="Picture 4">
            <a:extLst>
              <a:ext uri="{FF2B5EF4-FFF2-40B4-BE49-F238E27FC236}">
                <a16:creationId xmlns:a16="http://schemas.microsoft.com/office/drawing/2014/main" id="{56A46686-24E1-7E6E-E862-47C835E4E2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2000" y="3429000"/>
            <a:ext cx="9982200" cy="2990850"/>
          </a:xfrm>
          <a:prstGeom prst="rect">
            <a:avLst/>
          </a:prstGeom>
        </p:spPr>
      </p:pic>
    </p:spTree>
    <p:extLst>
      <p:ext uri="{BB962C8B-B14F-4D97-AF65-F5344CB8AC3E}">
        <p14:creationId xmlns:p14="http://schemas.microsoft.com/office/powerpoint/2010/main" val="2284068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572D66-A4BB-869D-0C24-0DBB40C7881B}"/>
              </a:ext>
            </a:extLst>
          </p:cNvPr>
          <p:cNvSpPr txBox="1"/>
          <p:nvPr/>
        </p:nvSpPr>
        <p:spPr>
          <a:xfrm>
            <a:off x="1447800" y="533400"/>
            <a:ext cx="9448800" cy="5262979"/>
          </a:xfrm>
          <a:prstGeom prst="rect">
            <a:avLst/>
          </a:prstGeom>
          <a:noFill/>
        </p:spPr>
        <p:txBody>
          <a:bodyPr wrap="square">
            <a:spAutoFit/>
          </a:bodyPr>
          <a:lstStyle/>
          <a:p>
            <a:r>
              <a:rPr lang="en-IN" sz="2400" dirty="0"/>
              <a:t>If you have code with fault - then you will encounter failure </a:t>
            </a:r>
          </a:p>
          <a:p>
            <a:endParaRPr lang="en-IN" sz="2400" dirty="0"/>
          </a:p>
          <a:p>
            <a:r>
              <a:rPr lang="en-IN" sz="2400" dirty="0"/>
              <a:t>Errors- mistakes</a:t>
            </a:r>
          </a:p>
          <a:p>
            <a:endParaRPr lang="en-IN" sz="2400" dirty="0"/>
          </a:p>
          <a:p>
            <a:r>
              <a:rPr lang="en-IN" sz="2400" dirty="0"/>
              <a:t>Faults- result of mistakes Failure Incident </a:t>
            </a:r>
          </a:p>
          <a:p>
            <a:endParaRPr lang="en-IN" sz="2400" dirty="0"/>
          </a:p>
          <a:p>
            <a:r>
              <a:rPr lang="en-IN" sz="2400" dirty="0"/>
              <a:t>To identify these 4 things we will do the test</a:t>
            </a:r>
          </a:p>
          <a:p>
            <a:endParaRPr lang="en-IN" sz="2400" dirty="0"/>
          </a:p>
          <a:p>
            <a:r>
              <a:rPr lang="en-US" sz="2400" u="sng" dirty="0"/>
              <a:t>Verification:</a:t>
            </a:r>
            <a:r>
              <a:rPr lang="en-US" sz="2400" dirty="0"/>
              <a:t> The process of determining whether the products of a phase of the software development process fulfill the requirements established during the previous phase. </a:t>
            </a:r>
          </a:p>
          <a:p>
            <a:endParaRPr lang="en-US" sz="2400" dirty="0"/>
          </a:p>
          <a:p>
            <a:r>
              <a:rPr lang="en-US" sz="2400" u="sng" dirty="0"/>
              <a:t>Validation:</a:t>
            </a:r>
            <a:r>
              <a:rPr lang="en-US" sz="2400" dirty="0"/>
              <a:t> The process of evaluating software at the end of software development to ensure compliance with intended usage.</a:t>
            </a:r>
            <a:endParaRPr lang="en-IN" sz="2400" dirty="0"/>
          </a:p>
        </p:txBody>
      </p:sp>
    </p:spTree>
    <p:extLst>
      <p:ext uri="{BB962C8B-B14F-4D97-AF65-F5344CB8AC3E}">
        <p14:creationId xmlns:p14="http://schemas.microsoft.com/office/powerpoint/2010/main" val="1443480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B8D38AF-B6D5-BDD2-862B-EA0F7A57F801}"/>
              </a:ext>
            </a:extLst>
          </p:cNvPr>
          <p:cNvSpPr txBox="1"/>
          <p:nvPr/>
        </p:nvSpPr>
        <p:spPr>
          <a:xfrm>
            <a:off x="1524000" y="1219200"/>
            <a:ext cx="9677400" cy="4031873"/>
          </a:xfrm>
          <a:prstGeom prst="rect">
            <a:avLst/>
          </a:prstGeom>
          <a:noFill/>
        </p:spPr>
        <p:txBody>
          <a:bodyPr wrap="square">
            <a:spAutoFit/>
          </a:bodyPr>
          <a:lstStyle/>
          <a:p>
            <a:r>
              <a:rPr lang="en-US" sz="3200" dirty="0"/>
              <a:t>Testing: Evaluating software by observing its execution. </a:t>
            </a:r>
          </a:p>
          <a:p>
            <a:endParaRPr lang="en-US" sz="3200" dirty="0"/>
          </a:p>
          <a:p>
            <a:r>
              <a:rPr lang="en-US" sz="3200" dirty="0"/>
              <a:t>Test Failure: Execution of a test that results in a software failure. </a:t>
            </a:r>
          </a:p>
          <a:p>
            <a:endParaRPr lang="en-US" sz="3200" dirty="0"/>
          </a:p>
          <a:p>
            <a:r>
              <a:rPr lang="en-US" sz="3200" dirty="0"/>
              <a:t>Debugging: The process of finding a fault given a failure.</a:t>
            </a:r>
            <a:endParaRPr lang="en-IN" sz="3200" dirty="0"/>
          </a:p>
        </p:txBody>
      </p:sp>
    </p:spTree>
    <p:extLst>
      <p:ext uri="{BB962C8B-B14F-4D97-AF65-F5344CB8AC3E}">
        <p14:creationId xmlns:p14="http://schemas.microsoft.com/office/powerpoint/2010/main" val="2695124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6542" y="275971"/>
            <a:ext cx="820419" cy="299720"/>
          </a:xfrm>
          <a:prstGeom prst="rect">
            <a:avLst/>
          </a:prstGeom>
        </p:spPr>
        <p:txBody>
          <a:bodyPr vert="horz" wrap="square" lIns="0" tIns="12700" rIns="0" bIns="0" rtlCol="0">
            <a:spAutoFit/>
          </a:bodyPr>
          <a:lstStyle/>
          <a:p>
            <a:pPr marL="12700">
              <a:lnSpc>
                <a:spcPct val="100000"/>
              </a:lnSpc>
              <a:spcBef>
                <a:spcPts val="100"/>
              </a:spcBef>
            </a:pPr>
            <a:r>
              <a:rPr dirty="0">
                <a:latin typeface="Cambria"/>
                <a:cs typeface="Cambria"/>
              </a:rPr>
              <a:t>UNIT</a:t>
            </a:r>
            <a:r>
              <a:rPr spc="-15" dirty="0">
                <a:latin typeface="Cambria"/>
                <a:cs typeface="Cambria"/>
              </a:rPr>
              <a:t> </a:t>
            </a:r>
            <a:r>
              <a:rPr dirty="0">
                <a:latin typeface="Cambria"/>
                <a:cs typeface="Cambria"/>
              </a:rPr>
              <a:t>-</a:t>
            </a:r>
            <a:r>
              <a:rPr spc="5" dirty="0">
                <a:latin typeface="Cambria"/>
                <a:cs typeface="Cambria"/>
              </a:rPr>
              <a:t> </a:t>
            </a:r>
            <a:r>
              <a:rPr spc="-50" dirty="0">
                <a:latin typeface="Cambria"/>
                <a:cs typeface="Cambria"/>
              </a:rPr>
              <a:t>I</a:t>
            </a:r>
          </a:p>
        </p:txBody>
      </p:sp>
      <p:sp>
        <p:nvSpPr>
          <p:cNvPr id="3" name="object 3"/>
          <p:cNvSpPr txBox="1"/>
          <p:nvPr/>
        </p:nvSpPr>
        <p:spPr>
          <a:xfrm>
            <a:off x="326542" y="591165"/>
            <a:ext cx="6975475" cy="4685030"/>
          </a:xfrm>
          <a:prstGeom prst="rect">
            <a:avLst/>
          </a:prstGeom>
        </p:spPr>
        <p:txBody>
          <a:bodyPr vert="horz" wrap="square" lIns="0" tIns="69215" rIns="0" bIns="0" rtlCol="0">
            <a:spAutoFit/>
          </a:bodyPr>
          <a:lstStyle/>
          <a:p>
            <a:pPr marL="12700">
              <a:lnSpc>
                <a:spcPct val="100000"/>
              </a:lnSpc>
              <a:spcBef>
                <a:spcPts val="545"/>
              </a:spcBef>
            </a:pPr>
            <a:r>
              <a:rPr sz="1800" b="1" spc="-10" dirty="0">
                <a:latin typeface="Times New Roman"/>
                <a:cs typeface="Times New Roman"/>
              </a:rPr>
              <a:t>Introduction:</a:t>
            </a:r>
            <a:endParaRPr sz="1800">
              <a:latin typeface="Times New Roman"/>
              <a:cs typeface="Times New Roman"/>
            </a:endParaRPr>
          </a:p>
          <a:p>
            <a:pPr marL="697865" indent="-227965">
              <a:lnSpc>
                <a:spcPct val="100000"/>
              </a:lnSpc>
              <a:spcBef>
                <a:spcPts val="350"/>
              </a:spcBef>
              <a:buFont typeface="Arial MT"/>
              <a:buChar char="•"/>
              <a:tabLst>
                <a:tab pos="697865" algn="l"/>
              </a:tabLst>
            </a:pPr>
            <a:r>
              <a:rPr sz="1400" dirty="0">
                <a:latin typeface="Times New Roman"/>
                <a:cs typeface="Times New Roman"/>
              </a:rPr>
              <a:t>Basic</a:t>
            </a:r>
            <a:r>
              <a:rPr sz="1400" spc="-30" dirty="0">
                <a:latin typeface="Times New Roman"/>
                <a:cs typeface="Times New Roman"/>
              </a:rPr>
              <a:t> </a:t>
            </a:r>
            <a:r>
              <a:rPr sz="1400" spc="-10" dirty="0">
                <a:latin typeface="Times New Roman"/>
                <a:cs typeface="Times New Roman"/>
              </a:rPr>
              <a:t>definitions,</a:t>
            </a:r>
            <a:endParaRPr sz="1400">
              <a:latin typeface="Times New Roman"/>
              <a:cs typeface="Times New Roman"/>
            </a:endParaRPr>
          </a:p>
          <a:p>
            <a:pPr marL="697865" indent="-227965">
              <a:lnSpc>
                <a:spcPct val="100000"/>
              </a:lnSpc>
              <a:spcBef>
                <a:spcPts val="325"/>
              </a:spcBef>
              <a:buFont typeface="Arial MT"/>
              <a:buChar char="•"/>
              <a:tabLst>
                <a:tab pos="697865" algn="l"/>
                <a:tab pos="1468120" algn="l"/>
              </a:tabLst>
            </a:pPr>
            <a:r>
              <a:rPr sz="1400" dirty="0">
                <a:latin typeface="Times New Roman"/>
                <a:cs typeface="Times New Roman"/>
              </a:rPr>
              <a:t>A</a:t>
            </a:r>
            <a:r>
              <a:rPr sz="1400" spc="-80" dirty="0">
                <a:latin typeface="Times New Roman"/>
                <a:cs typeface="Times New Roman"/>
              </a:rPr>
              <a:t> </a:t>
            </a:r>
            <a:r>
              <a:rPr sz="1400" spc="-10" dirty="0">
                <a:latin typeface="Times New Roman"/>
                <a:cs typeface="Times New Roman"/>
              </a:rPr>
              <a:t>testing</a:t>
            </a:r>
            <a:r>
              <a:rPr sz="1400" dirty="0">
                <a:latin typeface="Times New Roman"/>
                <a:cs typeface="Times New Roman"/>
              </a:rPr>
              <a:t>	life</a:t>
            </a:r>
            <a:r>
              <a:rPr sz="1400" spc="250" dirty="0">
                <a:latin typeface="Times New Roman"/>
                <a:cs typeface="Times New Roman"/>
              </a:rPr>
              <a:t> </a:t>
            </a:r>
            <a:r>
              <a:rPr sz="1400" spc="-20" dirty="0">
                <a:latin typeface="Times New Roman"/>
                <a:cs typeface="Times New Roman"/>
              </a:rPr>
              <a:t>cycle</a:t>
            </a:r>
            <a:endParaRPr sz="1400">
              <a:latin typeface="Times New Roman"/>
              <a:cs typeface="Times New Roman"/>
            </a:endParaRPr>
          </a:p>
          <a:p>
            <a:pPr marL="697865" indent="-227965">
              <a:lnSpc>
                <a:spcPct val="100000"/>
              </a:lnSpc>
              <a:spcBef>
                <a:spcPts val="335"/>
              </a:spcBef>
              <a:buFont typeface="Arial MT"/>
              <a:buChar char="•"/>
              <a:tabLst>
                <a:tab pos="697865" algn="l"/>
              </a:tabLst>
            </a:pPr>
            <a:r>
              <a:rPr sz="1400" spc="-20" dirty="0">
                <a:latin typeface="Times New Roman"/>
                <a:cs typeface="Times New Roman"/>
              </a:rPr>
              <a:t>Test</a:t>
            </a:r>
            <a:r>
              <a:rPr sz="1400" spc="-50" dirty="0">
                <a:latin typeface="Times New Roman"/>
                <a:cs typeface="Times New Roman"/>
              </a:rPr>
              <a:t> </a:t>
            </a:r>
            <a:r>
              <a:rPr sz="1400" spc="-10" dirty="0">
                <a:latin typeface="Times New Roman"/>
                <a:cs typeface="Times New Roman"/>
              </a:rPr>
              <a:t>Cases</a:t>
            </a:r>
            <a:endParaRPr sz="1400">
              <a:latin typeface="Times New Roman"/>
              <a:cs typeface="Times New Roman"/>
            </a:endParaRPr>
          </a:p>
          <a:p>
            <a:pPr marL="697865" indent="-227965">
              <a:lnSpc>
                <a:spcPct val="100000"/>
              </a:lnSpc>
              <a:spcBef>
                <a:spcPts val="340"/>
              </a:spcBef>
              <a:buFont typeface="Arial MT"/>
              <a:buChar char="•"/>
              <a:tabLst>
                <a:tab pos="697865" algn="l"/>
              </a:tabLst>
            </a:pPr>
            <a:r>
              <a:rPr sz="1400" dirty="0">
                <a:latin typeface="Times New Roman"/>
                <a:cs typeface="Times New Roman"/>
              </a:rPr>
              <a:t>Fundamental</a:t>
            </a:r>
            <a:r>
              <a:rPr sz="1400" spc="-45" dirty="0">
                <a:latin typeface="Times New Roman"/>
                <a:cs typeface="Times New Roman"/>
              </a:rPr>
              <a:t> </a:t>
            </a:r>
            <a:r>
              <a:rPr sz="1400" dirty="0">
                <a:latin typeface="Times New Roman"/>
                <a:cs typeface="Times New Roman"/>
              </a:rPr>
              <a:t>approaches</a:t>
            </a:r>
            <a:r>
              <a:rPr sz="1400" spc="-35" dirty="0">
                <a:latin typeface="Times New Roman"/>
                <a:cs typeface="Times New Roman"/>
              </a:rPr>
              <a:t> </a:t>
            </a:r>
            <a:r>
              <a:rPr sz="1400" dirty="0">
                <a:latin typeface="Times New Roman"/>
                <a:cs typeface="Times New Roman"/>
              </a:rPr>
              <a:t>to</a:t>
            </a:r>
            <a:r>
              <a:rPr sz="1400" spc="-30" dirty="0">
                <a:latin typeface="Times New Roman"/>
                <a:cs typeface="Times New Roman"/>
              </a:rPr>
              <a:t> </a:t>
            </a:r>
            <a:r>
              <a:rPr sz="1400" dirty="0">
                <a:latin typeface="Times New Roman"/>
                <a:cs typeface="Times New Roman"/>
              </a:rPr>
              <a:t>apply</a:t>
            </a:r>
            <a:r>
              <a:rPr sz="1400" spc="-60" dirty="0">
                <a:latin typeface="Times New Roman"/>
                <a:cs typeface="Times New Roman"/>
              </a:rPr>
              <a:t> </a:t>
            </a:r>
            <a:r>
              <a:rPr sz="1400" spc="-10" dirty="0">
                <a:latin typeface="Times New Roman"/>
                <a:cs typeface="Times New Roman"/>
              </a:rPr>
              <a:t>Test</a:t>
            </a:r>
            <a:r>
              <a:rPr sz="1400" spc="-15" dirty="0">
                <a:latin typeface="Times New Roman"/>
                <a:cs typeface="Times New Roman"/>
              </a:rPr>
              <a:t> </a:t>
            </a:r>
            <a:r>
              <a:rPr sz="1400" spc="-10" dirty="0">
                <a:latin typeface="Times New Roman"/>
                <a:cs typeface="Times New Roman"/>
              </a:rPr>
              <a:t>Cases</a:t>
            </a:r>
            <a:endParaRPr sz="1400">
              <a:latin typeface="Times New Roman"/>
              <a:cs typeface="Times New Roman"/>
            </a:endParaRPr>
          </a:p>
          <a:p>
            <a:pPr marL="697865" indent="-227965">
              <a:lnSpc>
                <a:spcPct val="100000"/>
              </a:lnSpc>
              <a:spcBef>
                <a:spcPts val="325"/>
              </a:spcBef>
              <a:buFont typeface="Arial MT"/>
              <a:buChar char="•"/>
              <a:tabLst>
                <a:tab pos="697865" algn="l"/>
              </a:tabLst>
            </a:pPr>
            <a:r>
              <a:rPr sz="1400" dirty="0">
                <a:latin typeface="Times New Roman"/>
                <a:cs typeface="Times New Roman"/>
              </a:rPr>
              <a:t>Levels</a:t>
            </a:r>
            <a:r>
              <a:rPr sz="1400" spc="-40" dirty="0">
                <a:latin typeface="Times New Roman"/>
                <a:cs typeface="Times New Roman"/>
              </a:rPr>
              <a:t> </a:t>
            </a:r>
            <a:r>
              <a:rPr sz="1400" dirty="0">
                <a:latin typeface="Times New Roman"/>
                <a:cs typeface="Times New Roman"/>
              </a:rPr>
              <a:t>of</a:t>
            </a:r>
            <a:r>
              <a:rPr sz="1400" spc="-75" dirty="0">
                <a:latin typeface="Times New Roman"/>
                <a:cs typeface="Times New Roman"/>
              </a:rPr>
              <a:t> </a:t>
            </a:r>
            <a:r>
              <a:rPr sz="1400" spc="-10" dirty="0">
                <a:latin typeface="Times New Roman"/>
                <a:cs typeface="Times New Roman"/>
              </a:rPr>
              <a:t>Testing:</a:t>
            </a:r>
            <a:r>
              <a:rPr sz="1400" spc="-30" dirty="0">
                <a:latin typeface="Times New Roman"/>
                <a:cs typeface="Times New Roman"/>
              </a:rPr>
              <a:t> </a:t>
            </a:r>
            <a:r>
              <a:rPr sz="1400" b="1" dirty="0">
                <a:latin typeface="Times New Roman"/>
                <a:cs typeface="Times New Roman"/>
              </a:rPr>
              <a:t>Examples</a:t>
            </a:r>
            <a:r>
              <a:rPr sz="1400" b="1" spc="-85" dirty="0">
                <a:latin typeface="Times New Roman"/>
                <a:cs typeface="Times New Roman"/>
              </a:rPr>
              <a:t> </a:t>
            </a:r>
            <a:r>
              <a:rPr sz="1400" dirty="0">
                <a:latin typeface="Times New Roman"/>
                <a:cs typeface="Times New Roman"/>
              </a:rPr>
              <a:t>The</a:t>
            </a:r>
            <a:r>
              <a:rPr sz="1400" spc="-35" dirty="0">
                <a:latin typeface="Times New Roman"/>
                <a:cs typeface="Times New Roman"/>
              </a:rPr>
              <a:t> </a:t>
            </a:r>
            <a:r>
              <a:rPr sz="1400" dirty="0">
                <a:latin typeface="Times New Roman"/>
                <a:cs typeface="Times New Roman"/>
              </a:rPr>
              <a:t>SATM</a:t>
            </a:r>
            <a:r>
              <a:rPr sz="1400" spc="204" dirty="0">
                <a:latin typeface="Times New Roman"/>
                <a:cs typeface="Times New Roman"/>
              </a:rPr>
              <a:t> </a:t>
            </a:r>
            <a:r>
              <a:rPr sz="1400" dirty="0">
                <a:latin typeface="Times New Roman"/>
                <a:cs typeface="Times New Roman"/>
              </a:rPr>
              <a:t>(Simple</a:t>
            </a:r>
            <a:r>
              <a:rPr sz="1400" spc="130" dirty="0">
                <a:latin typeface="Times New Roman"/>
                <a:cs typeface="Times New Roman"/>
              </a:rPr>
              <a:t> </a:t>
            </a:r>
            <a:r>
              <a:rPr sz="1400" dirty="0">
                <a:latin typeface="Times New Roman"/>
                <a:cs typeface="Times New Roman"/>
              </a:rPr>
              <a:t>Automatic</a:t>
            </a:r>
            <a:r>
              <a:rPr sz="1400" spc="175" dirty="0">
                <a:latin typeface="Times New Roman"/>
                <a:cs typeface="Times New Roman"/>
              </a:rPr>
              <a:t> </a:t>
            </a:r>
            <a:r>
              <a:rPr sz="1400" spc="-10" dirty="0">
                <a:latin typeface="Times New Roman"/>
                <a:cs typeface="Times New Roman"/>
              </a:rPr>
              <a:t>Teller</a:t>
            </a:r>
            <a:r>
              <a:rPr sz="1400" spc="-45" dirty="0">
                <a:latin typeface="Times New Roman"/>
                <a:cs typeface="Times New Roman"/>
              </a:rPr>
              <a:t> </a:t>
            </a:r>
            <a:r>
              <a:rPr sz="1400" dirty="0">
                <a:latin typeface="Times New Roman"/>
                <a:cs typeface="Times New Roman"/>
              </a:rPr>
              <a:t>Machine)</a:t>
            </a:r>
            <a:r>
              <a:rPr sz="1400" spc="-50" dirty="0">
                <a:latin typeface="Times New Roman"/>
                <a:cs typeface="Times New Roman"/>
              </a:rPr>
              <a:t> </a:t>
            </a:r>
            <a:r>
              <a:rPr sz="1400" spc="-10" dirty="0">
                <a:latin typeface="Times New Roman"/>
                <a:cs typeface="Times New Roman"/>
              </a:rPr>
              <a:t>problem.</a:t>
            </a:r>
            <a:endParaRPr sz="1400">
              <a:latin typeface="Times New Roman"/>
              <a:cs typeface="Times New Roman"/>
            </a:endParaRPr>
          </a:p>
          <a:p>
            <a:pPr marL="12700">
              <a:lnSpc>
                <a:spcPct val="100000"/>
              </a:lnSpc>
              <a:spcBef>
                <a:spcPts val="775"/>
              </a:spcBef>
            </a:pPr>
            <a:r>
              <a:rPr sz="1800" b="1" dirty="0">
                <a:latin typeface="Times New Roman"/>
                <a:cs typeface="Times New Roman"/>
              </a:rPr>
              <a:t>Boundary</a:t>
            </a:r>
            <a:r>
              <a:rPr sz="1800" b="1" spc="-65" dirty="0">
                <a:latin typeface="Times New Roman"/>
                <a:cs typeface="Times New Roman"/>
              </a:rPr>
              <a:t> </a:t>
            </a:r>
            <a:r>
              <a:rPr sz="1800" b="1" spc="-25" dirty="0">
                <a:latin typeface="Times New Roman"/>
                <a:cs typeface="Times New Roman"/>
              </a:rPr>
              <a:t>Value</a:t>
            </a:r>
            <a:r>
              <a:rPr sz="1800" b="1" spc="-80" dirty="0">
                <a:latin typeface="Times New Roman"/>
                <a:cs typeface="Times New Roman"/>
              </a:rPr>
              <a:t> </a:t>
            </a:r>
            <a:r>
              <a:rPr sz="1800" b="1" spc="-10" dirty="0">
                <a:latin typeface="Times New Roman"/>
                <a:cs typeface="Times New Roman"/>
              </a:rPr>
              <a:t>Testing:</a:t>
            </a:r>
            <a:endParaRPr sz="1800">
              <a:latin typeface="Times New Roman"/>
              <a:cs typeface="Times New Roman"/>
            </a:endParaRPr>
          </a:p>
          <a:p>
            <a:pPr marL="697865" indent="-227965">
              <a:lnSpc>
                <a:spcPct val="100000"/>
              </a:lnSpc>
              <a:spcBef>
                <a:spcPts val="340"/>
              </a:spcBef>
              <a:buFont typeface="Arial MT"/>
              <a:buChar char="•"/>
              <a:tabLst>
                <a:tab pos="697865" algn="l"/>
              </a:tabLst>
            </a:pPr>
            <a:r>
              <a:rPr sz="1400" dirty="0">
                <a:latin typeface="Times New Roman"/>
                <a:cs typeface="Times New Roman"/>
              </a:rPr>
              <a:t>Generalizing</a:t>
            </a:r>
            <a:r>
              <a:rPr sz="1400" spc="10" dirty="0">
                <a:latin typeface="Times New Roman"/>
                <a:cs typeface="Times New Roman"/>
              </a:rPr>
              <a:t> </a:t>
            </a:r>
            <a:r>
              <a:rPr sz="1400" dirty="0">
                <a:latin typeface="Times New Roman"/>
                <a:cs typeface="Times New Roman"/>
              </a:rPr>
              <a:t>Boundary</a:t>
            </a:r>
            <a:r>
              <a:rPr sz="1400" spc="-45" dirty="0">
                <a:latin typeface="Times New Roman"/>
                <a:cs typeface="Times New Roman"/>
              </a:rPr>
              <a:t> Value</a:t>
            </a:r>
            <a:r>
              <a:rPr sz="1400" spc="-75" dirty="0">
                <a:latin typeface="Times New Roman"/>
                <a:cs typeface="Times New Roman"/>
              </a:rPr>
              <a:t> </a:t>
            </a:r>
            <a:r>
              <a:rPr sz="1400" spc="-10" dirty="0">
                <a:latin typeface="Times New Roman"/>
                <a:cs typeface="Times New Roman"/>
              </a:rPr>
              <a:t>Analysis,</a:t>
            </a:r>
            <a:endParaRPr sz="1400">
              <a:latin typeface="Times New Roman"/>
              <a:cs typeface="Times New Roman"/>
            </a:endParaRPr>
          </a:p>
          <a:p>
            <a:pPr marL="697865" indent="-227965">
              <a:lnSpc>
                <a:spcPct val="100000"/>
              </a:lnSpc>
              <a:spcBef>
                <a:spcPts val="335"/>
              </a:spcBef>
              <a:buFont typeface="Arial MT"/>
              <a:buChar char="•"/>
              <a:tabLst>
                <a:tab pos="697865" algn="l"/>
              </a:tabLst>
            </a:pPr>
            <a:r>
              <a:rPr sz="1400" dirty="0">
                <a:latin typeface="Times New Roman"/>
                <a:cs typeface="Times New Roman"/>
              </a:rPr>
              <a:t>Limitations</a:t>
            </a:r>
            <a:r>
              <a:rPr sz="1400" spc="-65" dirty="0">
                <a:latin typeface="Times New Roman"/>
                <a:cs typeface="Times New Roman"/>
              </a:rPr>
              <a:t> </a:t>
            </a:r>
            <a:r>
              <a:rPr sz="1400" dirty="0">
                <a:latin typeface="Times New Roman"/>
                <a:cs typeface="Times New Roman"/>
              </a:rPr>
              <a:t>of</a:t>
            </a:r>
            <a:r>
              <a:rPr sz="1400" spc="-75" dirty="0">
                <a:latin typeface="Times New Roman"/>
                <a:cs typeface="Times New Roman"/>
              </a:rPr>
              <a:t> </a:t>
            </a:r>
            <a:r>
              <a:rPr sz="1400" dirty="0">
                <a:latin typeface="Times New Roman"/>
                <a:cs typeface="Times New Roman"/>
              </a:rPr>
              <a:t>Boundary</a:t>
            </a:r>
            <a:r>
              <a:rPr sz="1400" spc="-90" dirty="0">
                <a:latin typeface="Times New Roman"/>
                <a:cs typeface="Times New Roman"/>
              </a:rPr>
              <a:t> </a:t>
            </a:r>
            <a:r>
              <a:rPr sz="1400" dirty="0">
                <a:latin typeface="Times New Roman"/>
                <a:cs typeface="Times New Roman"/>
              </a:rPr>
              <a:t>Value</a:t>
            </a:r>
            <a:r>
              <a:rPr sz="1400" spc="114" dirty="0">
                <a:latin typeface="Times New Roman"/>
                <a:cs typeface="Times New Roman"/>
              </a:rPr>
              <a:t> </a:t>
            </a:r>
            <a:r>
              <a:rPr sz="1400" spc="-10" dirty="0">
                <a:latin typeface="Times New Roman"/>
                <a:cs typeface="Times New Roman"/>
              </a:rPr>
              <a:t>Analysis,</a:t>
            </a:r>
            <a:endParaRPr sz="1400">
              <a:latin typeface="Times New Roman"/>
              <a:cs typeface="Times New Roman"/>
            </a:endParaRPr>
          </a:p>
          <a:p>
            <a:pPr marL="697865" indent="-227965">
              <a:lnSpc>
                <a:spcPct val="100000"/>
              </a:lnSpc>
              <a:spcBef>
                <a:spcPts val="335"/>
              </a:spcBef>
              <a:buFont typeface="Arial MT"/>
              <a:buChar char="•"/>
              <a:tabLst>
                <a:tab pos="697865" algn="l"/>
              </a:tabLst>
            </a:pPr>
            <a:r>
              <a:rPr sz="1400" dirty="0">
                <a:latin typeface="Times New Roman"/>
                <a:cs typeface="Times New Roman"/>
              </a:rPr>
              <a:t>Robustness</a:t>
            </a:r>
            <a:r>
              <a:rPr sz="1400" spc="195" dirty="0">
                <a:latin typeface="Times New Roman"/>
                <a:cs typeface="Times New Roman"/>
              </a:rPr>
              <a:t> </a:t>
            </a:r>
            <a:r>
              <a:rPr sz="1400" spc="-10" dirty="0">
                <a:latin typeface="Times New Roman"/>
                <a:cs typeface="Times New Roman"/>
              </a:rPr>
              <a:t>Testing</a:t>
            </a:r>
            <a:endParaRPr sz="1400">
              <a:latin typeface="Times New Roman"/>
              <a:cs typeface="Times New Roman"/>
            </a:endParaRPr>
          </a:p>
          <a:p>
            <a:pPr marL="697865" indent="-227965">
              <a:lnSpc>
                <a:spcPct val="100000"/>
              </a:lnSpc>
              <a:spcBef>
                <a:spcPts val="330"/>
              </a:spcBef>
              <a:buFont typeface="Arial MT"/>
              <a:buChar char="•"/>
              <a:tabLst>
                <a:tab pos="697865" algn="l"/>
              </a:tabLst>
            </a:pPr>
            <a:r>
              <a:rPr sz="1400" spc="-25" dirty="0">
                <a:latin typeface="Times New Roman"/>
                <a:cs typeface="Times New Roman"/>
              </a:rPr>
              <a:t>Worst-</a:t>
            </a:r>
            <a:r>
              <a:rPr sz="1400" dirty="0">
                <a:latin typeface="Times New Roman"/>
                <a:cs typeface="Times New Roman"/>
              </a:rPr>
              <a:t>Case</a:t>
            </a:r>
            <a:r>
              <a:rPr sz="1400" spc="245" dirty="0">
                <a:latin typeface="Times New Roman"/>
                <a:cs typeface="Times New Roman"/>
              </a:rPr>
              <a:t> </a:t>
            </a:r>
            <a:r>
              <a:rPr sz="1400" spc="-10" dirty="0">
                <a:latin typeface="Times New Roman"/>
                <a:cs typeface="Times New Roman"/>
              </a:rPr>
              <a:t>Testing</a:t>
            </a:r>
            <a:endParaRPr sz="1400">
              <a:latin typeface="Times New Roman"/>
              <a:cs typeface="Times New Roman"/>
            </a:endParaRPr>
          </a:p>
          <a:p>
            <a:pPr marL="697865" indent="-227965">
              <a:lnSpc>
                <a:spcPct val="100000"/>
              </a:lnSpc>
              <a:spcBef>
                <a:spcPts val="335"/>
              </a:spcBef>
              <a:buFont typeface="Arial MT"/>
              <a:buChar char="•"/>
              <a:tabLst>
                <a:tab pos="697865" algn="l"/>
              </a:tabLst>
            </a:pPr>
            <a:r>
              <a:rPr sz="1400" dirty="0">
                <a:latin typeface="Times New Roman"/>
                <a:cs typeface="Times New Roman"/>
              </a:rPr>
              <a:t>Special</a:t>
            </a:r>
            <a:r>
              <a:rPr sz="1400" spc="-60" dirty="0">
                <a:latin typeface="Times New Roman"/>
                <a:cs typeface="Times New Roman"/>
              </a:rPr>
              <a:t> </a:t>
            </a:r>
            <a:r>
              <a:rPr sz="1400" spc="-35" dirty="0">
                <a:latin typeface="Times New Roman"/>
                <a:cs typeface="Times New Roman"/>
              </a:rPr>
              <a:t>Value</a:t>
            </a:r>
            <a:r>
              <a:rPr sz="1400" spc="-45" dirty="0">
                <a:latin typeface="Times New Roman"/>
                <a:cs typeface="Times New Roman"/>
              </a:rPr>
              <a:t> </a:t>
            </a:r>
            <a:r>
              <a:rPr sz="1400" spc="-10" dirty="0">
                <a:latin typeface="Times New Roman"/>
                <a:cs typeface="Times New Roman"/>
              </a:rPr>
              <a:t>Testing</a:t>
            </a:r>
            <a:endParaRPr sz="1400">
              <a:latin typeface="Times New Roman"/>
              <a:cs typeface="Times New Roman"/>
            </a:endParaRPr>
          </a:p>
          <a:p>
            <a:pPr marL="12700">
              <a:lnSpc>
                <a:spcPct val="100000"/>
              </a:lnSpc>
              <a:spcBef>
                <a:spcPts val="775"/>
              </a:spcBef>
            </a:pPr>
            <a:r>
              <a:rPr sz="1800" b="1" spc="-35" dirty="0">
                <a:latin typeface="Times New Roman"/>
                <a:cs typeface="Times New Roman"/>
              </a:rPr>
              <a:t>Test</a:t>
            </a:r>
            <a:r>
              <a:rPr sz="1800" b="1" spc="-45" dirty="0">
                <a:latin typeface="Times New Roman"/>
                <a:cs typeface="Times New Roman"/>
              </a:rPr>
              <a:t> </a:t>
            </a:r>
            <a:r>
              <a:rPr sz="1800" b="1" dirty="0">
                <a:latin typeface="Times New Roman"/>
                <a:cs typeface="Times New Roman"/>
              </a:rPr>
              <a:t>cases</a:t>
            </a:r>
            <a:r>
              <a:rPr sz="1800" b="1" spc="-55" dirty="0">
                <a:latin typeface="Times New Roman"/>
                <a:cs typeface="Times New Roman"/>
              </a:rPr>
              <a:t> </a:t>
            </a:r>
            <a:r>
              <a:rPr sz="1800" b="1" spc="-20" dirty="0">
                <a:latin typeface="Times New Roman"/>
                <a:cs typeface="Times New Roman"/>
              </a:rPr>
              <a:t>for:</a:t>
            </a:r>
            <a:endParaRPr sz="1800">
              <a:latin typeface="Times New Roman"/>
              <a:cs typeface="Times New Roman"/>
            </a:endParaRPr>
          </a:p>
          <a:p>
            <a:pPr marL="697865" indent="-227965">
              <a:lnSpc>
                <a:spcPct val="100000"/>
              </a:lnSpc>
              <a:spcBef>
                <a:spcPts val="340"/>
              </a:spcBef>
              <a:buFont typeface="Arial MT"/>
              <a:buChar char="•"/>
              <a:tabLst>
                <a:tab pos="697865" algn="l"/>
              </a:tabLst>
            </a:pPr>
            <a:r>
              <a:rPr sz="1400" dirty="0">
                <a:latin typeface="Times New Roman"/>
                <a:cs typeface="Times New Roman"/>
              </a:rPr>
              <a:t>The</a:t>
            </a:r>
            <a:r>
              <a:rPr sz="1400" spc="-40" dirty="0">
                <a:latin typeface="Times New Roman"/>
                <a:cs typeface="Times New Roman"/>
              </a:rPr>
              <a:t> </a:t>
            </a:r>
            <a:r>
              <a:rPr sz="1400" spc="-10" dirty="0">
                <a:latin typeface="Times New Roman"/>
                <a:cs typeface="Times New Roman"/>
              </a:rPr>
              <a:t>Triangle</a:t>
            </a:r>
            <a:r>
              <a:rPr sz="1400" spc="-35" dirty="0">
                <a:latin typeface="Times New Roman"/>
                <a:cs typeface="Times New Roman"/>
              </a:rPr>
              <a:t> </a:t>
            </a:r>
            <a:r>
              <a:rPr sz="1400" spc="-10" dirty="0">
                <a:latin typeface="Times New Roman"/>
                <a:cs typeface="Times New Roman"/>
              </a:rPr>
              <a:t>problem</a:t>
            </a:r>
            <a:endParaRPr sz="1400">
              <a:latin typeface="Times New Roman"/>
              <a:cs typeface="Times New Roman"/>
            </a:endParaRPr>
          </a:p>
          <a:p>
            <a:pPr marL="697865" indent="-227965">
              <a:lnSpc>
                <a:spcPct val="100000"/>
              </a:lnSpc>
              <a:spcBef>
                <a:spcPts val="335"/>
              </a:spcBef>
              <a:buFont typeface="Arial MT"/>
              <a:buChar char="•"/>
              <a:tabLst>
                <a:tab pos="697865" algn="l"/>
              </a:tabLst>
            </a:pPr>
            <a:r>
              <a:rPr sz="1400" dirty="0">
                <a:latin typeface="Times New Roman"/>
                <a:cs typeface="Times New Roman"/>
              </a:rPr>
              <a:t>NextDate</a:t>
            </a:r>
            <a:r>
              <a:rPr sz="1400" spc="-35" dirty="0">
                <a:latin typeface="Times New Roman"/>
                <a:cs typeface="Times New Roman"/>
              </a:rPr>
              <a:t> </a:t>
            </a:r>
            <a:r>
              <a:rPr sz="1400" spc="-10" dirty="0">
                <a:latin typeface="Times New Roman"/>
                <a:cs typeface="Times New Roman"/>
              </a:rPr>
              <a:t>function,</a:t>
            </a:r>
            <a:endParaRPr sz="1400">
              <a:latin typeface="Times New Roman"/>
              <a:cs typeface="Times New Roman"/>
            </a:endParaRPr>
          </a:p>
          <a:p>
            <a:pPr marL="697865" indent="-227965">
              <a:lnSpc>
                <a:spcPct val="100000"/>
              </a:lnSpc>
              <a:spcBef>
                <a:spcPts val="325"/>
              </a:spcBef>
              <a:buFont typeface="Arial MT"/>
              <a:buChar char="•"/>
              <a:tabLst>
                <a:tab pos="697865" algn="l"/>
              </a:tabLst>
            </a:pPr>
            <a:r>
              <a:rPr sz="1400" dirty="0">
                <a:latin typeface="Times New Roman"/>
                <a:cs typeface="Times New Roman"/>
              </a:rPr>
              <a:t>The</a:t>
            </a:r>
            <a:r>
              <a:rPr sz="1400" spc="-40" dirty="0">
                <a:latin typeface="Times New Roman"/>
                <a:cs typeface="Times New Roman"/>
              </a:rPr>
              <a:t> </a:t>
            </a:r>
            <a:r>
              <a:rPr sz="1400" dirty="0">
                <a:latin typeface="Times New Roman"/>
                <a:cs typeface="Times New Roman"/>
              </a:rPr>
              <a:t>Commission</a:t>
            </a:r>
            <a:r>
              <a:rPr sz="1400" spc="-25" dirty="0">
                <a:latin typeface="Times New Roman"/>
                <a:cs typeface="Times New Roman"/>
              </a:rPr>
              <a:t> </a:t>
            </a:r>
            <a:r>
              <a:rPr sz="1400" spc="-10" dirty="0">
                <a:latin typeface="Times New Roman"/>
                <a:cs typeface="Times New Roman"/>
              </a:rPr>
              <a:t>Problem,</a:t>
            </a:r>
            <a:endParaRPr sz="1400">
              <a:latin typeface="Times New Roman"/>
              <a:cs typeface="Times New Roman"/>
            </a:endParaRPr>
          </a:p>
          <a:p>
            <a:pPr marL="697865" indent="-227965">
              <a:lnSpc>
                <a:spcPct val="100000"/>
              </a:lnSpc>
              <a:spcBef>
                <a:spcPts val="340"/>
              </a:spcBef>
              <a:buFont typeface="Arial MT"/>
              <a:buChar char="•"/>
              <a:tabLst>
                <a:tab pos="697865" algn="l"/>
              </a:tabLst>
            </a:pPr>
            <a:r>
              <a:rPr sz="1400" dirty="0">
                <a:latin typeface="Times New Roman"/>
                <a:cs typeface="Times New Roman"/>
              </a:rPr>
              <a:t>Random</a:t>
            </a:r>
            <a:r>
              <a:rPr sz="1400" spc="-80" dirty="0">
                <a:latin typeface="Times New Roman"/>
                <a:cs typeface="Times New Roman"/>
              </a:rPr>
              <a:t> </a:t>
            </a:r>
            <a:r>
              <a:rPr sz="1400" spc="-10" dirty="0">
                <a:latin typeface="Times New Roman"/>
                <a:cs typeface="Times New Roman"/>
              </a:rPr>
              <a:t>Testing</a:t>
            </a:r>
            <a:r>
              <a:rPr sz="1400" spc="-35" dirty="0">
                <a:latin typeface="Times New Roman"/>
                <a:cs typeface="Times New Roman"/>
              </a:rPr>
              <a:t> </a:t>
            </a:r>
            <a:r>
              <a:rPr sz="1400" dirty="0">
                <a:latin typeface="Times New Roman"/>
                <a:cs typeface="Times New Roman"/>
              </a:rPr>
              <a:t>and</a:t>
            </a:r>
            <a:r>
              <a:rPr sz="1400" spc="-30" dirty="0">
                <a:latin typeface="Times New Roman"/>
                <a:cs typeface="Times New Roman"/>
              </a:rPr>
              <a:t> </a:t>
            </a:r>
            <a:r>
              <a:rPr sz="1400" dirty="0">
                <a:latin typeface="Times New Roman"/>
                <a:cs typeface="Times New Roman"/>
              </a:rPr>
              <a:t>Guidelines</a:t>
            </a:r>
            <a:r>
              <a:rPr sz="1400" spc="-50" dirty="0">
                <a:latin typeface="Times New Roman"/>
                <a:cs typeface="Times New Roman"/>
              </a:rPr>
              <a:t> </a:t>
            </a:r>
            <a:r>
              <a:rPr sz="1400" dirty="0">
                <a:latin typeface="Times New Roman"/>
                <a:cs typeface="Times New Roman"/>
              </a:rPr>
              <a:t>for</a:t>
            </a:r>
            <a:r>
              <a:rPr sz="1400" spc="-25" dirty="0">
                <a:latin typeface="Times New Roman"/>
                <a:cs typeface="Times New Roman"/>
              </a:rPr>
              <a:t> </a:t>
            </a:r>
            <a:r>
              <a:rPr sz="1400" dirty="0">
                <a:latin typeface="Times New Roman"/>
                <a:cs typeface="Times New Roman"/>
              </a:rPr>
              <a:t>Boundary</a:t>
            </a:r>
            <a:r>
              <a:rPr sz="1400" spc="-90" dirty="0">
                <a:latin typeface="Times New Roman"/>
                <a:cs typeface="Times New Roman"/>
              </a:rPr>
              <a:t> </a:t>
            </a:r>
            <a:r>
              <a:rPr sz="1400" spc="-25" dirty="0">
                <a:latin typeface="Times New Roman"/>
                <a:cs typeface="Times New Roman"/>
              </a:rPr>
              <a:t>Value</a:t>
            </a:r>
            <a:r>
              <a:rPr sz="1400" spc="-5" dirty="0">
                <a:latin typeface="Times New Roman"/>
                <a:cs typeface="Times New Roman"/>
              </a:rPr>
              <a:t> </a:t>
            </a:r>
            <a:r>
              <a:rPr sz="1400" spc="-10" dirty="0">
                <a:latin typeface="Times New Roman"/>
                <a:cs typeface="Times New Roman"/>
              </a:rPr>
              <a:t>Testing.</a:t>
            </a:r>
            <a:endParaRPr sz="1400">
              <a:latin typeface="Times New Roman"/>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1640" y="300355"/>
            <a:ext cx="1680845" cy="330835"/>
          </a:xfrm>
          <a:prstGeom prst="rect">
            <a:avLst/>
          </a:prstGeom>
        </p:spPr>
        <p:txBody>
          <a:bodyPr vert="horz" wrap="square" lIns="0" tIns="12700" rIns="0" bIns="0" rtlCol="0">
            <a:spAutoFit/>
          </a:bodyPr>
          <a:lstStyle/>
          <a:p>
            <a:pPr marL="12700">
              <a:lnSpc>
                <a:spcPct val="100000"/>
              </a:lnSpc>
              <a:spcBef>
                <a:spcPts val="100"/>
              </a:spcBef>
            </a:pPr>
            <a:r>
              <a:rPr sz="2000" b="0" dirty="0">
                <a:solidFill>
                  <a:srgbClr val="FF0000"/>
                </a:solidFill>
                <a:latin typeface="Calibri"/>
                <a:cs typeface="Calibri"/>
              </a:rPr>
              <a:t>What</a:t>
            </a:r>
            <a:r>
              <a:rPr sz="2000" b="0" spc="-40" dirty="0">
                <a:solidFill>
                  <a:srgbClr val="FF0000"/>
                </a:solidFill>
                <a:latin typeface="Calibri"/>
                <a:cs typeface="Calibri"/>
              </a:rPr>
              <a:t> </a:t>
            </a:r>
            <a:r>
              <a:rPr sz="2000" b="0" dirty="0">
                <a:solidFill>
                  <a:srgbClr val="FF0000"/>
                </a:solidFill>
                <a:latin typeface="Calibri"/>
                <a:cs typeface="Calibri"/>
              </a:rPr>
              <a:t>is</a:t>
            </a:r>
            <a:r>
              <a:rPr sz="2000" b="0" spc="-40" dirty="0">
                <a:solidFill>
                  <a:srgbClr val="FF0000"/>
                </a:solidFill>
                <a:latin typeface="Calibri"/>
                <a:cs typeface="Calibri"/>
              </a:rPr>
              <a:t> </a:t>
            </a:r>
            <a:r>
              <a:rPr sz="2000" b="0" spc="-10" dirty="0">
                <a:solidFill>
                  <a:srgbClr val="FF0000"/>
                </a:solidFill>
                <a:latin typeface="Calibri"/>
                <a:cs typeface="Calibri"/>
              </a:rPr>
              <a:t>testing?</a:t>
            </a:r>
            <a:endParaRPr sz="2000">
              <a:latin typeface="Calibri"/>
              <a:cs typeface="Calibri"/>
            </a:endParaRPr>
          </a:p>
        </p:txBody>
      </p:sp>
      <p:sp>
        <p:nvSpPr>
          <p:cNvPr id="3" name="object 3"/>
          <p:cNvSpPr txBox="1"/>
          <p:nvPr/>
        </p:nvSpPr>
        <p:spPr>
          <a:xfrm>
            <a:off x="421640" y="734695"/>
            <a:ext cx="5012055" cy="574040"/>
          </a:xfrm>
          <a:prstGeom prst="rect">
            <a:avLst/>
          </a:prstGeom>
        </p:spPr>
        <p:txBody>
          <a:bodyPr vert="horz" wrap="square" lIns="0" tIns="12700" rIns="0" bIns="0" rtlCol="0">
            <a:spAutoFit/>
          </a:bodyPr>
          <a:lstStyle/>
          <a:p>
            <a:pPr marL="12700" marR="5080">
              <a:lnSpc>
                <a:spcPct val="100000"/>
              </a:lnSpc>
              <a:spcBef>
                <a:spcPts val="100"/>
              </a:spcBef>
            </a:pPr>
            <a:r>
              <a:rPr sz="1800" spc="-25" dirty="0">
                <a:latin typeface="Calibri"/>
                <a:cs typeface="Calibri"/>
              </a:rPr>
              <a:t>Testing</a:t>
            </a:r>
            <a:r>
              <a:rPr sz="1800" spc="-30" dirty="0">
                <a:latin typeface="Calibri"/>
                <a:cs typeface="Calibri"/>
              </a:rPr>
              <a:t> </a:t>
            </a:r>
            <a:r>
              <a:rPr sz="1800" dirty="0">
                <a:latin typeface="Calibri"/>
                <a:cs typeface="Calibri"/>
              </a:rPr>
              <a:t>is</a:t>
            </a:r>
            <a:r>
              <a:rPr sz="1800" spc="-40" dirty="0">
                <a:latin typeface="Calibri"/>
                <a:cs typeface="Calibri"/>
              </a:rPr>
              <a:t> </a:t>
            </a:r>
            <a:r>
              <a:rPr sz="1800" dirty="0">
                <a:latin typeface="Calibri"/>
                <a:cs typeface="Calibri"/>
              </a:rPr>
              <a:t>the</a:t>
            </a:r>
            <a:r>
              <a:rPr sz="1800" spc="-15" dirty="0">
                <a:latin typeface="Calibri"/>
                <a:cs typeface="Calibri"/>
              </a:rPr>
              <a:t> </a:t>
            </a:r>
            <a:r>
              <a:rPr sz="1800" dirty="0">
                <a:latin typeface="Calibri"/>
                <a:cs typeface="Calibri"/>
              </a:rPr>
              <a:t>process</a:t>
            </a:r>
            <a:r>
              <a:rPr sz="1800" spc="-45" dirty="0">
                <a:latin typeface="Calibri"/>
                <a:cs typeface="Calibri"/>
              </a:rPr>
              <a:t> </a:t>
            </a:r>
            <a:r>
              <a:rPr sz="1800" dirty="0">
                <a:latin typeface="Calibri"/>
                <a:cs typeface="Calibri"/>
              </a:rPr>
              <a:t>of</a:t>
            </a:r>
            <a:r>
              <a:rPr sz="1800" spc="-20" dirty="0">
                <a:latin typeface="Calibri"/>
                <a:cs typeface="Calibri"/>
              </a:rPr>
              <a:t> </a:t>
            </a:r>
            <a:r>
              <a:rPr sz="1800" spc="-10" dirty="0">
                <a:latin typeface="Calibri"/>
                <a:cs typeface="Calibri"/>
              </a:rPr>
              <a:t>executing</a:t>
            </a:r>
            <a:r>
              <a:rPr sz="1800" spc="-30" dirty="0">
                <a:latin typeface="Calibri"/>
                <a:cs typeface="Calibri"/>
              </a:rPr>
              <a:t> </a:t>
            </a:r>
            <a:r>
              <a:rPr sz="1800" dirty="0">
                <a:latin typeface="Calibri"/>
                <a:cs typeface="Calibri"/>
              </a:rPr>
              <a:t>a</a:t>
            </a:r>
            <a:r>
              <a:rPr sz="1800" spc="-25" dirty="0">
                <a:latin typeface="Calibri"/>
                <a:cs typeface="Calibri"/>
              </a:rPr>
              <a:t> </a:t>
            </a:r>
            <a:r>
              <a:rPr sz="1800" spc="-10" dirty="0">
                <a:latin typeface="Calibri"/>
                <a:cs typeface="Calibri"/>
              </a:rPr>
              <a:t>program</a:t>
            </a:r>
            <a:r>
              <a:rPr sz="1800" spc="-30" dirty="0">
                <a:latin typeface="Calibri"/>
                <a:cs typeface="Calibri"/>
              </a:rPr>
              <a:t> </a:t>
            </a:r>
            <a:r>
              <a:rPr sz="1800" dirty="0">
                <a:latin typeface="Calibri"/>
                <a:cs typeface="Calibri"/>
              </a:rPr>
              <a:t>with</a:t>
            </a:r>
            <a:r>
              <a:rPr sz="1800" spc="-25" dirty="0">
                <a:latin typeface="Calibri"/>
                <a:cs typeface="Calibri"/>
              </a:rPr>
              <a:t> the </a:t>
            </a:r>
            <a:r>
              <a:rPr sz="1800" dirty="0">
                <a:latin typeface="Calibri"/>
                <a:cs typeface="Calibri"/>
              </a:rPr>
              <a:t>intent</a:t>
            </a:r>
            <a:r>
              <a:rPr sz="1800" spc="-50" dirty="0">
                <a:latin typeface="Calibri"/>
                <a:cs typeface="Calibri"/>
              </a:rPr>
              <a:t> </a:t>
            </a:r>
            <a:r>
              <a:rPr sz="1800" dirty="0">
                <a:latin typeface="Calibri"/>
                <a:cs typeface="Calibri"/>
              </a:rPr>
              <a:t>of</a:t>
            </a:r>
            <a:r>
              <a:rPr sz="1800" spc="-60" dirty="0">
                <a:latin typeface="Calibri"/>
                <a:cs typeface="Calibri"/>
              </a:rPr>
              <a:t> </a:t>
            </a:r>
            <a:r>
              <a:rPr sz="1800" dirty="0">
                <a:latin typeface="Calibri"/>
                <a:cs typeface="Calibri"/>
              </a:rPr>
              <a:t>finding</a:t>
            </a:r>
            <a:r>
              <a:rPr sz="1800" spc="-40" dirty="0">
                <a:latin typeface="Calibri"/>
                <a:cs typeface="Calibri"/>
              </a:rPr>
              <a:t> </a:t>
            </a:r>
            <a:r>
              <a:rPr sz="1800" spc="-10" dirty="0">
                <a:latin typeface="Calibri"/>
                <a:cs typeface="Calibri"/>
              </a:rPr>
              <a:t>errors</a:t>
            </a:r>
            <a:endParaRPr sz="1800">
              <a:latin typeface="Calibri"/>
              <a:cs typeface="Calibri"/>
            </a:endParaRPr>
          </a:p>
        </p:txBody>
      </p:sp>
      <p:sp>
        <p:nvSpPr>
          <p:cNvPr id="4" name="object 4"/>
          <p:cNvSpPr txBox="1">
            <a:spLocks noGrp="1"/>
          </p:cNvSpPr>
          <p:nvPr>
            <p:ph type="body" idx="1"/>
          </p:nvPr>
        </p:nvSpPr>
        <p:spPr>
          <a:prstGeom prst="rect">
            <a:avLst/>
          </a:prstGeom>
        </p:spPr>
        <p:txBody>
          <a:bodyPr vert="horz" wrap="square" lIns="0" tIns="140335" rIns="0" bIns="0" rtlCol="0">
            <a:spAutoFit/>
          </a:bodyPr>
          <a:lstStyle/>
          <a:p>
            <a:pPr marL="12700">
              <a:lnSpc>
                <a:spcPct val="100000"/>
              </a:lnSpc>
              <a:spcBef>
                <a:spcPts val="1105"/>
              </a:spcBef>
            </a:pPr>
            <a:r>
              <a:rPr dirty="0"/>
              <a:t>Reasons</a:t>
            </a:r>
            <a:r>
              <a:rPr spc="-50" dirty="0"/>
              <a:t> </a:t>
            </a:r>
            <a:r>
              <a:rPr dirty="0"/>
              <a:t>for</a:t>
            </a:r>
            <a:r>
              <a:rPr spc="-60" dirty="0"/>
              <a:t> </a:t>
            </a:r>
            <a:r>
              <a:rPr spc="-10" dirty="0"/>
              <a:t>testing</a:t>
            </a:r>
          </a:p>
          <a:p>
            <a:pPr marL="241300" marR="381000" indent="-228600">
              <a:lnSpc>
                <a:spcPct val="100000"/>
              </a:lnSpc>
              <a:spcBef>
                <a:spcPts val="1010"/>
              </a:spcBef>
              <a:buFont typeface="Wingdings"/>
              <a:buChar char=""/>
              <a:tabLst>
                <a:tab pos="241300" algn="l"/>
              </a:tabLst>
            </a:pPr>
            <a:r>
              <a:rPr dirty="0">
                <a:solidFill>
                  <a:srgbClr val="000000"/>
                </a:solidFill>
              </a:rPr>
              <a:t>MYTH:</a:t>
            </a:r>
            <a:r>
              <a:rPr spc="-50" dirty="0">
                <a:solidFill>
                  <a:srgbClr val="000000"/>
                </a:solidFill>
              </a:rPr>
              <a:t> </a:t>
            </a:r>
            <a:r>
              <a:rPr b="0" dirty="0">
                <a:solidFill>
                  <a:srgbClr val="000000"/>
                </a:solidFill>
                <a:latin typeface="Calibri"/>
                <a:cs typeface="Calibri"/>
              </a:rPr>
              <a:t>Good</a:t>
            </a:r>
            <a:r>
              <a:rPr b="0" spc="-50" dirty="0">
                <a:solidFill>
                  <a:srgbClr val="000000"/>
                </a:solidFill>
                <a:latin typeface="Calibri"/>
                <a:cs typeface="Calibri"/>
              </a:rPr>
              <a:t> </a:t>
            </a:r>
            <a:r>
              <a:rPr b="0" spc="-10" dirty="0">
                <a:solidFill>
                  <a:srgbClr val="000000"/>
                </a:solidFill>
                <a:latin typeface="Calibri"/>
                <a:cs typeface="Calibri"/>
              </a:rPr>
              <a:t>programmers</a:t>
            </a:r>
            <a:r>
              <a:rPr b="0" spc="-70" dirty="0">
                <a:solidFill>
                  <a:srgbClr val="000000"/>
                </a:solidFill>
                <a:latin typeface="Calibri"/>
                <a:cs typeface="Calibri"/>
              </a:rPr>
              <a:t> </a:t>
            </a:r>
            <a:r>
              <a:rPr b="0" dirty="0">
                <a:solidFill>
                  <a:srgbClr val="000000"/>
                </a:solidFill>
                <a:latin typeface="Calibri"/>
                <a:cs typeface="Calibri"/>
              </a:rPr>
              <a:t>write</a:t>
            </a:r>
            <a:r>
              <a:rPr b="0" spc="-35" dirty="0">
                <a:solidFill>
                  <a:srgbClr val="000000"/>
                </a:solidFill>
                <a:latin typeface="Calibri"/>
                <a:cs typeface="Calibri"/>
              </a:rPr>
              <a:t> </a:t>
            </a:r>
            <a:r>
              <a:rPr b="0" dirty="0">
                <a:solidFill>
                  <a:srgbClr val="000000"/>
                </a:solidFill>
                <a:latin typeface="Calibri"/>
                <a:cs typeface="Calibri"/>
              </a:rPr>
              <a:t>code</a:t>
            </a:r>
            <a:r>
              <a:rPr b="0" spc="-45" dirty="0">
                <a:solidFill>
                  <a:srgbClr val="000000"/>
                </a:solidFill>
                <a:latin typeface="Calibri"/>
                <a:cs typeface="Calibri"/>
              </a:rPr>
              <a:t> </a:t>
            </a:r>
            <a:r>
              <a:rPr b="0" dirty="0">
                <a:solidFill>
                  <a:srgbClr val="000000"/>
                </a:solidFill>
                <a:latin typeface="Calibri"/>
                <a:cs typeface="Calibri"/>
              </a:rPr>
              <a:t>without</a:t>
            </a:r>
            <a:r>
              <a:rPr b="0" spc="-50" dirty="0">
                <a:solidFill>
                  <a:srgbClr val="000000"/>
                </a:solidFill>
                <a:latin typeface="Calibri"/>
                <a:cs typeface="Calibri"/>
              </a:rPr>
              <a:t> </a:t>
            </a:r>
            <a:r>
              <a:rPr b="0" spc="-10" dirty="0">
                <a:solidFill>
                  <a:srgbClr val="000000"/>
                </a:solidFill>
                <a:latin typeface="Calibri"/>
                <a:cs typeface="Calibri"/>
              </a:rPr>
              <a:t>bugs. </a:t>
            </a:r>
            <a:r>
              <a:rPr b="0" dirty="0">
                <a:solidFill>
                  <a:srgbClr val="000000"/>
                </a:solidFill>
                <a:latin typeface="Calibri"/>
                <a:cs typeface="Calibri"/>
              </a:rPr>
              <a:t>(It’s</a:t>
            </a:r>
            <a:r>
              <a:rPr b="0" spc="-55" dirty="0">
                <a:solidFill>
                  <a:srgbClr val="000000"/>
                </a:solidFill>
                <a:latin typeface="Calibri"/>
                <a:cs typeface="Calibri"/>
              </a:rPr>
              <a:t> </a:t>
            </a:r>
            <a:r>
              <a:rPr b="0" spc="-10" dirty="0">
                <a:solidFill>
                  <a:srgbClr val="000000"/>
                </a:solidFill>
                <a:latin typeface="Calibri"/>
                <a:cs typeface="Calibri"/>
              </a:rPr>
              <a:t>wrong!!!)</a:t>
            </a:r>
          </a:p>
          <a:p>
            <a:pPr marL="241300" indent="-228600">
              <a:lnSpc>
                <a:spcPct val="100000"/>
              </a:lnSpc>
              <a:spcBef>
                <a:spcPts val="994"/>
              </a:spcBef>
              <a:buFont typeface="Wingdings"/>
              <a:buChar char=""/>
              <a:tabLst>
                <a:tab pos="241300" algn="l"/>
              </a:tabLst>
            </a:pPr>
            <a:r>
              <a:rPr dirty="0">
                <a:solidFill>
                  <a:srgbClr val="000000"/>
                </a:solidFill>
              </a:rPr>
              <a:t>History</a:t>
            </a:r>
            <a:r>
              <a:rPr spc="-70" dirty="0">
                <a:solidFill>
                  <a:srgbClr val="000000"/>
                </a:solidFill>
              </a:rPr>
              <a:t> </a:t>
            </a:r>
            <a:r>
              <a:rPr b="0" dirty="0">
                <a:solidFill>
                  <a:srgbClr val="000000"/>
                </a:solidFill>
                <a:latin typeface="Calibri"/>
                <a:cs typeface="Calibri"/>
              </a:rPr>
              <a:t>says</a:t>
            </a:r>
            <a:r>
              <a:rPr b="0" spc="-70" dirty="0">
                <a:solidFill>
                  <a:srgbClr val="000000"/>
                </a:solidFill>
                <a:latin typeface="Calibri"/>
                <a:cs typeface="Calibri"/>
              </a:rPr>
              <a:t> </a:t>
            </a:r>
            <a:r>
              <a:rPr b="0" dirty="0">
                <a:solidFill>
                  <a:srgbClr val="000000"/>
                </a:solidFill>
                <a:latin typeface="Calibri"/>
                <a:cs typeface="Calibri"/>
              </a:rPr>
              <a:t>that</a:t>
            </a:r>
            <a:r>
              <a:rPr b="0" spc="-55" dirty="0">
                <a:solidFill>
                  <a:srgbClr val="000000"/>
                </a:solidFill>
                <a:latin typeface="Calibri"/>
                <a:cs typeface="Calibri"/>
              </a:rPr>
              <a:t> </a:t>
            </a:r>
            <a:r>
              <a:rPr b="0" dirty="0">
                <a:solidFill>
                  <a:srgbClr val="000000"/>
                </a:solidFill>
                <a:latin typeface="Calibri"/>
                <a:cs typeface="Calibri"/>
              </a:rPr>
              <a:t>even</a:t>
            </a:r>
            <a:r>
              <a:rPr b="0" spc="-50" dirty="0">
                <a:solidFill>
                  <a:srgbClr val="000000"/>
                </a:solidFill>
                <a:latin typeface="Calibri"/>
                <a:cs typeface="Calibri"/>
              </a:rPr>
              <a:t> </a:t>
            </a:r>
            <a:r>
              <a:rPr b="0" dirty="0">
                <a:solidFill>
                  <a:srgbClr val="000000"/>
                </a:solidFill>
                <a:latin typeface="Calibri"/>
                <a:cs typeface="Calibri"/>
              </a:rPr>
              <a:t>well</a:t>
            </a:r>
            <a:r>
              <a:rPr b="0" spc="-50" dirty="0">
                <a:solidFill>
                  <a:srgbClr val="000000"/>
                </a:solidFill>
                <a:latin typeface="Calibri"/>
                <a:cs typeface="Calibri"/>
              </a:rPr>
              <a:t> </a:t>
            </a:r>
            <a:r>
              <a:rPr b="0" dirty="0">
                <a:solidFill>
                  <a:srgbClr val="000000"/>
                </a:solidFill>
                <a:latin typeface="Calibri"/>
                <a:cs typeface="Calibri"/>
              </a:rPr>
              <a:t>written</a:t>
            </a:r>
            <a:r>
              <a:rPr b="0" spc="-30" dirty="0">
                <a:solidFill>
                  <a:srgbClr val="000000"/>
                </a:solidFill>
                <a:latin typeface="Calibri"/>
                <a:cs typeface="Calibri"/>
              </a:rPr>
              <a:t> </a:t>
            </a:r>
            <a:r>
              <a:rPr b="0" spc="-10" dirty="0">
                <a:solidFill>
                  <a:srgbClr val="000000"/>
                </a:solidFill>
                <a:latin typeface="Calibri"/>
                <a:cs typeface="Calibri"/>
              </a:rPr>
              <a:t>programs</a:t>
            </a:r>
            <a:r>
              <a:rPr b="0" spc="-60" dirty="0">
                <a:solidFill>
                  <a:srgbClr val="000000"/>
                </a:solidFill>
                <a:latin typeface="Calibri"/>
                <a:cs typeface="Calibri"/>
              </a:rPr>
              <a:t> </a:t>
            </a:r>
            <a:r>
              <a:rPr b="0" dirty="0">
                <a:solidFill>
                  <a:srgbClr val="000000"/>
                </a:solidFill>
                <a:latin typeface="Calibri"/>
                <a:cs typeface="Calibri"/>
              </a:rPr>
              <a:t>still</a:t>
            </a:r>
            <a:r>
              <a:rPr b="0" spc="-45" dirty="0">
                <a:solidFill>
                  <a:srgbClr val="000000"/>
                </a:solidFill>
                <a:latin typeface="Calibri"/>
                <a:cs typeface="Calibri"/>
              </a:rPr>
              <a:t> </a:t>
            </a:r>
            <a:r>
              <a:rPr b="0" dirty="0">
                <a:solidFill>
                  <a:srgbClr val="000000"/>
                </a:solidFill>
                <a:latin typeface="Calibri"/>
                <a:cs typeface="Calibri"/>
              </a:rPr>
              <a:t>have</a:t>
            </a:r>
            <a:r>
              <a:rPr b="0" spc="-50" dirty="0">
                <a:solidFill>
                  <a:srgbClr val="000000"/>
                </a:solidFill>
                <a:latin typeface="Calibri"/>
                <a:cs typeface="Calibri"/>
              </a:rPr>
              <a:t> </a:t>
            </a:r>
            <a:r>
              <a:rPr b="0" spc="-25" dirty="0">
                <a:solidFill>
                  <a:srgbClr val="000000"/>
                </a:solidFill>
                <a:latin typeface="Calibri"/>
                <a:cs typeface="Calibri"/>
              </a:rPr>
              <a:t>1-</a:t>
            </a:r>
          </a:p>
          <a:p>
            <a:pPr marL="241300">
              <a:lnSpc>
                <a:spcPct val="100000"/>
              </a:lnSpc>
            </a:pPr>
            <a:r>
              <a:rPr b="0" dirty="0">
                <a:solidFill>
                  <a:srgbClr val="000000"/>
                </a:solidFill>
                <a:latin typeface="Calibri"/>
                <a:cs typeface="Calibri"/>
              </a:rPr>
              <a:t>3</a:t>
            </a:r>
            <a:r>
              <a:rPr b="0" spc="-45" dirty="0">
                <a:solidFill>
                  <a:srgbClr val="000000"/>
                </a:solidFill>
                <a:latin typeface="Calibri"/>
                <a:cs typeface="Calibri"/>
              </a:rPr>
              <a:t> </a:t>
            </a:r>
            <a:r>
              <a:rPr b="0" dirty="0">
                <a:solidFill>
                  <a:srgbClr val="000000"/>
                </a:solidFill>
                <a:latin typeface="Calibri"/>
                <a:cs typeface="Calibri"/>
              </a:rPr>
              <a:t>bugs</a:t>
            </a:r>
            <a:r>
              <a:rPr b="0" spc="-40" dirty="0">
                <a:solidFill>
                  <a:srgbClr val="000000"/>
                </a:solidFill>
                <a:latin typeface="Calibri"/>
                <a:cs typeface="Calibri"/>
              </a:rPr>
              <a:t> </a:t>
            </a:r>
            <a:r>
              <a:rPr b="0" dirty="0">
                <a:solidFill>
                  <a:srgbClr val="000000"/>
                </a:solidFill>
                <a:latin typeface="Calibri"/>
                <a:cs typeface="Calibri"/>
              </a:rPr>
              <a:t>per</a:t>
            </a:r>
            <a:r>
              <a:rPr b="0" spc="-40" dirty="0">
                <a:solidFill>
                  <a:srgbClr val="000000"/>
                </a:solidFill>
                <a:latin typeface="Calibri"/>
                <a:cs typeface="Calibri"/>
              </a:rPr>
              <a:t> </a:t>
            </a:r>
            <a:r>
              <a:rPr b="0" dirty="0">
                <a:solidFill>
                  <a:srgbClr val="000000"/>
                </a:solidFill>
                <a:latin typeface="Calibri"/>
                <a:cs typeface="Calibri"/>
              </a:rPr>
              <a:t>hundred</a:t>
            </a:r>
            <a:r>
              <a:rPr b="0" spc="-35" dirty="0">
                <a:solidFill>
                  <a:srgbClr val="000000"/>
                </a:solidFill>
                <a:latin typeface="Calibri"/>
                <a:cs typeface="Calibri"/>
              </a:rPr>
              <a:t> </a:t>
            </a:r>
            <a:r>
              <a:rPr b="0" spc="-10" dirty="0">
                <a:solidFill>
                  <a:srgbClr val="000000"/>
                </a:solidFill>
                <a:latin typeface="Calibri"/>
                <a:cs typeface="Calibri"/>
              </a:rPr>
              <a:t>statements</a:t>
            </a:r>
          </a:p>
          <a:p>
            <a:pPr marL="241300" indent="-228600">
              <a:lnSpc>
                <a:spcPct val="100000"/>
              </a:lnSpc>
              <a:spcBef>
                <a:spcPts val="1000"/>
              </a:spcBef>
              <a:buFont typeface="Wingdings"/>
              <a:buChar char=""/>
              <a:tabLst>
                <a:tab pos="241300" algn="l"/>
              </a:tabLst>
            </a:pPr>
            <a:r>
              <a:rPr b="0" spc="-80" dirty="0">
                <a:solidFill>
                  <a:srgbClr val="000000"/>
                </a:solidFill>
                <a:latin typeface="Calibri"/>
                <a:cs typeface="Calibri"/>
              </a:rPr>
              <a:t>To</a:t>
            </a:r>
            <a:r>
              <a:rPr b="0" spc="-25" dirty="0">
                <a:solidFill>
                  <a:srgbClr val="000000"/>
                </a:solidFill>
                <a:latin typeface="Calibri"/>
                <a:cs typeface="Calibri"/>
              </a:rPr>
              <a:t> </a:t>
            </a:r>
            <a:r>
              <a:rPr b="0" dirty="0">
                <a:solidFill>
                  <a:srgbClr val="000000"/>
                </a:solidFill>
                <a:latin typeface="Calibri"/>
                <a:cs typeface="Calibri"/>
              </a:rPr>
              <a:t>discover</a:t>
            </a:r>
            <a:r>
              <a:rPr b="0" spc="-90" dirty="0">
                <a:solidFill>
                  <a:srgbClr val="000000"/>
                </a:solidFill>
                <a:latin typeface="Calibri"/>
                <a:cs typeface="Calibri"/>
              </a:rPr>
              <a:t> </a:t>
            </a:r>
            <a:r>
              <a:rPr b="0" spc="-10" dirty="0">
                <a:solidFill>
                  <a:srgbClr val="000000"/>
                </a:solidFill>
                <a:latin typeface="Calibri"/>
                <a:cs typeface="Calibri"/>
              </a:rPr>
              <a:t>problems</a:t>
            </a:r>
          </a:p>
          <a:p>
            <a:pPr marL="241300" indent="-228600">
              <a:lnSpc>
                <a:spcPct val="100000"/>
              </a:lnSpc>
              <a:spcBef>
                <a:spcPts val="1005"/>
              </a:spcBef>
              <a:buFont typeface="Wingdings"/>
              <a:buChar char=""/>
              <a:tabLst>
                <a:tab pos="241300" algn="l"/>
              </a:tabLst>
            </a:pPr>
            <a:r>
              <a:rPr b="0" spc="-80" dirty="0">
                <a:solidFill>
                  <a:srgbClr val="000000"/>
                </a:solidFill>
                <a:latin typeface="Calibri"/>
                <a:cs typeface="Calibri"/>
              </a:rPr>
              <a:t>To</a:t>
            </a:r>
            <a:r>
              <a:rPr b="0" spc="-25" dirty="0">
                <a:solidFill>
                  <a:srgbClr val="000000"/>
                </a:solidFill>
                <a:latin typeface="Calibri"/>
                <a:cs typeface="Calibri"/>
              </a:rPr>
              <a:t> </a:t>
            </a:r>
            <a:r>
              <a:rPr b="0" dirty="0">
                <a:solidFill>
                  <a:srgbClr val="000000"/>
                </a:solidFill>
                <a:latin typeface="Calibri"/>
                <a:cs typeface="Calibri"/>
              </a:rPr>
              <a:t>make</a:t>
            </a:r>
            <a:r>
              <a:rPr b="0" spc="-65" dirty="0">
                <a:solidFill>
                  <a:srgbClr val="000000"/>
                </a:solidFill>
                <a:latin typeface="Calibri"/>
                <a:cs typeface="Calibri"/>
              </a:rPr>
              <a:t> </a:t>
            </a:r>
            <a:r>
              <a:rPr b="0" dirty="0">
                <a:solidFill>
                  <a:srgbClr val="000000"/>
                </a:solidFill>
                <a:latin typeface="Calibri"/>
                <a:cs typeface="Calibri"/>
              </a:rPr>
              <a:t>judgment</a:t>
            </a:r>
            <a:r>
              <a:rPr b="0" spc="-45" dirty="0">
                <a:solidFill>
                  <a:srgbClr val="000000"/>
                </a:solidFill>
                <a:latin typeface="Calibri"/>
                <a:cs typeface="Calibri"/>
              </a:rPr>
              <a:t> </a:t>
            </a:r>
            <a:r>
              <a:rPr b="0" dirty="0">
                <a:solidFill>
                  <a:srgbClr val="000000"/>
                </a:solidFill>
                <a:latin typeface="Calibri"/>
                <a:cs typeface="Calibri"/>
              </a:rPr>
              <a:t>about</a:t>
            </a:r>
            <a:r>
              <a:rPr b="0" spc="-45" dirty="0">
                <a:solidFill>
                  <a:srgbClr val="000000"/>
                </a:solidFill>
                <a:latin typeface="Calibri"/>
                <a:cs typeface="Calibri"/>
              </a:rPr>
              <a:t> </a:t>
            </a:r>
            <a:r>
              <a:rPr b="0" dirty="0">
                <a:solidFill>
                  <a:srgbClr val="000000"/>
                </a:solidFill>
                <a:latin typeface="Calibri"/>
                <a:cs typeface="Calibri"/>
              </a:rPr>
              <a:t>quality</a:t>
            </a:r>
            <a:r>
              <a:rPr b="0" spc="-35" dirty="0">
                <a:solidFill>
                  <a:srgbClr val="000000"/>
                </a:solidFill>
                <a:latin typeface="Calibri"/>
                <a:cs typeface="Calibri"/>
              </a:rPr>
              <a:t> </a:t>
            </a:r>
            <a:r>
              <a:rPr b="0" dirty="0">
                <a:solidFill>
                  <a:srgbClr val="000000"/>
                </a:solidFill>
                <a:latin typeface="Calibri"/>
                <a:cs typeface="Calibri"/>
              </a:rPr>
              <a:t>or</a:t>
            </a:r>
            <a:r>
              <a:rPr b="0" spc="-35" dirty="0">
                <a:solidFill>
                  <a:srgbClr val="000000"/>
                </a:solidFill>
                <a:latin typeface="Calibri"/>
                <a:cs typeface="Calibri"/>
              </a:rPr>
              <a:t> </a:t>
            </a:r>
            <a:r>
              <a:rPr b="0" spc="-10" dirty="0">
                <a:solidFill>
                  <a:srgbClr val="000000"/>
                </a:solidFill>
                <a:latin typeface="Calibri"/>
                <a:cs typeface="Calibri"/>
              </a:rPr>
              <a:t>acceptability</a:t>
            </a:r>
          </a:p>
        </p:txBody>
      </p:sp>
      <p:sp>
        <p:nvSpPr>
          <p:cNvPr id="5" name="object 5"/>
          <p:cNvSpPr txBox="1"/>
          <p:nvPr/>
        </p:nvSpPr>
        <p:spPr>
          <a:xfrm>
            <a:off x="6251828" y="176911"/>
            <a:ext cx="1083945" cy="830580"/>
          </a:xfrm>
          <a:prstGeom prst="rect">
            <a:avLst/>
          </a:prstGeom>
        </p:spPr>
        <p:txBody>
          <a:bodyPr vert="horz" wrap="square" lIns="0" tIns="140335" rIns="0" bIns="0" rtlCol="0">
            <a:spAutoFit/>
          </a:bodyPr>
          <a:lstStyle/>
          <a:p>
            <a:pPr marL="12700">
              <a:lnSpc>
                <a:spcPct val="100000"/>
              </a:lnSpc>
              <a:spcBef>
                <a:spcPts val="1105"/>
              </a:spcBef>
            </a:pPr>
            <a:r>
              <a:rPr sz="1800" b="1" dirty="0">
                <a:latin typeface="Calibri"/>
                <a:cs typeface="Calibri"/>
              </a:rPr>
              <a:t>Definition</a:t>
            </a:r>
            <a:r>
              <a:rPr sz="1800" b="1" spc="-60" dirty="0">
                <a:latin typeface="Calibri"/>
                <a:cs typeface="Calibri"/>
              </a:rPr>
              <a:t> </a:t>
            </a:r>
            <a:r>
              <a:rPr sz="1800" b="1" spc="-50" dirty="0">
                <a:latin typeface="Calibri"/>
                <a:cs typeface="Calibri"/>
              </a:rPr>
              <a:t>:</a:t>
            </a:r>
            <a:endParaRPr sz="1800">
              <a:latin typeface="Calibri"/>
              <a:cs typeface="Calibri"/>
            </a:endParaRPr>
          </a:p>
          <a:p>
            <a:pPr marL="12700">
              <a:lnSpc>
                <a:spcPct val="100000"/>
              </a:lnSpc>
              <a:spcBef>
                <a:spcPts val="1010"/>
              </a:spcBef>
            </a:pPr>
            <a:r>
              <a:rPr sz="1800" spc="-10" dirty="0">
                <a:latin typeface="Calibri"/>
                <a:cs typeface="Calibri"/>
              </a:rPr>
              <a:t>“Software</a:t>
            </a:r>
            <a:endParaRPr sz="1800">
              <a:latin typeface="Calibri"/>
              <a:cs typeface="Calibri"/>
            </a:endParaRPr>
          </a:p>
        </p:txBody>
      </p:sp>
      <p:sp>
        <p:nvSpPr>
          <p:cNvPr id="6" name="object 6"/>
          <p:cNvSpPr txBox="1"/>
          <p:nvPr/>
        </p:nvSpPr>
        <p:spPr>
          <a:xfrm>
            <a:off x="7344536" y="707263"/>
            <a:ext cx="961390" cy="299720"/>
          </a:xfrm>
          <a:prstGeom prst="rect">
            <a:avLst/>
          </a:prstGeom>
        </p:spPr>
        <p:txBody>
          <a:bodyPr vert="horz" wrap="square" lIns="0" tIns="12700" rIns="0" bIns="0" rtlCol="0">
            <a:spAutoFit/>
          </a:bodyPr>
          <a:lstStyle/>
          <a:p>
            <a:pPr marL="12700">
              <a:lnSpc>
                <a:spcPct val="100000"/>
              </a:lnSpc>
              <a:spcBef>
                <a:spcPts val="100"/>
              </a:spcBef>
              <a:tabLst>
                <a:tab pos="807720" algn="l"/>
              </a:tabLst>
            </a:pPr>
            <a:r>
              <a:rPr sz="1800" spc="-10" dirty="0">
                <a:latin typeface="Calibri"/>
                <a:cs typeface="Calibri"/>
              </a:rPr>
              <a:t>testing</a:t>
            </a:r>
            <a:r>
              <a:rPr sz="1800" dirty="0">
                <a:latin typeface="Calibri"/>
                <a:cs typeface="Calibri"/>
              </a:rPr>
              <a:t>	</a:t>
            </a:r>
            <a:r>
              <a:rPr sz="1800" spc="-25" dirty="0">
                <a:latin typeface="Calibri"/>
                <a:cs typeface="Calibri"/>
              </a:rPr>
              <a:t>is</a:t>
            </a:r>
            <a:endParaRPr sz="1800">
              <a:latin typeface="Calibri"/>
              <a:cs typeface="Calibri"/>
            </a:endParaRPr>
          </a:p>
        </p:txBody>
      </p:sp>
      <p:sp>
        <p:nvSpPr>
          <p:cNvPr id="7" name="object 7"/>
          <p:cNvSpPr txBox="1"/>
          <p:nvPr/>
        </p:nvSpPr>
        <p:spPr>
          <a:xfrm>
            <a:off x="8446769" y="707263"/>
            <a:ext cx="1972945" cy="299720"/>
          </a:xfrm>
          <a:prstGeom prst="rect">
            <a:avLst/>
          </a:prstGeom>
        </p:spPr>
        <p:txBody>
          <a:bodyPr vert="horz" wrap="square" lIns="0" tIns="12700" rIns="0" bIns="0" rtlCol="0">
            <a:spAutoFit/>
          </a:bodyPr>
          <a:lstStyle/>
          <a:p>
            <a:pPr marL="12700">
              <a:lnSpc>
                <a:spcPct val="100000"/>
              </a:lnSpc>
              <a:spcBef>
                <a:spcPts val="100"/>
              </a:spcBef>
              <a:tabLst>
                <a:tab pos="286385" algn="l"/>
                <a:tab pos="1158240" algn="l"/>
                <a:tab pos="1766570" algn="l"/>
              </a:tabLst>
            </a:pPr>
            <a:r>
              <a:rPr sz="1800" spc="-50" dirty="0">
                <a:latin typeface="Calibri"/>
                <a:cs typeface="Calibri"/>
              </a:rPr>
              <a:t>a</a:t>
            </a:r>
            <a:r>
              <a:rPr sz="1800" dirty="0">
                <a:latin typeface="Calibri"/>
                <a:cs typeface="Calibri"/>
              </a:rPr>
              <a:t>	</a:t>
            </a:r>
            <a:r>
              <a:rPr sz="1800" spc="-10" dirty="0">
                <a:latin typeface="Calibri"/>
                <a:cs typeface="Calibri"/>
              </a:rPr>
              <a:t>process</a:t>
            </a:r>
            <a:r>
              <a:rPr sz="1800" dirty="0">
                <a:latin typeface="Calibri"/>
                <a:cs typeface="Calibri"/>
              </a:rPr>
              <a:t>	</a:t>
            </a:r>
            <a:r>
              <a:rPr sz="1800" spc="-20" dirty="0">
                <a:latin typeface="Calibri"/>
                <a:cs typeface="Calibri"/>
              </a:rPr>
              <a:t>used</a:t>
            </a:r>
            <a:r>
              <a:rPr sz="1800" dirty="0">
                <a:latin typeface="Calibri"/>
                <a:cs typeface="Calibri"/>
              </a:rPr>
              <a:t>	</a:t>
            </a:r>
            <a:r>
              <a:rPr sz="1800" spc="-35" dirty="0">
                <a:latin typeface="Calibri"/>
                <a:cs typeface="Calibri"/>
              </a:rPr>
              <a:t>to</a:t>
            </a:r>
            <a:endParaRPr sz="1800">
              <a:latin typeface="Calibri"/>
              <a:cs typeface="Calibri"/>
            </a:endParaRPr>
          </a:p>
        </p:txBody>
      </p:sp>
      <p:sp>
        <p:nvSpPr>
          <p:cNvPr id="8" name="object 8"/>
          <p:cNvSpPr txBox="1"/>
          <p:nvPr/>
        </p:nvSpPr>
        <p:spPr>
          <a:xfrm>
            <a:off x="10560557" y="707263"/>
            <a:ext cx="1209675" cy="299720"/>
          </a:xfrm>
          <a:prstGeom prst="rect">
            <a:avLst/>
          </a:prstGeom>
        </p:spPr>
        <p:txBody>
          <a:bodyPr vert="horz" wrap="square" lIns="0" tIns="12700" rIns="0" bIns="0" rtlCol="0">
            <a:spAutoFit/>
          </a:bodyPr>
          <a:lstStyle/>
          <a:p>
            <a:pPr marL="12700">
              <a:lnSpc>
                <a:spcPct val="100000"/>
              </a:lnSpc>
              <a:spcBef>
                <a:spcPts val="100"/>
              </a:spcBef>
              <a:tabLst>
                <a:tab pos="885825" algn="l"/>
              </a:tabLst>
            </a:pPr>
            <a:r>
              <a:rPr sz="1800" spc="-10" dirty="0">
                <a:latin typeface="Calibri"/>
                <a:cs typeface="Calibri"/>
              </a:rPr>
              <a:t>identify</a:t>
            </a:r>
            <a:r>
              <a:rPr sz="1800" dirty="0">
                <a:latin typeface="Calibri"/>
                <a:cs typeface="Calibri"/>
              </a:rPr>
              <a:t>	</a:t>
            </a:r>
            <a:r>
              <a:rPr sz="1800" spc="-25" dirty="0">
                <a:latin typeface="Calibri"/>
                <a:cs typeface="Calibri"/>
              </a:rPr>
              <a:t>the</a:t>
            </a:r>
            <a:endParaRPr sz="1800">
              <a:latin typeface="Calibri"/>
              <a:cs typeface="Calibri"/>
            </a:endParaRPr>
          </a:p>
        </p:txBody>
      </p:sp>
      <p:sp>
        <p:nvSpPr>
          <p:cNvPr id="9" name="object 9"/>
          <p:cNvSpPr txBox="1"/>
          <p:nvPr/>
        </p:nvSpPr>
        <p:spPr>
          <a:xfrm>
            <a:off x="7603617" y="981583"/>
            <a:ext cx="4165600" cy="299720"/>
          </a:xfrm>
          <a:prstGeom prst="rect">
            <a:avLst/>
          </a:prstGeom>
        </p:spPr>
        <p:txBody>
          <a:bodyPr vert="horz" wrap="square" lIns="0" tIns="12700" rIns="0" bIns="0" rtlCol="0">
            <a:spAutoFit/>
          </a:bodyPr>
          <a:lstStyle/>
          <a:p>
            <a:pPr marL="12700">
              <a:lnSpc>
                <a:spcPct val="100000"/>
              </a:lnSpc>
              <a:spcBef>
                <a:spcPts val="100"/>
              </a:spcBef>
              <a:tabLst>
                <a:tab pos="1522730" algn="l"/>
                <a:tab pos="1902460" algn="l"/>
                <a:tab pos="2760345" algn="l"/>
                <a:tab pos="3176905" algn="l"/>
              </a:tabLst>
            </a:pPr>
            <a:r>
              <a:rPr sz="1800" spc="-10" dirty="0">
                <a:latin typeface="Calibri"/>
                <a:cs typeface="Calibri"/>
              </a:rPr>
              <a:t>completeness</a:t>
            </a:r>
            <a:r>
              <a:rPr sz="1800" dirty="0">
                <a:latin typeface="Calibri"/>
                <a:cs typeface="Calibri"/>
              </a:rPr>
              <a:t>	</a:t>
            </a:r>
            <a:r>
              <a:rPr sz="1800" spc="-50" dirty="0">
                <a:latin typeface="Calibri"/>
                <a:cs typeface="Calibri"/>
              </a:rPr>
              <a:t>&amp;</a:t>
            </a:r>
            <a:r>
              <a:rPr sz="1800" dirty="0">
                <a:latin typeface="Calibri"/>
                <a:cs typeface="Calibri"/>
              </a:rPr>
              <a:t>	</a:t>
            </a:r>
            <a:r>
              <a:rPr sz="1800" spc="-10" dirty="0">
                <a:latin typeface="Calibri"/>
                <a:cs typeface="Calibri"/>
              </a:rPr>
              <a:t>quality</a:t>
            </a:r>
            <a:r>
              <a:rPr sz="1800" dirty="0">
                <a:latin typeface="Calibri"/>
                <a:cs typeface="Calibri"/>
              </a:rPr>
              <a:t>	</a:t>
            </a:r>
            <a:r>
              <a:rPr sz="1800" spc="-25" dirty="0">
                <a:latin typeface="Calibri"/>
                <a:cs typeface="Calibri"/>
              </a:rPr>
              <a:t>of</a:t>
            </a:r>
            <a:r>
              <a:rPr sz="1800" dirty="0">
                <a:latin typeface="Calibri"/>
                <a:cs typeface="Calibri"/>
              </a:rPr>
              <a:t>	</a:t>
            </a:r>
            <a:r>
              <a:rPr sz="1800" spc="-10" dirty="0">
                <a:latin typeface="Calibri"/>
                <a:cs typeface="Calibri"/>
              </a:rPr>
              <a:t>developed</a:t>
            </a:r>
            <a:endParaRPr sz="1800">
              <a:latin typeface="Calibri"/>
              <a:cs typeface="Calibri"/>
            </a:endParaRPr>
          </a:p>
        </p:txBody>
      </p:sp>
      <p:sp>
        <p:nvSpPr>
          <p:cNvPr id="10" name="object 10"/>
          <p:cNvSpPr txBox="1"/>
          <p:nvPr/>
        </p:nvSpPr>
        <p:spPr>
          <a:xfrm>
            <a:off x="6251828" y="981583"/>
            <a:ext cx="1153160" cy="975360"/>
          </a:xfrm>
          <a:prstGeom prst="rect">
            <a:avLst/>
          </a:prstGeom>
        </p:spPr>
        <p:txBody>
          <a:bodyPr vert="horz" wrap="square" lIns="0" tIns="12700" rIns="0" bIns="0" rtlCol="0">
            <a:spAutoFit/>
          </a:bodyPr>
          <a:lstStyle/>
          <a:p>
            <a:pPr marL="12700" marR="5080">
              <a:lnSpc>
                <a:spcPct val="100000"/>
              </a:lnSpc>
              <a:spcBef>
                <a:spcPts val="100"/>
              </a:spcBef>
            </a:pPr>
            <a:r>
              <a:rPr sz="1800" spc="-10" dirty="0">
                <a:latin typeface="Calibri"/>
                <a:cs typeface="Calibri"/>
              </a:rPr>
              <a:t>correctness, software”</a:t>
            </a:r>
            <a:endParaRPr sz="1800">
              <a:latin typeface="Calibri"/>
              <a:cs typeface="Calibri"/>
            </a:endParaRPr>
          </a:p>
          <a:p>
            <a:pPr marL="12700">
              <a:lnSpc>
                <a:spcPct val="100000"/>
              </a:lnSpc>
              <a:spcBef>
                <a:spcPts val="994"/>
              </a:spcBef>
            </a:pPr>
            <a:r>
              <a:rPr sz="1800" spc="-25" dirty="0">
                <a:latin typeface="Calibri"/>
                <a:cs typeface="Calibri"/>
              </a:rPr>
              <a:t>OR</a:t>
            </a:r>
            <a:endParaRPr sz="1800">
              <a:latin typeface="Calibri"/>
              <a:cs typeface="Calibri"/>
            </a:endParaRPr>
          </a:p>
        </p:txBody>
      </p:sp>
      <p:sp>
        <p:nvSpPr>
          <p:cNvPr id="11" name="object 11"/>
          <p:cNvSpPr txBox="1"/>
          <p:nvPr/>
        </p:nvSpPr>
        <p:spPr>
          <a:xfrm>
            <a:off x="6251828" y="2057780"/>
            <a:ext cx="5520055" cy="1800225"/>
          </a:xfrm>
          <a:prstGeom prst="rect">
            <a:avLst/>
          </a:prstGeom>
        </p:spPr>
        <p:txBody>
          <a:bodyPr vert="horz" wrap="square" lIns="0" tIns="12700" rIns="0" bIns="0" rtlCol="0">
            <a:spAutoFit/>
          </a:bodyPr>
          <a:lstStyle/>
          <a:p>
            <a:pPr marL="12700" marR="6350" algn="just">
              <a:lnSpc>
                <a:spcPct val="100000"/>
              </a:lnSpc>
              <a:spcBef>
                <a:spcPts val="100"/>
              </a:spcBef>
            </a:pPr>
            <a:r>
              <a:rPr sz="1800" spc="-20" dirty="0">
                <a:latin typeface="Calibri"/>
                <a:cs typeface="Calibri"/>
              </a:rPr>
              <a:t>Testing</a:t>
            </a:r>
            <a:r>
              <a:rPr sz="1800" spc="-10" dirty="0">
                <a:latin typeface="Calibri"/>
                <a:cs typeface="Calibri"/>
              </a:rPr>
              <a:t> </a:t>
            </a:r>
            <a:r>
              <a:rPr sz="1800" dirty="0">
                <a:latin typeface="Calibri"/>
                <a:cs typeface="Calibri"/>
              </a:rPr>
              <a:t>is</a:t>
            </a:r>
            <a:r>
              <a:rPr sz="1800" spc="-5" dirty="0">
                <a:latin typeface="Calibri"/>
                <a:cs typeface="Calibri"/>
              </a:rPr>
              <a:t> </a:t>
            </a:r>
            <a:r>
              <a:rPr sz="1800" dirty="0">
                <a:latin typeface="Calibri"/>
                <a:cs typeface="Calibri"/>
              </a:rPr>
              <a:t>the process</a:t>
            </a:r>
            <a:r>
              <a:rPr sz="1800" spc="-5" dirty="0">
                <a:latin typeface="Calibri"/>
                <a:cs typeface="Calibri"/>
              </a:rPr>
              <a:t> </a:t>
            </a:r>
            <a:r>
              <a:rPr sz="1800" dirty="0">
                <a:latin typeface="Calibri"/>
                <a:cs typeface="Calibri"/>
              </a:rPr>
              <a:t>of</a:t>
            </a:r>
            <a:r>
              <a:rPr sz="1800" spc="-10" dirty="0">
                <a:latin typeface="Calibri"/>
                <a:cs typeface="Calibri"/>
              </a:rPr>
              <a:t> exercising</a:t>
            </a:r>
            <a:r>
              <a:rPr sz="1800" spc="-5" dirty="0">
                <a:latin typeface="Calibri"/>
                <a:cs typeface="Calibri"/>
              </a:rPr>
              <a:t> </a:t>
            </a:r>
            <a:r>
              <a:rPr sz="1800" dirty="0">
                <a:latin typeface="Calibri"/>
                <a:cs typeface="Calibri"/>
              </a:rPr>
              <a:t>and</a:t>
            </a:r>
            <a:r>
              <a:rPr sz="1800" spc="5" dirty="0">
                <a:latin typeface="Calibri"/>
                <a:cs typeface="Calibri"/>
              </a:rPr>
              <a:t> </a:t>
            </a:r>
            <a:r>
              <a:rPr sz="1800" dirty="0">
                <a:latin typeface="Calibri"/>
                <a:cs typeface="Calibri"/>
              </a:rPr>
              <a:t>evaluating a</a:t>
            </a:r>
            <a:r>
              <a:rPr sz="1800" spc="-10" dirty="0">
                <a:latin typeface="Calibri"/>
                <a:cs typeface="Calibri"/>
              </a:rPr>
              <a:t> system </a:t>
            </a:r>
            <a:r>
              <a:rPr sz="1800" dirty="0">
                <a:latin typeface="Calibri"/>
                <a:cs typeface="Calibri"/>
              </a:rPr>
              <a:t>or</a:t>
            </a:r>
            <a:r>
              <a:rPr sz="1800" spc="140" dirty="0">
                <a:latin typeface="Calibri"/>
                <a:cs typeface="Calibri"/>
              </a:rPr>
              <a:t> </a:t>
            </a:r>
            <a:r>
              <a:rPr sz="1800" dirty="0">
                <a:latin typeface="Calibri"/>
                <a:cs typeface="Calibri"/>
              </a:rPr>
              <a:t>system</a:t>
            </a:r>
            <a:r>
              <a:rPr sz="1800" spc="145" dirty="0">
                <a:latin typeface="Calibri"/>
                <a:cs typeface="Calibri"/>
              </a:rPr>
              <a:t> </a:t>
            </a:r>
            <a:r>
              <a:rPr sz="1800" dirty="0">
                <a:latin typeface="Calibri"/>
                <a:cs typeface="Calibri"/>
              </a:rPr>
              <a:t>component</a:t>
            </a:r>
            <a:r>
              <a:rPr sz="1800" spc="150" dirty="0">
                <a:latin typeface="Calibri"/>
                <a:cs typeface="Calibri"/>
              </a:rPr>
              <a:t> </a:t>
            </a:r>
            <a:r>
              <a:rPr sz="1800" dirty="0">
                <a:latin typeface="Calibri"/>
                <a:cs typeface="Calibri"/>
              </a:rPr>
              <a:t>by</a:t>
            </a:r>
            <a:r>
              <a:rPr sz="1800" spc="145" dirty="0">
                <a:latin typeface="Calibri"/>
                <a:cs typeface="Calibri"/>
              </a:rPr>
              <a:t> </a:t>
            </a:r>
            <a:r>
              <a:rPr sz="1800" dirty="0">
                <a:latin typeface="Calibri"/>
                <a:cs typeface="Calibri"/>
              </a:rPr>
              <a:t>manual</a:t>
            </a:r>
            <a:r>
              <a:rPr sz="1800" spc="145" dirty="0">
                <a:latin typeface="Calibri"/>
                <a:cs typeface="Calibri"/>
              </a:rPr>
              <a:t> </a:t>
            </a:r>
            <a:r>
              <a:rPr sz="1800" dirty="0">
                <a:latin typeface="Calibri"/>
                <a:cs typeface="Calibri"/>
              </a:rPr>
              <a:t>or</a:t>
            </a:r>
            <a:r>
              <a:rPr sz="1800" spc="155" dirty="0">
                <a:latin typeface="Calibri"/>
                <a:cs typeface="Calibri"/>
              </a:rPr>
              <a:t> </a:t>
            </a:r>
            <a:r>
              <a:rPr sz="1800" dirty="0">
                <a:latin typeface="Calibri"/>
                <a:cs typeface="Calibri"/>
              </a:rPr>
              <a:t>automated</a:t>
            </a:r>
            <a:r>
              <a:rPr sz="1800" spc="155" dirty="0">
                <a:latin typeface="Calibri"/>
                <a:cs typeface="Calibri"/>
              </a:rPr>
              <a:t> </a:t>
            </a:r>
            <a:r>
              <a:rPr sz="1800" dirty="0">
                <a:latin typeface="Calibri"/>
                <a:cs typeface="Calibri"/>
              </a:rPr>
              <a:t>means</a:t>
            </a:r>
            <a:r>
              <a:rPr sz="1800" spc="150" dirty="0">
                <a:latin typeface="Calibri"/>
                <a:cs typeface="Calibri"/>
              </a:rPr>
              <a:t> </a:t>
            </a:r>
            <a:r>
              <a:rPr sz="1800" spc="-25" dirty="0">
                <a:latin typeface="Calibri"/>
                <a:cs typeface="Calibri"/>
              </a:rPr>
              <a:t>to </a:t>
            </a:r>
            <a:r>
              <a:rPr sz="1800" dirty="0">
                <a:latin typeface="Calibri"/>
                <a:cs typeface="Calibri"/>
              </a:rPr>
              <a:t>verify</a:t>
            </a:r>
            <a:r>
              <a:rPr sz="1800" spc="-70" dirty="0">
                <a:latin typeface="Calibri"/>
                <a:cs typeface="Calibri"/>
              </a:rPr>
              <a:t> </a:t>
            </a:r>
            <a:r>
              <a:rPr sz="1800" dirty="0">
                <a:latin typeface="Calibri"/>
                <a:cs typeface="Calibri"/>
              </a:rPr>
              <a:t>that</a:t>
            </a:r>
            <a:r>
              <a:rPr sz="1800" spc="-55" dirty="0">
                <a:latin typeface="Calibri"/>
                <a:cs typeface="Calibri"/>
              </a:rPr>
              <a:t> </a:t>
            </a:r>
            <a:r>
              <a:rPr sz="1800" dirty="0">
                <a:latin typeface="Calibri"/>
                <a:cs typeface="Calibri"/>
              </a:rPr>
              <a:t>it</a:t>
            </a:r>
            <a:r>
              <a:rPr sz="1800" spc="-40" dirty="0">
                <a:latin typeface="Calibri"/>
                <a:cs typeface="Calibri"/>
              </a:rPr>
              <a:t> </a:t>
            </a:r>
            <a:r>
              <a:rPr sz="1800" dirty="0">
                <a:latin typeface="Calibri"/>
                <a:cs typeface="Calibri"/>
              </a:rPr>
              <a:t>satisfies</a:t>
            </a:r>
            <a:r>
              <a:rPr sz="1800" spc="-70" dirty="0">
                <a:latin typeface="Calibri"/>
                <a:cs typeface="Calibri"/>
              </a:rPr>
              <a:t> </a:t>
            </a:r>
            <a:r>
              <a:rPr sz="1800" dirty="0">
                <a:latin typeface="Calibri"/>
                <a:cs typeface="Calibri"/>
              </a:rPr>
              <a:t>specified</a:t>
            </a:r>
            <a:r>
              <a:rPr sz="1800" spc="-30" dirty="0">
                <a:latin typeface="Calibri"/>
                <a:cs typeface="Calibri"/>
              </a:rPr>
              <a:t> </a:t>
            </a:r>
            <a:r>
              <a:rPr sz="1800" spc="-10" dirty="0">
                <a:latin typeface="Calibri"/>
                <a:cs typeface="Calibri"/>
              </a:rPr>
              <a:t>requirements.</a:t>
            </a:r>
            <a:endParaRPr sz="1800">
              <a:latin typeface="Calibri"/>
              <a:cs typeface="Calibri"/>
            </a:endParaRPr>
          </a:p>
          <a:p>
            <a:pPr marL="12700" marR="5080" algn="just">
              <a:lnSpc>
                <a:spcPct val="100000"/>
              </a:lnSpc>
              <a:spcBef>
                <a:spcPts val="1005"/>
              </a:spcBef>
            </a:pPr>
            <a:r>
              <a:rPr sz="1800" dirty="0">
                <a:latin typeface="Calibri"/>
                <a:cs typeface="Calibri"/>
              </a:rPr>
              <a:t>Primary</a:t>
            </a:r>
            <a:r>
              <a:rPr sz="1800" spc="425" dirty="0">
                <a:latin typeface="Calibri"/>
                <a:cs typeface="Calibri"/>
              </a:rPr>
              <a:t> </a:t>
            </a:r>
            <a:r>
              <a:rPr sz="1800" dirty="0">
                <a:latin typeface="Calibri"/>
                <a:cs typeface="Calibri"/>
              </a:rPr>
              <a:t>role</a:t>
            </a:r>
            <a:r>
              <a:rPr sz="1800" spc="430" dirty="0">
                <a:latin typeface="Calibri"/>
                <a:cs typeface="Calibri"/>
              </a:rPr>
              <a:t> </a:t>
            </a:r>
            <a:r>
              <a:rPr sz="1800" dirty="0">
                <a:latin typeface="Calibri"/>
                <a:cs typeface="Calibri"/>
              </a:rPr>
              <a:t>of</a:t>
            </a:r>
            <a:r>
              <a:rPr sz="1800" spc="430" dirty="0">
                <a:latin typeface="Calibri"/>
                <a:cs typeface="Calibri"/>
              </a:rPr>
              <a:t> </a:t>
            </a:r>
            <a:r>
              <a:rPr sz="1800" dirty="0">
                <a:latin typeface="Calibri"/>
                <a:cs typeface="Calibri"/>
              </a:rPr>
              <a:t>testing</a:t>
            </a:r>
            <a:r>
              <a:rPr sz="1800" spc="434" dirty="0">
                <a:latin typeface="Calibri"/>
                <a:cs typeface="Calibri"/>
              </a:rPr>
              <a:t> </a:t>
            </a:r>
            <a:r>
              <a:rPr sz="1800" dirty="0">
                <a:latin typeface="Calibri"/>
                <a:cs typeface="Calibri"/>
              </a:rPr>
              <a:t>is</a:t>
            </a:r>
            <a:r>
              <a:rPr sz="1800" spc="430" dirty="0">
                <a:latin typeface="Calibri"/>
                <a:cs typeface="Calibri"/>
              </a:rPr>
              <a:t> </a:t>
            </a:r>
            <a:r>
              <a:rPr sz="1800" dirty="0">
                <a:latin typeface="Calibri"/>
                <a:cs typeface="Calibri"/>
              </a:rPr>
              <a:t>not</a:t>
            </a:r>
            <a:r>
              <a:rPr sz="1800" spc="425" dirty="0">
                <a:latin typeface="Calibri"/>
                <a:cs typeface="Calibri"/>
              </a:rPr>
              <a:t> </a:t>
            </a:r>
            <a:r>
              <a:rPr sz="1800" dirty="0">
                <a:latin typeface="Calibri"/>
                <a:cs typeface="Calibri"/>
              </a:rPr>
              <a:t>demonstration</a:t>
            </a:r>
            <a:r>
              <a:rPr sz="1800" spc="430" dirty="0">
                <a:latin typeface="Calibri"/>
                <a:cs typeface="Calibri"/>
              </a:rPr>
              <a:t> </a:t>
            </a:r>
            <a:r>
              <a:rPr sz="1800" dirty="0">
                <a:latin typeface="Calibri"/>
                <a:cs typeface="Calibri"/>
              </a:rPr>
              <a:t>of</a:t>
            </a:r>
            <a:r>
              <a:rPr sz="1800" spc="430" dirty="0">
                <a:latin typeface="Calibri"/>
                <a:cs typeface="Calibri"/>
              </a:rPr>
              <a:t> </a:t>
            </a:r>
            <a:r>
              <a:rPr sz="1800" spc="-10" dirty="0">
                <a:latin typeface="Calibri"/>
                <a:cs typeface="Calibri"/>
              </a:rPr>
              <a:t>correct </a:t>
            </a:r>
            <a:r>
              <a:rPr sz="1800" dirty="0">
                <a:latin typeface="Calibri"/>
                <a:cs typeface="Calibri"/>
              </a:rPr>
              <a:t>performance,</a:t>
            </a:r>
            <a:r>
              <a:rPr sz="1800" spc="200" dirty="0">
                <a:latin typeface="Calibri"/>
                <a:cs typeface="Calibri"/>
              </a:rPr>
              <a:t> </a:t>
            </a:r>
            <a:r>
              <a:rPr sz="1800" dirty="0">
                <a:latin typeface="Calibri"/>
                <a:cs typeface="Calibri"/>
              </a:rPr>
              <a:t>but</a:t>
            </a:r>
            <a:r>
              <a:rPr sz="1800" spc="200" dirty="0">
                <a:latin typeface="Calibri"/>
                <a:cs typeface="Calibri"/>
              </a:rPr>
              <a:t> </a:t>
            </a:r>
            <a:r>
              <a:rPr sz="1800" dirty="0">
                <a:latin typeface="Calibri"/>
                <a:cs typeface="Calibri"/>
              </a:rPr>
              <a:t>the</a:t>
            </a:r>
            <a:r>
              <a:rPr sz="1800" spc="210" dirty="0">
                <a:latin typeface="Calibri"/>
                <a:cs typeface="Calibri"/>
              </a:rPr>
              <a:t> </a:t>
            </a:r>
            <a:r>
              <a:rPr sz="1800" dirty="0">
                <a:latin typeface="Calibri"/>
                <a:cs typeface="Calibri"/>
              </a:rPr>
              <a:t>exposure</a:t>
            </a:r>
            <a:r>
              <a:rPr sz="1800" spc="215" dirty="0">
                <a:latin typeface="Calibri"/>
                <a:cs typeface="Calibri"/>
              </a:rPr>
              <a:t> </a:t>
            </a:r>
            <a:r>
              <a:rPr sz="1800" dirty="0">
                <a:latin typeface="Calibri"/>
                <a:cs typeface="Calibri"/>
              </a:rPr>
              <a:t>of</a:t>
            </a:r>
            <a:r>
              <a:rPr sz="1800" spc="204" dirty="0">
                <a:latin typeface="Calibri"/>
                <a:cs typeface="Calibri"/>
              </a:rPr>
              <a:t> </a:t>
            </a:r>
            <a:r>
              <a:rPr sz="1800" dirty="0">
                <a:latin typeface="Calibri"/>
                <a:cs typeface="Calibri"/>
              </a:rPr>
              <a:t>hidden</a:t>
            </a:r>
            <a:r>
              <a:rPr sz="1800" spc="220" dirty="0">
                <a:latin typeface="Calibri"/>
                <a:cs typeface="Calibri"/>
              </a:rPr>
              <a:t> </a:t>
            </a:r>
            <a:r>
              <a:rPr sz="1800" dirty="0">
                <a:latin typeface="Calibri"/>
                <a:cs typeface="Calibri"/>
              </a:rPr>
              <a:t>defects.</a:t>
            </a:r>
            <a:r>
              <a:rPr sz="1800" spc="200" dirty="0">
                <a:latin typeface="Calibri"/>
                <a:cs typeface="Calibri"/>
              </a:rPr>
              <a:t> </a:t>
            </a:r>
            <a:r>
              <a:rPr sz="1800" dirty="0">
                <a:latin typeface="Calibri"/>
                <a:cs typeface="Calibri"/>
              </a:rPr>
              <a:t>-</a:t>
            </a:r>
            <a:r>
              <a:rPr sz="1800" spc="204" dirty="0">
                <a:latin typeface="Calibri"/>
                <a:cs typeface="Calibri"/>
              </a:rPr>
              <a:t> </a:t>
            </a:r>
            <a:r>
              <a:rPr sz="1800" b="1" i="1" spc="-20" dirty="0">
                <a:solidFill>
                  <a:srgbClr val="2E5496"/>
                </a:solidFill>
                <a:latin typeface="Calibri"/>
                <a:cs typeface="Calibri"/>
              </a:rPr>
              <a:t>Glen </a:t>
            </a:r>
            <a:r>
              <a:rPr sz="1800" b="1" i="1" spc="-10" dirty="0">
                <a:solidFill>
                  <a:srgbClr val="2E5496"/>
                </a:solidFill>
                <a:latin typeface="Calibri"/>
                <a:cs typeface="Calibri"/>
              </a:rPr>
              <a:t>Myers</a:t>
            </a:r>
            <a:endParaRPr sz="180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93242" y="434086"/>
            <a:ext cx="5347970" cy="5580380"/>
          </a:xfrm>
          <a:prstGeom prst="rect">
            <a:avLst/>
          </a:prstGeom>
        </p:spPr>
        <p:txBody>
          <a:bodyPr vert="horz" wrap="square" lIns="0" tIns="140335" rIns="0" bIns="0" rtlCol="0">
            <a:spAutoFit/>
          </a:bodyPr>
          <a:lstStyle/>
          <a:p>
            <a:pPr marL="12700" algn="just">
              <a:lnSpc>
                <a:spcPct val="100000"/>
              </a:lnSpc>
              <a:spcBef>
                <a:spcPts val="1105"/>
              </a:spcBef>
            </a:pPr>
            <a:r>
              <a:rPr sz="1800" b="1" spc="-25" dirty="0">
                <a:latin typeface="Calibri"/>
                <a:cs typeface="Calibri"/>
              </a:rPr>
              <a:t>Testing</a:t>
            </a:r>
            <a:r>
              <a:rPr sz="1800" b="1" spc="-70" dirty="0">
                <a:latin typeface="Calibri"/>
                <a:cs typeface="Calibri"/>
              </a:rPr>
              <a:t> </a:t>
            </a:r>
            <a:r>
              <a:rPr sz="1800" b="1" dirty="0">
                <a:latin typeface="Calibri"/>
                <a:cs typeface="Calibri"/>
              </a:rPr>
              <a:t>Objectives</a:t>
            </a:r>
            <a:r>
              <a:rPr sz="1800" b="1" spc="-45" dirty="0">
                <a:latin typeface="Calibri"/>
                <a:cs typeface="Calibri"/>
              </a:rPr>
              <a:t> </a:t>
            </a:r>
            <a:r>
              <a:rPr sz="1800" b="1" spc="-50" dirty="0">
                <a:latin typeface="Calibri"/>
                <a:cs typeface="Calibri"/>
              </a:rPr>
              <a:t>:</a:t>
            </a:r>
            <a:endParaRPr sz="1800">
              <a:latin typeface="Calibri"/>
              <a:cs typeface="Calibri"/>
            </a:endParaRPr>
          </a:p>
          <a:p>
            <a:pPr marL="12700" marR="6985" indent="203835" algn="just">
              <a:lnSpc>
                <a:spcPct val="100000"/>
              </a:lnSpc>
              <a:spcBef>
                <a:spcPts val="1010"/>
              </a:spcBef>
              <a:buChar char="•"/>
              <a:tabLst>
                <a:tab pos="216535" algn="l"/>
              </a:tabLst>
            </a:pPr>
            <a:r>
              <a:rPr sz="1800" dirty="0">
                <a:latin typeface="Calibri"/>
                <a:cs typeface="Calibri"/>
              </a:rPr>
              <a:t>Testing</a:t>
            </a:r>
            <a:r>
              <a:rPr sz="1800" spc="220" dirty="0">
                <a:latin typeface="Calibri"/>
                <a:cs typeface="Calibri"/>
              </a:rPr>
              <a:t> </a:t>
            </a:r>
            <a:r>
              <a:rPr sz="1800" dirty="0">
                <a:latin typeface="Calibri"/>
                <a:cs typeface="Calibri"/>
              </a:rPr>
              <a:t>is</a:t>
            </a:r>
            <a:r>
              <a:rPr sz="1800" spc="225" dirty="0">
                <a:latin typeface="Calibri"/>
                <a:cs typeface="Calibri"/>
              </a:rPr>
              <a:t> </a:t>
            </a:r>
            <a:r>
              <a:rPr sz="1800" dirty="0">
                <a:latin typeface="Calibri"/>
                <a:cs typeface="Calibri"/>
              </a:rPr>
              <a:t>a</a:t>
            </a:r>
            <a:r>
              <a:rPr sz="1800" spc="235" dirty="0">
                <a:latin typeface="Calibri"/>
                <a:cs typeface="Calibri"/>
              </a:rPr>
              <a:t> </a:t>
            </a:r>
            <a:r>
              <a:rPr sz="1800" dirty="0">
                <a:latin typeface="Calibri"/>
                <a:cs typeface="Calibri"/>
              </a:rPr>
              <a:t>process</a:t>
            </a:r>
            <a:r>
              <a:rPr sz="1800" spc="229" dirty="0">
                <a:latin typeface="Calibri"/>
                <a:cs typeface="Calibri"/>
              </a:rPr>
              <a:t> </a:t>
            </a:r>
            <a:r>
              <a:rPr sz="1800" dirty="0">
                <a:latin typeface="Calibri"/>
                <a:cs typeface="Calibri"/>
              </a:rPr>
              <a:t>of</a:t>
            </a:r>
            <a:r>
              <a:rPr sz="1800" spc="220" dirty="0">
                <a:latin typeface="Calibri"/>
                <a:cs typeface="Calibri"/>
              </a:rPr>
              <a:t> </a:t>
            </a:r>
            <a:r>
              <a:rPr sz="1800" dirty="0">
                <a:latin typeface="Calibri"/>
                <a:cs typeface="Calibri"/>
              </a:rPr>
              <a:t>executing</a:t>
            </a:r>
            <a:r>
              <a:rPr sz="1800" spc="220" dirty="0">
                <a:latin typeface="Calibri"/>
                <a:cs typeface="Calibri"/>
              </a:rPr>
              <a:t> </a:t>
            </a:r>
            <a:r>
              <a:rPr sz="1800" dirty="0">
                <a:latin typeface="Calibri"/>
                <a:cs typeface="Calibri"/>
              </a:rPr>
              <a:t>a</a:t>
            </a:r>
            <a:r>
              <a:rPr sz="1800" spc="229" dirty="0">
                <a:latin typeface="Calibri"/>
                <a:cs typeface="Calibri"/>
              </a:rPr>
              <a:t> </a:t>
            </a:r>
            <a:r>
              <a:rPr sz="1800" dirty="0">
                <a:latin typeface="Calibri"/>
                <a:cs typeface="Calibri"/>
              </a:rPr>
              <a:t>program</a:t>
            </a:r>
            <a:r>
              <a:rPr sz="1800" spc="235" dirty="0">
                <a:latin typeface="Calibri"/>
                <a:cs typeface="Calibri"/>
              </a:rPr>
              <a:t> </a:t>
            </a:r>
            <a:r>
              <a:rPr sz="1800" dirty="0">
                <a:latin typeface="Calibri"/>
                <a:cs typeface="Calibri"/>
              </a:rPr>
              <a:t>with</a:t>
            </a:r>
            <a:r>
              <a:rPr sz="1800" spc="220" dirty="0">
                <a:latin typeface="Calibri"/>
                <a:cs typeface="Calibri"/>
              </a:rPr>
              <a:t> </a:t>
            </a:r>
            <a:r>
              <a:rPr sz="1800" spc="-25" dirty="0">
                <a:latin typeface="Calibri"/>
                <a:cs typeface="Calibri"/>
              </a:rPr>
              <a:t>the </a:t>
            </a:r>
            <a:r>
              <a:rPr sz="1800" spc="-10" dirty="0">
                <a:latin typeface="Calibri"/>
                <a:cs typeface="Calibri"/>
              </a:rPr>
              <a:t>intention</a:t>
            </a:r>
            <a:r>
              <a:rPr sz="1800" spc="-25" dirty="0">
                <a:latin typeface="Calibri"/>
                <a:cs typeface="Calibri"/>
              </a:rPr>
              <a:t> </a:t>
            </a:r>
            <a:r>
              <a:rPr sz="1800" dirty="0">
                <a:latin typeface="Calibri"/>
                <a:cs typeface="Calibri"/>
              </a:rPr>
              <a:t>of</a:t>
            </a:r>
            <a:r>
              <a:rPr sz="1800" spc="-20" dirty="0">
                <a:latin typeface="Calibri"/>
                <a:cs typeface="Calibri"/>
              </a:rPr>
              <a:t> </a:t>
            </a:r>
            <a:r>
              <a:rPr sz="1800" dirty="0">
                <a:latin typeface="Calibri"/>
                <a:cs typeface="Calibri"/>
              </a:rPr>
              <a:t>finding</a:t>
            </a:r>
            <a:r>
              <a:rPr sz="1800" spc="-20" dirty="0">
                <a:latin typeface="Calibri"/>
                <a:cs typeface="Calibri"/>
              </a:rPr>
              <a:t> </a:t>
            </a:r>
            <a:r>
              <a:rPr sz="1800" spc="-10" dirty="0">
                <a:latin typeface="Calibri"/>
                <a:cs typeface="Calibri"/>
              </a:rPr>
              <a:t>Errors.</a:t>
            </a:r>
            <a:endParaRPr sz="1800">
              <a:latin typeface="Calibri"/>
              <a:cs typeface="Calibri"/>
            </a:endParaRPr>
          </a:p>
          <a:p>
            <a:pPr marL="12700" marR="5080" indent="182880" algn="just">
              <a:lnSpc>
                <a:spcPct val="100000"/>
              </a:lnSpc>
              <a:spcBef>
                <a:spcPts val="994"/>
              </a:spcBef>
              <a:buChar char="•"/>
              <a:tabLst>
                <a:tab pos="195580" algn="l"/>
              </a:tabLst>
            </a:pPr>
            <a:r>
              <a:rPr sz="1800" dirty="0">
                <a:latin typeface="Calibri"/>
                <a:cs typeface="Calibri"/>
              </a:rPr>
              <a:t>Establishing</a:t>
            </a:r>
            <a:r>
              <a:rPr sz="1800" spc="70" dirty="0">
                <a:latin typeface="Calibri"/>
                <a:cs typeface="Calibri"/>
              </a:rPr>
              <a:t> </a:t>
            </a:r>
            <a:r>
              <a:rPr sz="1800" dirty="0">
                <a:latin typeface="Calibri"/>
                <a:cs typeface="Calibri"/>
              </a:rPr>
              <a:t>confidence</a:t>
            </a:r>
            <a:r>
              <a:rPr sz="1800" spc="85" dirty="0">
                <a:latin typeface="Calibri"/>
                <a:cs typeface="Calibri"/>
              </a:rPr>
              <a:t> </a:t>
            </a:r>
            <a:r>
              <a:rPr sz="1800" dirty="0">
                <a:latin typeface="Calibri"/>
                <a:cs typeface="Calibri"/>
              </a:rPr>
              <a:t>that</a:t>
            </a:r>
            <a:r>
              <a:rPr sz="1800" spc="65" dirty="0">
                <a:latin typeface="Calibri"/>
                <a:cs typeface="Calibri"/>
              </a:rPr>
              <a:t> </a:t>
            </a:r>
            <a:r>
              <a:rPr sz="1800" dirty="0">
                <a:latin typeface="Calibri"/>
                <a:cs typeface="Calibri"/>
              </a:rPr>
              <a:t>a</a:t>
            </a:r>
            <a:r>
              <a:rPr sz="1800" spc="85" dirty="0">
                <a:latin typeface="Calibri"/>
                <a:cs typeface="Calibri"/>
              </a:rPr>
              <a:t> </a:t>
            </a:r>
            <a:r>
              <a:rPr sz="1800" dirty="0">
                <a:latin typeface="Calibri"/>
                <a:cs typeface="Calibri"/>
              </a:rPr>
              <a:t>program</a:t>
            </a:r>
            <a:r>
              <a:rPr sz="1800" spc="70" dirty="0">
                <a:latin typeface="Calibri"/>
                <a:cs typeface="Calibri"/>
              </a:rPr>
              <a:t> </a:t>
            </a:r>
            <a:r>
              <a:rPr sz="1800" dirty="0">
                <a:latin typeface="Calibri"/>
                <a:cs typeface="Calibri"/>
              </a:rPr>
              <a:t>does</a:t>
            </a:r>
            <a:r>
              <a:rPr sz="1800" spc="65" dirty="0">
                <a:latin typeface="Calibri"/>
                <a:cs typeface="Calibri"/>
              </a:rPr>
              <a:t> </a:t>
            </a:r>
            <a:r>
              <a:rPr sz="1800" dirty="0">
                <a:latin typeface="Calibri"/>
                <a:cs typeface="Calibri"/>
              </a:rPr>
              <a:t>what</a:t>
            </a:r>
            <a:r>
              <a:rPr sz="1800" spc="70" dirty="0">
                <a:latin typeface="Calibri"/>
                <a:cs typeface="Calibri"/>
              </a:rPr>
              <a:t> </a:t>
            </a:r>
            <a:r>
              <a:rPr sz="1800" dirty="0">
                <a:latin typeface="Calibri"/>
                <a:cs typeface="Calibri"/>
              </a:rPr>
              <a:t>it</a:t>
            </a:r>
            <a:r>
              <a:rPr sz="1800" spc="80" dirty="0">
                <a:latin typeface="Calibri"/>
                <a:cs typeface="Calibri"/>
              </a:rPr>
              <a:t> </a:t>
            </a:r>
            <a:r>
              <a:rPr sz="1800" spc="-25" dirty="0">
                <a:latin typeface="Calibri"/>
                <a:cs typeface="Calibri"/>
              </a:rPr>
              <a:t>is </a:t>
            </a:r>
            <a:r>
              <a:rPr sz="1800" dirty="0">
                <a:latin typeface="Calibri"/>
                <a:cs typeface="Calibri"/>
              </a:rPr>
              <a:t>supposed</a:t>
            </a:r>
            <a:r>
              <a:rPr sz="1800" spc="75" dirty="0">
                <a:latin typeface="Calibri"/>
                <a:cs typeface="Calibri"/>
              </a:rPr>
              <a:t>  </a:t>
            </a:r>
            <a:r>
              <a:rPr sz="1800" dirty="0">
                <a:latin typeface="Calibri"/>
                <a:cs typeface="Calibri"/>
              </a:rPr>
              <a:t>to</a:t>
            </a:r>
            <a:r>
              <a:rPr sz="1800" spc="75" dirty="0">
                <a:latin typeface="Calibri"/>
                <a:cs typeface="Calibri"/>
              </a:rPr>
              <a:t>  </a:t>
            </a:r>
            <a:r>
              <a:rPr sz="1800" dirty="0">
                <a:latin typeface="Calibri"/>
                <a:cs typeface="Calibri"/>
              </a:rPr>
              <a:t>do.</a:t>
            </a:r>
            <a:r>
              <a:rPr sz="1800" spc="80" dirty="0">
                <a:latin typeface="Calibri"/>
                <a:cs typeface="Calibri"/>
              </a:rPr>
              <a:t>  </a:t>
            </a:r>
            <a:r>
              <a:rPr sz="1800" dirty="0">
                <a:latin typeface="Calibri"/>
                <a:cs typeface="Calibri"/>
              </a:rPr>
              <a:t>It</a:t>
            </a:r>
            <a:r>
              <a:rPr sz="1800" spc="75" dirty="0">
                <a:latin typeface="Calibri"/>
                <a:cs typeface="Calibri"/>
              </a:rPr>
              <a:t>  </a:t>
            </a:r>
            <a:r>
              <a:rPr sz="1800" dirty="0">
                <a:latin typeface="Calibri"/>
                <a:cs typeface="Calibri"/>
              </a:rPr>
              <a:t>is</a:t>
            </a:r>
            <a:r>
              <a:rPr sz="1800" spc="80" dirty="0">
                <a:latin typeface="Calibri"/>
                <a:cs typeface="Calibri"/>
              </a:rPr>
              <a:t>  </a:t>
            </a:r>
            <a:r>
              <a:rPr sz="1800" dirty="0">
                <a:latin typeface="Calibri"/>
                <a:cs typeface="Calibri"/>
              </a:rPr>
              <a:t>the</a:t>
            </a:r>
            <a:r>
              <a:rPr sz="1800" spc="75" dirty="0">
                <a:latin typeface="Calibri"/>
                <a:cs typeface="Calibri"/>
              </a:rPr>
              <a:t>  </a:t>
            </a:r>
            <a:r>
              <a:rPr sz="1800" dirty="0">
                <a:latin typeface="Calibri"/>
                <a:cs typeface="Calibri"/>
              </a:rPr>
              <a:t>measurement</a:t>
            </a:r>
            <a:r>
              <a:rPr sz="1800" spc="80" dirty="0">
                <a:latin typeface="Calibri"/>
                <a:cs typeface="Calibri"/>
              </a:rPr>
              <a:t>  </a:t>
            </a:r>
            <a:r>
              <a:rPr sz="1800" dirty="0">
                <a:latin typeface="Calibri"/>
                <a:cs typeface="Calibri"/>
              </a:rPr>
              <a:t>of</a:t>
            </a:r>
            <a:r>
              <a:rPr sz="1800" spc="70" dirty="0">
                <a:latin typeface="Calibri"/>
                <a:cs typeface="Calibri"/>
              </a:rPr>
              <a:t>  </a:t>
            </a:r>
            <a:r>
              <a:rPr sz="1800" spc="-10" dirty="0">
                <a:latin typeface="Calibri"/>
                <a:cs typeface="Calibri"/>
              </a:rPr>
              <a:t>Software </a:t>
            </a:r>
            <a:r>
              <a:rPr sz="1800" dirty="0">
                <a:latin typeface="Calibri"/>
                <a:cs typeface="Calibri"/>
              </a:rPr>
              <a:t>Quality</a:t>
            </a:r>
            <a:r>
              <a:rPr sz="1800" spc="90" dirty="0">
                <a:latin typeface="Calibri"/>
                <a:cs typeface="Calibri"/>
              </a:rPr>
              <a:t>  </a:t>
            </a:r>
            <a:r>
              <a:rPr sz="1800" dirty="0">
                <a:latin typeface="Calibri"/>
                <a:cs typeface="Calibri"/>
              </a:rPr>
              <a:t>which</a:t>
            </a:r>
            <a:r>
              <a:rPr sz="1800" spc="105" dirty="0">
                <a:latin typeface="Calibri"/>
                <a:cs typeface="Calibri"/>
              </a:rPr>
              <a:t>  </a:t>
            </a:r>
            <a:r>
              <a:rPr sz="1800" dirty="0">
                <a:latin typeface="Calibri"/>
                <a:cs typeface="Calibri"/>
              </a:rPr>
              <a:t>confirms</a:t>
            </a:r>
            <a:r>
              <a:rPr sz="1800" spc="95" dirty="0">
                <a:latin typeface="Calibri"/>
                <a:cs typeface="Calibri"/>
              </a:rPr>
              <a:t>  </a:t>
            </a:r>
            <a:r>
              <a:rPr sz="1800" dirty="0">
                <a:latin typeface="Calibri"/>
                <a:cs typeface="Calibri"/>
              </a:rPr>
              <a:t>that</a:t>
            </a:r>
            <a:r>
              <a:rPr sz="1800" spc="95" dirty="0">
                <a:latin typeface="Calibri"/>
                <a:cs typeface="Calibri"/>
              </a:rPr>
              <a:t>  </a:t>
            </a:r>
            <a:r>
              <a:rPr sz="1800" dirty="0">
                <a:latin typeface="Calibri"/>
                <a:cs typeface="Calibri"/>
              </a:rPr>
              <a:t>a</a:t>
            </a:r>
            <a:r>
              <a:rPr sz="1800" spc="95" dirty="0">
                <a:latin typeface="Calibri"/>
                <a:cs typeface="Calibri"/>
              </a:rPr>
              <a:t>  </a:t>
            </a:r>
            <a:r>
              <a:rPr sz="1800" dirty="0">
                <a:latin typeface="Calibri"/>
                <a:cs typeface="Calibri"/>
              </a:rPr>
              <a:t>program</a:t>
            </a:r>
            <a:r>
              <a:rPr sz="1800" spc="95" dirty="0">
                <a:latin typeface="Calibri"/>
                <a:cs typeface="Calibri"/>
              </a:rPr>
              <a:t>  </a:t>
            </a:r>
            <a:r>
              <a:rPr sz="1800" dirty="0">
                <a:latin typeface="Calibri"/>
                <a:cs typeface="Calibri"/>
              </a:rPr>
              <a:t>performs</a:t>
            </a:r>
            <a:r>
              <a:rPr sz="1800" spc="95" dirty="0">
                <a:latin typeface="Calibri"/>
                <a:cs typeface="Calibri"/>
              </a:rPr>
              <a:t>  </a:t>
            </a:r>
            <a:r>
              <a:rPr sz="1800" spc="-25" dirty="0">
                <a:latin typeface="Calibri"/>
                <a:cs typeface="Calibri"/>
              </a:rPr>
              <a:t>its </a:t>
            </a:r>
            <a:r>
              <a:rPr sz="1800" dirty="0">
                <a:latin typeface="Calibri"/>
                <a:cs typeface="Calibri"/>
              </a:rPr>
              <a:t>intended</a:t>
            </a:r>
            <a:r>
              <a:rPr sz="1800" spc="-85" dirty="0">
                <a:latin typeface="Calibri"/>
                <a:cs typeface="Calibri"/>
              </a:rPr>
              <a:t> </a:t>
            </a:r>
            <a:r>
              <a:rPr sz="1800" dirty="0">
                <a:latin typeface="Calibri"/>
                <a:cs typeface="Calibri"/>
              </a:rPr>
              <a:t>functions</a:t>
            </a:r>
            <a:r>
              <a:rPr sz="1800" spc="-65" dirty="0">
                <a:latin typeface="Calibri"/>
                <a:cs typeface="Calibri"/>
              </a:rPr>
              <a:t> </a:t>
            </a:r>
            <a:r>
              <a:rPr sz="1800" spc="-10" dirty="0">
                <a:latin typeface="Calibri"/>
                <a:cs typeface="Calibri"/>
              </a:rPr>
              <a:t>correctly.</a:t>
            </a:r>
            <a:endParaRPr sz="1800">
              <a:latin typeface="Calibri"/>
              <a:cs typeface="Calibri"/>
            </a:endParaRPr>
          </a:p>
          <a:p>
            <a:pPr marL="12700" marR="5080" indent="263525" algn="just">
              <a:lnSpc>
                <a:spcPct val="100000"/>
              </a:lnSpc>
              <a:spcBef>
                <a:spcPts val="1000"/>
              </a:spcBef>
              <a:buChar char="•"/>
              <a:tabLst>
                <a:tab pos="276225" algn="l"/>
              </a:tabLst>
            </a:pPr>
            <a:r>
              <a:rPr sz="1800" dirty="0">
                <a:latin typeface="Calibri"/>
                <a:cs typeface="Calibri"/>
              </a:rPr>
              <a:t>Testing</a:t>
            </a:r>
            <a:r>
              <a:rPr sz="1800" spc="120" dirty="0">
                <a:latin typeface="Calibri"/>
                <a:cs typeface="Calibri"/>
              </a:rPr>
              <a:t>  </a:t>
            </a:r>
            <a:r>
              <a:rPr sz="1800" dirty="0">
                <a:latin typeface="Calibri"/>
                <a:cs typeface="Calibri"/>
              </a:rPr>
              <a:t>identify</a:t>
            </a:r>
            <a:r>
              <a:rPr sz="1800" spc="120" dirty="0">
                <a:latin typeface="Calibri"/>
                <a:cs typeface="Calibri"/>
              </a:rPr>
              <a:t>  </a:t>
            </a:r>
            <a:r>
              <a:rPr sz="1800" dirty="0">
                <a:latin typeface="Calibri"/>
                <a:cs typeface="Calibri"/>
              </a:rPr>
              <a:t>difference</a:t>
            </a:r>
            <a:r>
              <a:rPr sz="1800" spc="120" dirty="0">
                <a:latin typeface="Calibri"/>
                <a:cs typeface="Calibri"/>
              </a:rPr>
              <a:t>  </a:t>
            </a:r>
            <a:r>
              <a:rPr sz="1800" dirty="0">
                <a:latin typeface="Calibri"/>
                <a:cs typeface="Calibri"/>
              </a:rPr>
              <a:t>between</a:t>
            </a:r>
            <a:r>
              <a:rPr sz="1800" spc="120" dirty="0">
                <a:latin typeface="Calibri"/>
                <a:cs typeface="Calibri"/>
              </a:rPr>
              <a:t>  </a:t>
            </a:r>
            <a:r>
              <a:rPr sz="1800" dirty="0">
                <a:latin typeface="Calibri"/>
                <a:cs typeface="Calibri"/>
              </a:rPr>
              <a:t>Expected</a:t>
            </a:r>
            <a:r>
              <a:rPr sz="1800" spc="120" dirty="0">
                <a:latin typeface="Calibri"/>
                <a:cs typeface="Calibri"/>
              </a:rPr>
              <a:t>  </a:t>
            </a:r>
            <a:r>
              <a:rPr sz="1800" spc="-25" dirty="0">
                <a:latin typeface="Calibri"/>
                <a:cs typeface="Calibri"/>
              </a:rPr>
              <a:t>and </a:t>
            </a:r>
            <a:r>
              <a:rPr sz="1800" dirty="0">
                <a:latin typeface="Calibri"/>
                <a:cs typeface="Calibri"/>
              </a:rPr>
              <a:t>Actual</a:t>
            </a:r>
            <a:r>
              <a:rPr sz="1800" spc="-5" dirty="0">
                <a:latin typeface="Calibri"/>
                <a:cs typeface="Calibri"/>
              </a:rPr>
              <a:t> </a:t>
            </a:r>
            <a:r>
              <a:rPr sz="1800" dirty="0">
                <a:latin typeface="Calibri"/>
                <a:cs typeface="Calibri"/>
              </a:rPr>
              <a:t>Result. This</a:t>
            </a:r>
            <a:r>
              <a:rPr sz="1800" spc="5" dirty="0">
                <a:latin typeface="Calibri"/>
                <a:cs typeface="Calibri"/>
              </a:rPr>
              <a:t> </a:t>
            </a:r>
            <a:r>
              <a:rPr sz="1800" dirty="0">
                <a:latin typeface="Calibri"/>
                <a:cs typeface="Calibri"/>
              </a:rPr>
              <a:t>is</a:t>
            </a:r>
            <a:r>
              <a:rPr sz="1800" spc="5" dirty="0">
                <a:latin typeface="Calibri"/>
                <a:cs typeface="Calibri"/>
              </a:rPr>
              <a:t> </a:t>
            </a:r>
            <a:r>
              <a:rPr sz="1800" dirty="0">
                <a:latin typeface="Calibri"/>
                <a:cs typeface="Calibri"/>
              </a:rPr>
              <a:t>a process</a:t>
            </a:r>
            <a:r>
              <a:rPr sz="1800" spc="-10" dirty="0">
                <a:latin typeface="Calibri"/>
                <a:cs typeface="Calibri"/>
              </a:rPr>
              <a:t> </a:t>
            </a:r>
            <a:r>
              <a:rPr sz="1800" dirty="0">
                <a:latin typeface="Calibri"/>
                <a:cs typeface="Calibri"/>
              </a:rPr>
              <a:t>of trying</a:t>
            </a:r>
            <a:r>
              <a:rPr sz="1800" spc="5" dirty="0">
                <a:latin typeface="Calibri"/>
                <a:cs typeface="Calibri"/>
              </a:rPr>
              <a:t> </a:t>
            </a:r>
            <a:r>
              <a:rPr sz="1800" dirty="0">
                <a:latin typeface="Calibri"/>
                <a:cs typeface="Calibri"/>
              </a:rPr>
              <a:t>to discover</a:t>
            </a:r>
            <a:r>
              <a:rPr sz="1800" spc="-10" dirty="0">
                <a:latin typeface="Calibri"/>
                <a:cs typeface="Calibri"/>
              </a:rPr>
              <a:t> every conceivable</a:t>
            </a:r>
            <a:r>
              <a:rPr sz="1800" spc="-5" dirty="0">
                <a:latin typeface="Calibri"/>
                <a:cs typeface="Calibri"/>
              </a:rPr>
              <a:t> </a:t>
            </a:r>
            <a:r>
              <a:rPr sz="1800" dirty="0">
                <a:latin typeface="Calibri"/>
                <a:cs typeface="Calibri"/>
              </a:rPr>
              <a:t>fault</a:t>
            </a:r>
            <a:r>
              <a:rPr sz="1800" spc="-20" dirty="0">
                <a:latin typeface="Calibri"/>
                <a:cs typeface="Calibri"/>
              </a:rPr>
              <a:t> </a:t>
            </a:r>
            <a:r>
              <a:rPr sz="1800" dirty="0">
                <a:latin typeface="Calibri"/>
                <a:cs typeface="Calibri"/>
              </a:rPr>
              <a:t>or</a:t>
            </a:r>
            <a:r>
              <a:rPr sz="1800" spc="-30" dirty="0">
                <a:latin typeface="Calibri"/>
                <a:cs typeface="Calibri"/>
              </a:rPr>
              <a:t> </a:t>
            </a:r>
            <a:r>
              <a:rPr sz="1800" dirty="0">
                <a:latin typeface="Calibri"/>
                <a:cs typeface="Calibri"/>
              </a:rPr>
              <a:t>weakness</a:t>
            </a:r>
            <a:r>
              <a:rPr sz="1800" spc="-25" dirty="0">
                <a:latin typeface="Calibri"/>
                <a:cs typeface="Calibri"/>
              </a:rPr>
              <a:t> </a:t>
            </a:r>
            <a:r>
              <a:rPr sz="1800" dirty="0">
                <a:latin typeface="Calibri"/>
                <a:cs typeface="Calibri"/>
              </a:rPr>
              <a:t>in</a:t>
            </a:r>
            <a:r>
              <a:rPr sz="1800" spc="-10" dirty="0">
                <a:latin typeface="Calibri"/>
                <a:cs typeface="Calibri"/>
              </a:rPr>
              <a:t> </a:t>
            </a:r>
            <a:r>
              <a:rPr sz="1800" dirty="0">
                <a:latin typeface="Calibri"/>
                <a:cs typeface="Calibri"/>
              </a:rPr>
              <a:t>a</a:t>
            </a:r>
            <a:r>
              <a:rPr sz="1800" spc="-25" dirty="0">
                <a:latin typeface="Calibri"/>
                <a:cs typeface="Calibri"/>
              </a:rPr>
              <a:t> </a:t>
            </a:r>
            <a:r>
              <a:rPr sz="1800" dirty="0">
                <a:latin typeface="Calibri"/>
                <a:cs typeface="Calibri"/>
              </a:rPr>
              <a:t>work</a:t>
            </a:r>
            <a:r>
              <a:rPr sz="1800" spc="-30" dirty="0">
                <a:latin typeface="Calibri"/>
                <a:cs typeface="Calibri"/>
              </a:rPr>
              <a:t> </a:t>
            </a:r>
            <a:r>
              <a:rPr sz="1800" spc="-10" dirty="0">
                <a:latin typeface="Calibri"/>
                <a:cs typeface="Calibri"/>
              </a:rPr>
              <a:t>product.</a:t>
            </a:r>
            <a:endParaRPr sz="1800">
              <a:latin typeface="Calibri"/>
              <a:cs typeface="Calibri"/>
            </a:endParaRPr>
          </a:p>
          <a:p>
            <a:pPr marL="12700" algn="just">
              <a:lnSpc>
                <a:spcPct val="100000"/>
              </a:lnSpc>
              <a:spcBef>
                <a:spcPts val="1010"/>
              </a:spcBef>
            </a:pPr>
            <a:r>
              <a:rPr sz="1800" b="1" dirty="0">
                <a:latin typeface="Calibri"/>
                <a:cs typeface="Calibri"/>
              </a:rPr>
              <a:t>Benefits</a:t>
            </a:r>
            <a:r>
              <a:rPr sz="1800" b="1" spc="-60" dirty="0">
                <a:latin typeface="Calibri"/>
                <a:cs typeface="Calibri"/>
              </a:rPr>
              <a:t> </a:t>
            </a:r>
            <a:r>
              <a:rPr sz="1800" b="1" dirty="0">
                <a:latin typeface="Calibri"/>
                <a:cs typeface="Calibri"/>
              </a:rPr>
              <a:t>of</a:t>
            </a:r>
            <a:r>
              <a:rPr sz="1800" b="1" spc="-30" dirty="0">
                <a:latin typeface="Calibri"/>
                <a:cs typeface="Calibri"/>
              </a:rPr>
              <a:t> </a:t>
            </a:r>
            <a:r>
              <a:rPr sz="1800" b="1" dirty="0">
                <a:latin typeface="Calibri"/>
                <a:cs typeface="Calibri"/>
              </a:rPr>
              <a:t>Software</a:t>
            </a:r>
            <a:r>
              <a:rPr sz="1800" b="1" spc="-20" dirty="0">
                <a:latin typeface="Calibri"/>
                <a:cs typeface="Calibri"/>
              </a:rPr>
              <a:t> </a:t>
            </a:r>
            <a:r>
              <a:rPr sz="1800" b="1" spc="-25" dirty="0">
                <a:latin typeface="Calibri"/>
                <a:cs typeface="Calibri"/>
              </a:rPr>
              <a:t>Testing</a:t>
            </a:r>
            <a:r>
              <a:rPr sz="1800" b="1" spc="-55" dirty="0">
                <a:latin typeface="Calibri"/>
                <a:cs typeface="Calibri"/>
              </a:rPr>
              <a:t> </a:t>
            </a:r>
            <a:r>
              <a:rPr sz="1800" b="1" spc="-50" dirty="0">
                <a:latin typeface="Calibri"/>
                <a:cs typeface="Calibri"/>
              </a:rPr>
              <a:t>:</a:t>
            </a:r>
            <a:endParaRPr sz="1800">
              <a:latin typeface="Calibri"/>
              <a:cs typeface="Calibri"/>
            </a:endParaRPr>
          </a:p>
          <a:p>
            <a:pPr marL="12700" marR="5080" lvl="1" indent="241935" algn="just">
              <a:lnSpc>
                <a:spcPct val="100000"/>
              </a:lnSpc>
              <a:spcBef>
                <a:spcPts val="994"/>
              </a:spcBef>
              <a:buChar char="•"/>
              <a:tabLst>
                <a:tab pos="254635" algn="l"/>
              </a:tabLst>
            </a:pPr>
            <a:r>
              <a:rPr sz="1800" dirty="0">
                <a:latin typeface="Calibri"/>
                <a:cs typeface="Calibri"/>
              </a:rPr>
              <a:t>Primary</a:t>
            </a:r>
            <a:r>
              <a:rPr sz="1800" spc="155" dirty="0">
                <a:latin typeface="Calibri"/>
                <a:cs typeface="Calibri"/>
              </a:rPr>
              <a:t> </a:t>
            </a:r>
            <a:r>
              <a:rPr sz="1800" dirty="0">
                <a:latin typeface="Calibri"/>
                <a:cs typeface="Calibri"/>
              </a:rPr>
              <a:t>benefit</a:t>
            </a:r>
            <a:r>
              <a:rPr sz="1800" spc="150" dirty="0">
                <a:latin typeface="Calibri"/>
                <a:cs typeface="Calibri"/>
              </a:rPr>
              <a:t> </a:t>
            </a:r>
            <a:r>
              <a:rPr sz="1800" dirty="0">
                <a:latin typeface="Calibri"/>
                <a:cs typeface="Calibri"/>
              </a:rPr>
              <a:t>of</a:t>
            </a:r>
            <a:r>
              <a:rPr sz="1800" spc="160" dirty="0">
                <a:latin typeface="Calibri"/>
                <a:cs typeface="Calibri"/>
              </a:rPr>
              <a:t> </a:t>
            </a:r>
            <a:r>
              <a:rPr sz="1800" dirty="0">
                <a:latin typeface="Calibri"/>
                <a:cs typeface="Calibri"/>
              </a:rPr>
              <a:t>testing</a:t>
            </a:r>
            <a:r>
              <a:rPr sz="1800" spc="160" dirty="0">
                <a:latin typeface="Calibri"/>
                <a:cs typeface="Calibri"/>
              </a:rPr>
              <a:t> </a:t>
            </a:r>
            <a:r>
              <a:rPr sz="1800" dirty="0">
                <a:latin typeface="Calibri"/>
                <a:cs typeface="Calibri"/>
              </a:rPr>
              <a:t>is</a:t>
            </a:r>
            <a:r>
              <a:rPr sz="1800" spc="160" dirty="0">
                <a:latin typeface="Calibri"/>
                <a:cs typeface="Calibri"/>
              </a:rPr>
              <a:t> </a:t>
            </a:r>
            <a:r>
              <a:rPr sz="1800" dirty="0">
                <a:latin typeface="Calibri"/>
                <a:cs typeface="Calibri"/>
              </a:rPr>
              <a:t>-</a:t>
            </a:r>
            <a:r>
              <a:rPr sz="1800" spc="155" dirty="0">
                <a:latin typeface="Calibri"/>
                <a:cs typeface="Calibri"/>
              </a:rPr>
              <a:t> </a:t>
            </a:r>
            <a:r>
              <a:rPr sz="1800" dirty="0">
                <a:latin typeface="Calibri"/>
                <a:cs typeface="Calibri"/>
              </a:rPr>
              <a:t>It</a:t>
            </a:r>
            <a:r>
              <a:rPr sz="1800" spc="155" dirty="0">
                <a:latin typeface="Calibri"/>
                <a:cs typeface="Calibri"/>
              </a:rPr>
              <a:t> </a:t>
            </a:r>
            <a:r>
              <a:rPr sz="1800" dirty="0">
                <a:latin typeface="Calibri"/>
                <a:cs typeface="Calibri"/>
              </a:rPr>
              <a:t>improves</a:t>
            </a:r>
            <a:r>
              <a:rPr sz="1800" spc="160" dirty="0">
                <a:latin typeface="Calibri"/>
                <a:cs typeface="Calibri"/>
              </a:rPr>
              <a:t> </a:t>
            </a:r>
            <a:r>
              <a:rPr sz="1800" dirty="0">
                <a:latin typeface="Calibri"/>
                <a:cs typeface="Calibri"/>
              </a:rPr>
              <a:t>the</a:t>
            </a:r>
            <a:r>
              <a:rPr sz="1800" spc="145" dirty="0">
                <a:latin typeface="Calibri"/>
                <a:cs typeface="Calibri"/>
              </a:rPr>
              <a:t> </a:t>
            </a:r>
            <a:r>
              <a:rPr sz="1800" spc="-10" dirty="0">
                <a:latin typeface="Calibri"/>
                <a:cs typeface="Calibri"/>
              </a:rPr>
              <a:t>Quality </a:t>
            </a:r>
            <a:r>
              <a:rPr sz="1800" dirty="0">
                <a:latin typeface="Calibri"/>
                <a:cs typeface="Calibri"/>
              </a:rPr>
              <a:t>as</a:t>
            </a:r>
            <a:r>
              <a:rPr sz="1800" spc="25" dirty="0">
                <a:latin typeface="Calibri"/>
                <a:cs typeface="Calibri"/>
              </a:rPr>
              <a:t> </a:t>
            </a:r>
            <a:r>
              <a:rPr sz="1800" dirty="0">
                <a:latin typeface="Calibri"/>
                <a:cs typeface="Calibri"/>
              </a:rPr>
              <a:t>testing</a:t>
            </a:r>
            <a:r>
              <a:rPr sz="1800" spc="25" dirty="0">
                <a:latin typeface="Calibri"/>
                <a:cs typeface="Calibri"/>
              </a:rPr>
              <a:t> </a:t>
            </a:r>
            <a:r>
              <a:rPr sz="1800" dirty="0">
                <a:latin typeface="Calibri"/>
                <a:cs typeface="Calibri"/>
              </a:rPr>
              <a:t>looks</a:t>
            </a:r>
            <a:r>
              <a:rPr sz="1800" spc="20" dirty="0">
                <a:latin typeface="Calibri"/>
                <a:cs typeface="Calibri"/>
              </a:rPr>
              <a:t> </a:t>
            </a:r>
            <a:r>
              <a:rPr sz="1800" dirty="0">
                <a:latin typeface="Calibri"/>
                <a:cs typeface="Calibri"/>
              </a:rPr>
              <a:t>for</a:t>
            </a:r>
            <a:r>
              <a:rPr sz="1800" spc="15" dirty="0">
                <a:latin typeface="Calibri"/>
                <a:cs typeface="Calibri"/>
              </a:rPr>
              <a:t> </a:t>
            </a:r>
            <a:r>
              <a:rPr sz="1800" dirty="0">
                <a:latin typeface="Calibri"/>
                <a:cs typeface="Calibri"/>
              </a:rPr>
              <a:t>a</a:t>
            </a:r>
            <a:r>
              <a:rPr sz="1800" spc="20" dirty="0">
                <a:latin typeface="Calibri"/>
                <a:cs typeface="Calibri"/>
              </a:rPr>
              <a:t> </a:t>
            </a:r>
            <a:r>
              <a:rPr sz="1800" dirty="0">
                <a:latin typeface="Calibri"/>
                <a:cs typeface="Calibri"/>
              </a:rPr>
              <a:t>class</a:t>
            </a:r>
            <a:r>
              <a:rPr sz="1800" spc="25" dirty="0">
                <a:latin typeface="Calibri"/>
                <a:cs typeface="Calibri"/>
              </a:rPr>
              <a:t> </a:t>
            </a:r>
            <a:r>
              <a:rPr sz="1800" dirty="0">
                <a:latin typeface="Calibri"/>
                <a:cs typeface="Calibri"/>
              </a:rPr>
              <a:t>of</a:t>
            </a:r>
            <a:r>
              <a:rPr sz="1800" spc="20" dirty="0">
                <a:latin typeface="Calibri"/>
                <a:cs typeface="Calibri"/>
              </a:rPr>
              <a:t> </a:t>
            </a:r>
            <a:r>
              <a:rPr sz="1800" dirty="0">
                <a:latin typeface="Calibri"/>
                <a:cs typeface="Calibri"/>
              </a:rPr>
              <a:t>problems</a:t>
            </a:r>
            <a:r>
              <a:rPr sz="1800" spc="25" dirty="0">
                <a:latin typeface="Calibri"/>
                <a:cs typeface="Calibri"/>
              </a:rPr>
              <a:t> </a:t>
            </a:r>
            <a:r>
              <a:rPr sz="1800" dirty="0">
                <a:latin typeface="Calibri"/>
                <a:cs typeface="Calibri"/>
              </a:rPr>
              <a:t>and</a:t>
            </a:r>
            <a:r>
              <a:rPr sz="1800" spc="30" dirty="0">
                <a:latin typeface="Calibri"/>
                <a:cs typeface="Calibri"/>
              </a:rPr>
              <a:t> </a:t>
            </a:r>
            <a:r>
              <a:rPr sz="1800" dirty="0">
                <a:latin typeface="Calibri"/>
                <a:cs typeface="Calibri"/>
              </a:rPr>
              <a:t>flags</a:t>
            </a:r>
            <a:r>
              <a:rPr sz="1800" spc="30" dirty="0">
                <a:latin typeface="Calibri"/>
                <a:cs typeface="Calibri"/>
              </a:rPr>
              <a:t> </a:t>
            </a:r>
            <a:r>
              <a:rPr sz="1800" dirty="0">
                <a:latin typeface="Calibri"/>
                <a:cs typeface="Calibri"/>
              </a:rPr>
              <a:t>them</a:t>
            </a:r>
            <a:r>
              <a:rPr sz="1800" spc="25" dirty="0">
                <a:latin typeface="Calibri"/>
                <a:cs typeface="Calibri"/>
              </a:rPr>
              <a:t> </a:t>
            </a:r>
            <a:r>
              <a:rPr sz="1800" spc="-25" dirty="0">
                <a:latin typeface="Calibri"/>
                <a:cs typeface="Calibri"/>
              </a:rPr>
              <a:t>as </a:t>
            </a:r>
            <a:r>
              <a:rPr sz="1800" dirty="0">
                <a:latin typeface="Calibri"/>
                <a:cs typeface="Calibri"/>
              </a:rPr>
              <a:t>possible</a:t>
            </a:r>
            <a:r>
              <a:rPr sz="1800" spc="-60" dirty="0">
                <a:latin typeface="Calibri"/>
                <a:cs typeface="Calibri"/>
              </a:rPr>
              <a:t> </a:t>
            </a:r>
            <a:r>
              <a:rPr sz="1800" spc="-10" dirty="0">
                <a:latin typeface="Calibri"/>
                <a:cs typeface="Calibri"/>
              </a:rPr>
              <a:t>candidates</a:t>
            </a:r>
            <a:r>
              <a:rPr sz="1800" spc="-30" dirty="0">
                <a:latin typeface="Calibri"/>
                <a:cs typeface="Calibri"/>
              </a:rPr>
              <a:t> </a:t>
            </a:r>
            <a:r>
              <a:rPr sz="1800" dirty="0">
                <a:latin typeface="Calibri"/>
                <a:cs typeface="Calibri"/>
              </a:rPr>
              <a:t>for</a:t>
            </a:r>
            <a:r>
              <a:rPr sz="1800" spc="-55" dirty="0">
                <a:latin typeface="Calibri"/>
                <a:cs typeface="Calibri"/>
              </a:rPr>
              <a:t> </a:t>
            </a:r>
            <a:r>
              <a:rPr sz="1800" spc="-10" dirty="0">
                <a:latin typeface="Calibri"/>
                <a:cs typeface="Calibri"/>
              </a:rPr>
              <a:t>investigation</a:t>
            </a:r>
            <a:r>
              <a:rPr sz="1800" spc="-50" dirty="0">
                <a:latin typeface="Calibri"/>
                <a:cs typeface="Calibri"/>
              </a:rPr>
              <a:t> </a:t>
            </a:r>
            <a:r>
              <a:rPr sz="1800" dirty="0">
                <a:latin typeface="Calibri"/>
                <a:cs typeface="Calibri"/>
              </a:rPr>
              <a:t>and</a:t>
            </a:r>
            <a:r>
              <a:rPr sz="1800" spc="-35" dirty="0">
                <a:latin typeface="Calibri"/>
                <a:cs typeface="Calibri"/>
              </a:rPr>
              <a:t> </a:t>
            </a:r>
            <a:r>
              <a:rPr sz="1800" spc="-10" dirty="0">
                <a:latin typeface="Calibri"/>
                <a:cs typeface="Calibri"/>
              </a:rPr>
              <a:t>fixes.</a:t>
            </a:r>
            <a:endParaRPr sz="1800">
              <a:latin typeface="Calibri"/>
              <a:cs typeface="Calibri"/>
            </a:endParaRPr>
          </a:p>
          <a:p>
            <a:pPr marL="12700" marR="5715" indent="264795" algn="just">
              <a:lnSpc>
                <a:spcPct val="100000"/>
              </a:lnSpc>
              <a:spcBef>
                <a:spcPts val="1000"/>
              </a:spcBef>
              <a:buChar char="•"/>
              <a:tabLst>
                <a:tab pos="277495" algn="l"/>
              </a:tabLst>
            </a:pPr>
            <a:r>
              <a:rPr sz="1800" dirty="0">
                <a:latin typeface="Calibri"/>
                <a:cs typeface="Calibri"/>
              </a:rPr>
              <a:t>Secondary</a:t>
            </a:r>
            <a:r>
              <a:rPr sz="1800" spc="135" dirty="0">
                <a:latin typeface="Calibri"/>
                <a:cs typeface="Calibri"/>
              </a:rPr>
              <a:t>  </a:t>
            </a:r>
            <a:r>
              <a:rPr sz="1800" dirty="0">
                <a:latin typeface="Calibri"/>
                <a:cs typeface="Calibri"/>
              </a:rPr>
              <a:t>benefit</a:t>
            </a:r>
            <a:r>
              <a:rPr sz="1800" spc="140" dirty="0">
                <a:latin typeface="Calibri"/>
                <a:cs typeface="Calibri"/>
              </a:rPr>
              <a:t>  </a:t>
            </a:r>
            <a:r>
              <a:rPr sz="1800" dirty="0">
                <a:latin typeface="Calibri"/>
                <a:cs typeface="Calibri"/>
              </a:rPr>
              <a:t>is</a:t>
            </a:r>
            <a:r>
              <a:rPr sz="1800" spc="140" dirty="0">
                <a:latin typeface="Calibri"/>
                <a:cs typeface="Calibri"/>
              </a:rPr>
              <a:t>  </a:t>
            </a:r>
            <a:r>
              <a:rPr sz="1800" dirty="0">
                <a:latin typeface="Calibri"/>
                <a:cs typeface="Calibri"/>
              </a:rPr>
              <a:t>-</a:t>
            </a:r>
            <a:r>
              <a:rPr sz="1800" spc="135" dirty="0">
                <a:latin typeface="Calibri"/>
                <a:cs typeface="Calibri"/>
              </a:rPr>
              <a:t>  </a:t>
            </a:r>
            <a:r>
              <a:rPr sz="1800" dirty="0">
                <a:latin typeface="Calibri"/>
                <a:cs typeface="Calibri"/>
              </a:rPr>
              <a:t>Testing</a:t>
            </a:r>
            <a:r>
              <a:rPr sz="1800" spc="145" dirty="0">
                <a:latin typeface="Calibri"/>
                <a:cs typeface="Calibri"/>
              </a:rPr>
              <a:t>  </a:t>
            </a:r>
            <a:r>
              <a:rPr sz="1800" dirty="0">
                <a:latin typeface="Calibri"/>
                <a:cs typeface="Calibri"/>
              </a:rPr>
              <a:t>demonstrates</a:t>
            </a:r>
            <a:r>
              <a:rPr sz="1800" spc="140" dirty="0">
                <a:latin typeface="Calibri"/>
                <a:cs typeface="Calibri"/>
              </a:rPr>
              <a:t>  </a:t>
            </a:r>
            <a:r>
              <a:rPr sz="1800" spc="-20" dirty="0">
                <a:latin typeface="Calibri"/>
                <a:cs typeface="Calibri"/>
              </a:rPr>
              <a:t>that </a:t>
            </a:r>
            <a:r>
              <a:rPr sz="1800" dirty="0">
                <a:latin typeface="Calibri"/>
                <a:cs typeface="Calibri"/>
              </a:rPr>
              <a:t>software</a:t>
            </a:r>
            <a:r>
              <a:rPr sz="1800" spc="340" dirty="0">
                <a:latin typeface="Calibri"/>
                <a:cs typeface="Calibri"/>
              </a:rPr>
              <a:t> </a:t>
            </a:r>
            <a:r>
              <a:rPr sz="1800" dirty="0">
                <a:latin typeface="Calibri"/>
                <a:cs typeface="Calibri"/>
              </a:rPr>
              <a:t>functions</a:t>
            </a:r>
            <a:r>
              <a:rPr sz="1800" spc="355" dirty="0">
                <a:latin typeface="Calibri"/>
                <a:cs typeface="Calibri"/>
              </a:rPr>
              <a:t> </a:t>
            </a:r>
            <a:r>
              <a:rPr sz="1800" dirty="0">
                <a:latin typeface="Calibri"/>
                <a:cs typeface="Calibri"/>
              </a:rPr>
              <a:t>appear</a:t>
            </a:r>
            <a:r>
              <a:rPr sz="1800" spc="335" dirty="0">
                <a:latin typeface="Calibri"/>
                <a:cs typeface="Calibri"/>
              </a:rPr>
              <a:t> </a:t>
            </a:r>
            <a:r>
              <a:rPr sz="1800" dirty="0">
                <a:latin typeface="Calibri"/>
                <a:cs typeface="Calibri"/>
              </a:rPr>
              <a:t>to</a:t>
            </a:r>
            <a:r>
              <a:rPr sz="1800" spc="330" dirty="0">
                <a:latin typeface="Calibri"/>
                <a:cs typeface="Calibri"/>
              </a:rPr>
              <a:t> </a:t>
            </a:r>
            <a:r>
              <a:rPr sz="1800" dirty="0">
                <a:latin typeface="Calibri"/>
                <a:cs typeface="Calibri"/>
              </a:rPr>
              <a:t>be</a:t>
            </a:r>
            <a:r>
              <a:rPr sz="1800" spc="335" dirty="0">
                <a:latin typeface="Calibri"/>
                <a:cs typeface="Calibri"/>
              </a:rPr>
              <a:t> </a:t>
            </a:r>
            <a:r>
              <a:rPr sz="1800" dirty="0">
                <a:latin typeface="Calibri"/>
                <a:cs typeface="Calibri"/>
              </a:rPr>
              <a:t>working</a:t>
            </a:r>
            <a:r>
              <a:rPr sz="1800" spc="345" dirty="0">
                <a:latin typeface="Calibri"/>
                <a:cs typeface="Calibri"/>
              </a:rPr>
              <a:t> </a:t>
            </a:r>
            <a:r>
              <a:rPr sz="1800" dirty="0">
                <a:latin typeface="Calibri"/>
                <a:cs typeface="Calibri"/>
              </a:rPr>
              <a:t>according</a:t>
            </a:r>
            <a:r>
              <a:rPr sz="1800" spc="340" dirty="0">
                <a:latin typeface="Calibri"/>
                <a:cs typeface="Calibri"/>
              </a:rPr>
              <a:t> </a:t>
            </a:r>
            <a:r>
              <a:rPr sz="1800" spc="-25" dirty="0">
                <a:latin typeface="Calibri"/>
                <a:cs typeface="Calibri"/>
              </a:rPr>
              <a:t>to </a:t>
            </a:r>
            <a:r>
              <a:rPr sz="1800" spc="-10" dirty="0">
                <a:latin typeface="Calibri"/>
                <a:cs typeface="Calibri"/>
              </a:rPr>
              <a:t>specifications.</a:t>
            </a:r>
            <a:endParaRPr sz="1800">
              <a:latin typeface="Calibri"/>
              <a:cs typeface="Calibri"/>
            </a:endParaRPr>
          </a:p>
        </p:txBody>
      </p:sp>
      <p:sp>
        <p:nvSpPr>
          <p:cNvPr id="3" name="object 3"/>
          <p:cNvSpPr txBox="1"/>
          <p:nvPr/>
        </p:nvSpPr>
        <p:spPr>
          <a:xfrm>
            <a:off x="6251828" y="434086"/>
            <a:ext cx="5586730" cy="2054225"/>
          </a:xfrm>
          <a:prstGeom prst="rect">
            <a:avLst/>
          </a:prstGeom>
        </p:spPr>
        <p:txBody>
          <a:bodyPr vert="horz" wrap="square" lIns="0" tIns="140335" rIns="0" bIns="0" rtlCol="0">
            <a:spAutoFit/>
          </a:bodyPr>
          <a:lstStyle/>
          <a:p>
            <a:pPr marL="12700" algn="just">
              <a:lnSpc>
                <a:spcPct val="100000"/>
              </a:lnSpc>
              <a:spcBef>
                <a:spcPts val="1105"/>
              </a:spcBef>
            </a:pPr>
            <a:r>
              <a:rPr sz="1800" b="1" dirty="0">
                <a:latin typeface="Calibri"/>
                <a:cs typeface="Calibri"/>
              </a:rPr>
              <a:t>Goals</a:t>
            </a:r>
            <a:r>
              <a:rPr sz="1800" b="1" spc="-60" dirty="0">
                <a:latin typeface="Calibri"/>
                <a:cs typeface="Calibri"/>
              </a:rPr>
              <a:t> </a:t>
            </a:r>
            <a:r>
              <a:rPr sz="1800" b="1" dirty="0">
                <a:latin typeface="Calibri"/>
                <a:cs typeface="Calibri"/>
              </a:rPr>
              <a:t>of</a:t>
            </a:r>
            <a:r>
              <a:rPr sz="1800" b="1" spc="-25" dirty="0">
                <a:latin typeface="Calibri"/>
                <a:cs typeface="Calibri"/>
              </a:rPr>
              <a:t> </a:t>
            </a:r>
            <a:r>
              <a:rPr sz="1800" b="1" dirty="0">
                <a:latin typeface="Calibri"/>
                <a:cs typeface="Calibri"/>
              </a:rPr>
              <a:t>Software</a:t>
            </a:r>
            <a:r>
              <a:rPr sz="1800" b="1" spc="-45" dirty="0">
                <a:latin typeface="Calibri"/>
                <a:cs typeface="Calibri"/>
              </a:rPr>
              <a:t> </a:t>
            </a:r>
            <a:r>
              <a:rPr sz="1800" b="1" spc="-10" dirty="0">
                <a:latin typeface="Calibri"/>
                <a:cs typeface="Calibri"/>
              </a:rPr>
              <a:t>Testing:</a:t>
            </a:r>
            <a:endParaRPr sz="1800">
              <a:latin typeface="Calibri"/>
              <a:cs typeface="Calibri"/>
            </a:endParaRPr>
          </a:p>
          <a:p>
            <a:pPr marL="12700" marR="5080" indent="180975" algn="just">
              <a:lnSpc>
                <a:spcPct val="100000"/>
              </a:lnSpc>
              <a:spcBef>
                <a:spcPts val="1010"/>
              </a:spcBef>
              <a:buChar char="•"/>
              <a:tabLst>
                <a:tab pos="193675" algn="l"/>
              </a:tabLst>
            </a:pPr>
            <a:r>
              <a:rPr sz="1800" dirty="0">
                <a:latin typeface="Calibri"/>
                <a:cs typeface="Calibri"/>
              </a:rPr>
              <a:t>The</a:t>
            </a:r>
            <a:r>
              <a:rPr sz="1800" spc="90" dirty="0">
                <a:latin typeface="Calibri"/>
                <a:cs typeface="Calibri"/>
              </a:rPr>
              <a:t> </a:t>
            </a:r>
            <a:r>
              <a:rPr sz="1800" dirty="0">
                <a:latin typeface="Calibri"/>
                <a:cs typeface="Calibri"/>
              </a:rPr>
              <a:t>main</a:t>
            </a:r>
            <a:r>
              <a:rPr sz="1800" spc="90" dirty="0">
                <a:latin typeface="Calibri"/>
                <a:cs typeface="Calibri"/>
              </a:rPr>
              <a:t> </a:t>
            </a:r>
            <a:r>
              <a:rPr sz="1800" dirty="0">
                <a:latin typeface="Calibri"/>
                <a:cs typeface="Calibri"/>
              </a:rPr>
              <a:t>goal</a:t>
            </a:r>
            <a:r>
              <a:rPr sz="1800" spc="95" dirty="0">
                <a:latin typeface="Calibri"/>
                <a:cs typeface="Calibri"/>
              </a:rPr>
              <a:t> </a:t>
            </a:r>
            <a:r>
              <a:rPr sz="1800" dirty="0">
                <a:latin typeface="Calibri"/>
                <a:cs typeface="Calibri"/>
              </a:rPr>
              <a:t>of</a:t>
            </a:r>
            <a:r>
              <a:rPr sz="1800" spc="90" dirty="0">
                <a:latin typeface="Calibri"/>
                <a:cs typeface="Calibri"/>
              </a:rPr>
              <a:t> </a:t>
            </a:r>
            <a:r>
              <a:rPr sz="1800" dirty="0">
                <a:latin typeface="Calibri"/>
                <a:cs typeface="Calibri"/>
              </a:rPr>
              <a:t>software</a:t>
            </a:r>
            <a:r>
              <a:rPr sz="1800" spc="80" dirty="0">
                <a:latin typeface="Calibri"/>
                <a:cs typeface="Calibri"/>
              </a:rPr>
              <a:t> </a:t>
            </a:r>
            <a:r>
              <a:rPr sz="1800" dirty="0">
                <a:latin typeface="Calibri"/>
                <a:cs typeface="Calibri"/>
              </a:rPr>
              <a:t>testing</a:t>
            </a:r>
            <a:r>
              <a:rPr sz="1800" spc="95" dirty="0">
                <a:latin typeface="Calibri"/>
                <a:cs typeface="Calibri"/>
              </a:rPr>
              <a:t> </a:t>
            </a:r>
            <a:r>
              <a:rPr sz="1800" dirty="0">
                <a:latin typeface="Calibri"/>
                <a:cs typeface="Calibri"/>
              </a:rPr>
              <a:t>is</a:t>
            </a:r>
            <a:r>
              <a:rPr sz="1800" spc="95" dirty="0">
                <a:latin typeface="Calibri"/>
                <a:cs typeface="Calibri"/>
              </a:rPr>
              <a:t> </a:t>
            </a:r>
            <a:r>
              <a:rPr sz="1800" dirty="0">
                <a:latin typeface="Calibri"/>
                <a:cs typeface="Calibri"/>
              </a:rPr>
              <a:t>to</a:t>
            </a:r>
            <a:r>
              <a:rPr sz="1800" spc="90" dirty="0">
                <a:latin typeface="Calibri"/>
                <a:cs typeface="Calibri"/>
              </a:rPr>
              <a:t> </a:t>
            </a:r>
            <a:r>
              <a:rPr sz="1800" dirty="0">
                <a:latin typeface="Calibri"/>
                <a:cs typeface="Calibri"/>
              </a:rPr>
              <a:t>find</a:t>
            </a:r>
            <a:r>
              <a:rPr sz="1800" spc="105" dirty="0">
                <a:latin typeface="Calibri"/>
                <a:cs typeface="Calibri"/>
              </a:rPr>
              <a:t> </a:t>
            </a:r>
            <a:r>
              <a:rPr sz="1800" dirty="0">
                <a:latin typeface="Calibri"/>
                <a:cs typeface="Calibri"/>
              </a:rPr>
              <a:t>bugs</a:t>
            </a:r>
            <a:r>
              <a:rPr sz="1800" spc="90" dirty="0">
                <a:latin typeface="Calibri"/>
                <a:cs typeface="Calibri"/>
              </a:rPr>
              <a:t> </a:t>
            </a:r>
            <a:r>
              <a:rPr sz="1800" dirty="0">
                <a:latin typeface="Calibri"/>
                <a:cs typeface="Calibri"/>
              </a:rPr>
              <a:t>as</a:t>
            </a:r>
            <a:r>
              <a:rPr sz="1800" spc="95" dirty="0">
                <a:latin typeface="Calibri"/>
                <a:cs typeface="Calibri"/>
              </a:rPr>
              <a:t> </a:t>
            </a:r>
            <a:r>
              <a:rPr sz="1800" spc="-10" dirty="0">
                <a:latin typeface="Calibri"/>
                <a:cs typeface="Calibri"/>
              </a:rPr>
              <a:t>early </a:t>
            </a:r>
            <a:r>
              <a:rPr sz="1800" dirty="0">
                <a:latin typeface="Calibri"/>
                <a:cs typeface="Calibri"/>
              </a:rPr>
              <a:t>as</a:t>
            </a:r>
            <a:r>
              <a:rPr sz="1800" spc="459" dirty="0">
                <a:latin typeface="Calibri"/>
                <a:cs typeface="Calibri"/>
              </a:rPr>
              <a:t> </a:t>
            </a:r>
            <a:r>
              <a:rPr sz="1800" dirty="0">
                <a:latin typeface="Calibri"/>
                <a:cs typeface="Calibri"/>
              </a:rPr>
              <a:t>possible</a:t>
            </a:r>
            <a:r>
              <a:rPr sz="1800" spc="455" dirty="0">
                <a:latin typeface="Calibri"/>
                <a:cs typeface="Calibri"/>
              </a:rPr>
              <a:t> </a:t>
            </a:r>
            <a:r>
              <a:rPr sz="1800" dirty="0">
                <a:latin typeface="Calibri"/>
                <a:cs typeface="Calibri"/>
              </a:rPr>
              <a:t>and</a:t>
            </a:r>
            <a:r>
              <a:rPr sz="1800" spc="465" dirty="0">
                <a:latin typeface="Calibri"/>
                <a:cs typeface="Calibri"/>
              </a:rPr>
              <a:t> </a:t>
            </a:r>
            <a:r>
              <a:rPr sz="1800" dirty="0">
                <a:latin typeface="Calibri"/>
                <a:cs typeface="Calibri"/>
              </a:rPr>
              <a:t>to</a:t>
            </a:r>
            <a:r>
              <a:rPr sz="1800" spc="455" dirty="0">
                <a:latin typeface="Calibri"/>
                <a:cs typeface="Calibri"/>
              </a:rPr>
              <a:t> </a:t>
            </a:r>
            <a:r>
              <a:rPr sz="1800" dirty="0">
                <a:latin typeface="Calibri"/>
                <a:cs typeface="Calibri"/>
              </a:rPr>
              <a:t>fix</a:t>
            </a:r>
            <a:r>
              <a:rPr sz="1800" spc="459" dirty="0">
                <a:latin typeface="Calibri"/>
                <a:cs typeface="Calibri"/>
              </a:rPr>
              <a:t> </a:t>
            </a:r>
            <a:r>
              <a:rPr sz="1800" dirty="0">
                <a:latin typeface="Calibri"/>
                <a:cs typeface="Calibri"/>
              </a:rPr>
              <a:t>bugs</a:t>
            </a:r>
            <a:r>
              <a:rPr sz="1800" spc="470" dirty="0">
                <a:latin typeface="Calibri"/>
                <a:cs typeface="Calibri"/>
              </a:rPr>
              <a:t> </a:t>
            </a:r>
            <a:r>
              <a:rPr sz="1800" dirty="0">
                <a:latin typeface="Calibri"/>
                <a:cs typeface="Calibri"/>
              </a:rPr>
              <a:t>and</a:t>
            </a:r>
            <a:r>
              <a:rPr sz="1800" spc="455" dirty="0">
                <a:latin typeface="Calibri"/>
                <a:cs typeface="Calibri"/>
              </a:rPr>
              <a:t> </a:t>
            </a:r>
            <a:r>
              <a:rPr sz="1800" dirty="0">
                <a:latin typeface="Calibri"/>
                <a:cs typeface="Calibri"/>
              </a:rPr>
              <a:t>to</a:t>
            </a:r>
            <a:r>
              <a:rPr sz="1800" spc="459" dirty="0">
                <a:latin typeface="Calibri"/>
                <a:cs typeface="Calibri"/>
              </a:rPr>
              <a:t> </a:t>
            </a:r>
            <a:r>
              <a:rPr sz="1800" dirty="0">
                <a:latin typeface="Calibri"/>
                <a:cs typeface="Calibri"/>
              </a:rPr>
              <a:t>make</a:t>
            </a:r>
            <a:r>
              <a:rPr sz="1800" spc="459" dirty="0">
                <a:latin typeface="Calibri"/>
                <a:cs typeface="Calibri"/>
              </a:rPr>
              <a:t> </a:t>
            </a:r>
            <a:r>
              <a:rPr sz="1800" dirty="0">
                <a:latin typeface="Calibri"/>
                <a:cs typeface="Calibri"/>
              </a:rPr>
              <a:t>sure</a:t>
            </a:r>
            <a:r>
              <a:rPr sz="1800" spc="459" dirty="0">
                <a:latin typeface="Calibri"/>
                <a:cs typeface="Calibri"/>
              </a:rPr>
              <a:t> </a:t>
            </a:r>
            <a:r>
              <a:rPr sz="1800" dirty="0">
                <a:latin typeface="Calibri"/>
                <a:cs typeface="Calibri"/>
              </a:rPr>
              <a:t>that</a:t>
            </a:r>
            <a:r>
              <a:rPr sz="1800" spc="450" dirty="0">
                <a:latin typeface="Calibri"/>
                <a:cs typeface="Calibri"/>
              </a:rPr>
              <a:t> </a:t>
            </a:r>
            <a:r>
              <a:rPr sz="1800" spc="-25" dirty="0">
                <a:latin typeface="Calibri"/>
                <a:cs typeface="Calibri"/>
              </a:rPr>
              <a:t>the </a:t>
            </a:r>
            <a:r>
              <a:rPr sz="1800" dirty="0">
                <a:latin typeface="Calibri"/>
                <a:cs typeface="Calibri"/>
              </a:rPr>
              <a:t>software</a:t>
            </a:r>
            <a:r>
              <a:rPr sz="1800" spc="-35" dirty="0">
                <a:latin typeface="Calibri"/>
                <a:cs typeface="Calibri"/>
              </a:rPr>
              <a:t> </a:t>
            </a:r>
            <a:r>
              <a:rPr sz="1800" dirty="0">
                <a:latin typeface="Calibri"/>
                <a:cs typeface="Calibri"/>
              </a:rPr>
              <a:t>is</a:t>
            </a:r>
            <a:r>
              <a:rPr sz="1800" spc="-35" dirty="0">
                <a:latin typeface="Calibri"/>
                <a:cs typeface="Calibri"/>
              </a:rPr>
              <a:t> </a:t>
            </a:r>
            <a:r>
              <a:rPr sz="1800" dirty="0">
                <a:latin typeface="Calibri"/>
                <a:cs typeface="Calibri"/>
              </a:rPr>
              <a:t>bug</a:t>
            </a:r>
            <a:r>
              <a:rPr sz="1800" spc="-25" dirty="0">
                <a:latin typeface="Calibri"/>
                <a:cs typeface="Calibri"/>
              </a:rPr>
              <a:t> </a:t>
            </a:r>
            <a:r>
              <a:rPr sz="1800" spc="-20" dirty="0">
                <a:latin typeface="Calibri"/>
                <a:cs typeface="Calibri"/>
              </a:rPr>
              <a:t>free.</a:t>
            </a:r>
            <a:endParaRPr sz="1800">
              <a:latin typeface="Calibri"/>
              <a:cs typeface="Calibri"/>
            </a:endParaRPr>
          </a:p>
          <a:p>
            <a:pPr marL="185420" indent="-172720" algn="just">
              <a:lnSpc>
                <a:spcPct val="100000"/>
              </a:lnSpc>
              <a:spcBef>
                <a:spcPts val="994"/>
              </a:spcBef>
              <a:buChar char="•"/>
              <a:tabLst>
                <a:tab pos="185420" algn="l"/>
              </a:tabLst>
            </a:pPr>
            <a:r>
              <a:rPr sz="1800" dirty="0">
                <a:latin typeface="Calibri"/>
                <a:cs typeface="Calibri"/>
              </a:rPr>
              <a:t>The</a:t>
            </a:r>
            <a:r>
              <a:rPr sz="1800" spc="5" dirty="0">
                <a:latin typeface="Calibri"/>
                <a:cs typeface="Calibri"/>
              </a:rPr>
              <a:t> </a:t>
            </a:r>
            <a:r>
              <a:rPr sz="1800" dirty="0">
                <a:latin typeface="Calibri"/>
                <a:cs typeface="Calibri"/>
              </a:rPr>
              <a:t>goals</a:t>
            </a:r>
            <a:r>
              <a:rPr sz="1800" spc="5" dirty="0">
                <a:latin typeface="Calibri"/>
                <a:cs typeface="Calibri"/>
              </a:rPr>
              <a:t> </a:t>
            </a:r>
            <a:r>
              <a:rPr sz="1800" dirty="0">
                <a:latin typeface="Calibri"/>
                <a:cs typeface="Calibri"/>
              </a:rPr>
              <a:t>of</a:t>
            </a:r>
            <a:r>
              <a:rPr sz="1800" spc="10" dirty="0">
                <a:latin typeface="Calibri"/>
                <a:cs typeface="Calibri"/>
              </a:rPr>
              <a:t> </a:t>
            </a:r>
            <a:r>
              <a:rPr sz="1800" dirty="0">
                <a:latin typeface="Calibri"/>
                <a:cs typeface="Calibri"/>
              </a:rPr>
              <a:t>software</a:t>
            </a:r>
            <a:r>
              <a:rPr sz="1800" spc="10" dirty="0">
                <a:latin typeface="Calibri"/>
                <a:cs typeface="Calibri"/>
              </a:rPr>
              <a:t> </a:t>
            </a:r>
            <a:r>
              <a:rPr sz="1800" dirty="0">
                <a:latin typeface="Calibri"/>
                <a:cs typeface="Calibri"/>
              </a:rPr>
              <a:t>testing</a:t>
            </a:r>
            <a:r>
              <a:rPr sz="1800" spc="15" dirty="0">
                <a:latin typeface="Calibri"/>
                <a:cs typeface="Calibri"/>
              </a:rPr>
              <a:t> </a:t>
            </a:r>
            <a:r>
              <a:rPr sz="1800" dirty="0">
                <a:latin typeface="Calibri"/>
                <a:cs typeface="Calibri"/>
              </a:rPr>
              <a:t>may</a:t>
            </a:r>
            <a:r>
              <a:rPr sz="1800" spc="10" dirty="0">
                <a:latin typeface="Calibri"/>
                <a:cs typeface="Calibri"/>
              </a:rPr>
              <a:t> </a:t>
            </a:r>
            <a:r>
              <a:rPr sz="1800" dirty="0">
                <a:latin typeface="Calibri"/>
                <a:cs typeface="Calibri"/>
              </a:rPr>
              <a:t>be</a:t>
            </a:r>
            <a:r>
              <a:rPr sz="1800" spc="10" dirty="0">
                <a:latin typeface="Calibri"/>
                <a:cs typeface="Calibri"/>
              </a:rPr>
              <a:t> </a:t>
            </a:r>
            <a:r>
              <a:rPr sz="1800" dirty="0">
                <a:latin typeface="Calibri"/>
                <a:cs typeface="Calibri"/>
              </a:rPr>
              <a:t>classified</a:t>
            </a:r>
            <a:r>
              <a:rPr sz="1800" spc="15" dirty="0">
                <a:latin typeface="Calibri"/>
                <a:cs typeface="Calibri"/>
              </a:rPr>
              <a:t> </a:t>
            </a:r>
            <a:r>
              <a:rPr sz="1800" dirty="0">
                <a:latin typeface="Calibri"/>
                <a:cs typeface="Calibri"/>
              </a:rPr>
              <a:t>in</a:t>
            </a:r>
            <a:r>
              <a:rPr sz="1800" spc="10" dirty="0">
                <a:latin typeface="Calibri"/>
                <a:cs typeface="Calibri"/>
              </a:rPr>
              <a:t> </a:t>
            </a:r>
            <a:r>
              <a:rPr sz="1800" dirty="0">
                <a:latin typeface="Calibri"/>
                <a:cs typeface="Calibri"/>
              </a:rPr>
              <a:t>to</a:t>
            </a:r>
            <a:r>
              <a:rPr sz="1800" spc="5" dirty="0">
                <a:latin typeface="Calibri"/>
                <a:cs typeface="Calibri"/>
              </a:rPr>
              <a:t> </a:t>
            </a:r>
            <a:r>
              <a:rPr sz="1800" spc="-10" dirty="0">
                <a:latin typeface="Calibri"/>
                <a:cs typeface="Calibri"/>
              </a:rPr>
              <a:t>three</a:t>
            </a:r>
            <a:endParaRPr sz="1800">
              <a:latin typeface="Calibri"/>
              <a:cs typeface="Calibri"/>
            </a:endParaRPr>
          </a:p>
          <a:p>
            <a:pPr marL="12700" algn="just">
              <a:lnSpc>
                <a:spcPct val="100000"/>
              </a:lnSpc>
              <a:spcBef>
                <a:spcPts val="5"/>
              </a:spcBef>
            </a:pPr>
            <a:r>
              <a:rPr sz="1800" dirty="0">
                <a:latin typeface="Calibri"/>
                <a:cs typeface="Calibri"/>
              </a:rPr>
              <a:t>major</a:t>
            </a:r>
            <a:r>
              <a:rPr sz="1800" spc="-30" dirty="0">
                <a:latin typeface="Calibri"/>
                <a:cs typeface="Calibri"/>
              </a:rPr>
              <a:t> </a:t>
            </a:r>
            <a:r>
              <a:rPr sz="1800" spc="-10" dirty="0">
                <a:latin typeface="Calibri"/>
                <a:cs typeface="Calibri"/>
              </a:rPr>
              <a:t>categories</a:t>
            </a:r>
            <a:r>
              <a:rPr sz="1800" spc="-20" dirty="0">
                <a:latin typeface="Calibri"/>
                <a:cs typeface="Calibri"/>
              </a:rPr>
              <a:t> </a:t>
            </a:r>
            <a:r>
              <a:rPr sz="1800" dirty="0">
                <a:latin typeface="Calibri"/>
                <a:cs typeface="Calibri"/>
              </a:rPr>
              <a:t>as</a:t>
            </a:r>
            <a:r>
              <a:rPr sz="1800" spc="-20" dirty="0">
                <a:latin typeface="Calibri"/>
                <a:cs typeface="Calibri"/>
              </a:rPr>
              <a:t> </a:t>
            </a:r>
            <a:r>
              <a:rPr sz="1800" dirty="0">
                <a:latin typeface="Calibri"/>
                <a:cs typeface="Calibri"/>
              </a:rPr>
              <a:t>shown</a:t>
            </a:r>
            <a:r>
              <a:rPr sz="1800" spc="-15" dirty="0">
                <a:latin typeface="Calibri"/>
                <a:cs typeface="Calibri"/>
              </a:rPr>
              <a:t> </a:t>
            </a:r>
            <a:r>
              <a:rPr sz="1800" dirty="0">
                <a:latin typeface="Calibri"/>
                <a:cs typeface="Calibri"/>
              </a:rPr>
              <a:t>in</a:t>
            </a:r>
            <a:r>
              <a:rPr sz="1800" spc="-20" dirty="0">
                <a:latin typeface="Calibri"/>
                <a:cs typeface="Calibri"/>
              </a:rPr>
              <a:t> </a:t>
            </a:r>
            <a:r>
              <a:rPr sz="1800" dirty="0">
                <a:latin typeface="Calibri"/>
                <a:cs typeface="Calibri"/>
              </a:rPr>
              <a:t>Fig.</a:t>
            </a:r>
            <a:r>
              <a:rPr sz="1800" spc="-25" dirty="0">
                <a:latin typeface="Calibri"/>
                <a:cs typeface="Calibri"/>
              </a:rPr>
              <a:t> </a:t>
            </a:r>
            <a:r>
              <a:rPr sz="1800" spc="-20" dirty="0">
                <a:latin typeface="Calibri"/>
                <a:cs typeface="Calibri"/>
              </a:rPr>
              <a:t>1.1.</a:t>
            </a:r>
            <a:endParaRPr sz="1800">
              <a:latin typeface="Calibri"/>
              <a:cs typeface="Calibri"/>
            </a:endParaRPr>
          </a:p>
        </p:txBody>
      </p:sp>
      <p:pic>
        <p:nvPicPr>
          <p:cNvPr id="4" name="object 4"/>
          <p:cNvPicPr/>
          <p:nvPr/>
        </p:nvPicPr>
        <p:blipFill>
          <a:blip r:embed="rId2" cstate="print"/>
          <a:stretch>
            <a:fillRect/>
          </a:stretch>
        </p:blipFill>
        <p:spPr>
          <a:xfrm>
            <a:off x="6868668" y="2828543"/>
            <a:ext cx="4634428" cy="345795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93242" y="589534"/>
            <a:ext cx="5348605" cy="574040"/>
          </a:xfrm>
          <a:prstGeom prst="rect">
            <a:avLst/>
          </a:prstGeom>
        </p:spPr>
        <p:txBody>
          <a:bodyPr vert="horz" wrap="square" lIns="0" tIns="12700" rIns="0" bIns="0" rtlCol="0">
            <a:spAutoFit/>
          </a:bodyPr>
          <a:lstStyle/>
          <a:p>
            <a:pPr marL="12700" marR="5080">
              <a:lnSpc>
                <a:spcPct val="100000"/>
              </a:lnSpc>
              <a:spcBef>
                <a:spcPts val="100"/>
              </a:spcBef>
            </a:pPr>
            <a:r>
              <a:rPr sz="1800" b="1" dirty="0">
                <a:latin typeface="Calibri"/>
                <a:cs typeface="Calibri"/>
              </a:rPr>
              <a:t>1.</a:t>
            </a:r>
            <a:r>
              <a:rPr sz="1800" b="1" spc="75" dirty="0">
                <a:latin typeface="Calibri"/>
                <a:cs typeface="Calibri"/>
              </a:rPr>
              <a:t> </a:t>
            </a:r>
            <a:r>
              <a:rPr sz="1800" b="1" dirty="0">
                <a:latin typeface="Calibri"/>
                <a:cs typeface="Calibri"/>
              </a:rPr>
              <a:t>Immediate</a:t>
            </a:r>
            <a:r>
              <a:rPr sz="1800" b="1" spc="75" dirty="0">
                <a:latin typeface="Calibri"/>
                <a:cs typeface="Calibri"/>
              </a:rPr>
              <a:t> </a:t>
            </a:r>
            <a:r>
              <a:rPr sz="1800" b="1" dirty="0">
                <a:latin typeface="Calibri"/>
                <a:cs typeface="Calibri"/>
              </a:rPr>
              <a:t>Goals:</a:t>
            </a:r>
            <a:r>
              <a:rPr sz="1800" b="1" spc="70" dirty="0">
                <a:latin typeface="Calibri"/>
                <a:cs typeface="Calibri"/>
              </a:rPr>
              <a:t> </a:t>
            </a:r>
            <a:r>
              <a:rPr sz="1800" dirty="0">
                <a:latin typeface="Calibri"/>
                <a:cs typeface="Calibri"/>
              </a:rPr>
              <a:t>These</a:t>
            </a:r>
            <a:r>
              <a:rPr sz="1800" spc="85" dirty="0">
                <a:latin typeface="Calibri"/>
                <a:cs typeface="Calibri"/>
              </a:rPr>
              <a:t> </a:t>
            </a:r>
            <a:r>
              <a:rPr sz="1800" dirty="0">
                <a:latin typeface="Calibri"/>
                <a:cs typeface="Calibri"/>
              </a:rPr>
              <a:t>goals</a:t>
            </a:r>
            <a:r>
              <a:rPr sz="1800" spc="80" dirty="0">
                <a:latin typeface="Calibri"/>
                <a:cs typeface="Calibri"/>
              </a:rPr>
              <a:t> </a:t>
            </a:r>
            <a:r>
              <a:rPr sz="1800" dirty="0">
                <a:latin typeface="Calibri"/>
                <a:cs typeface="Calibri"/>
              </a:rPr>
              <a:t>are</a:t>
            </a:r>
            <a:r>
              <a:rPr sz="1800" spc="80" dirty="0">
                <a:latin typeface="Calibri"/>
                <a:cs typeface="Calibri"/>
              </a:rPr>
              <a:t> </a:t>
            </a:r>
            <a:r>
              <a:rPr sz="1800" dirty="0">
                <a:latin typeface="Calibri"/>
                <a:cs typeface="Calibri"/>
              </a:rPr>
              <a:t>also</a:t>
            </a:r>
            <a:r>
              <a:rPr sz="1800" spc="90" dirty="0">
                <a:latin typeface="Calibri"/>
                <a:cs typeface="Calibri"/>
              </a:rPr>
              <a:t> </a:t>
            </a:r>
            <a:r>
              <a:rPr sz="1800" dirty="0">
                <a:latin typeface="Calibri"/>
                <a:cs typeface="Calibri"/>
              </a:rPr>
              <a:t>called</a:t>
            </a:r>
            <a:r>
              <a:rPr sz="1800" spc="100" dirty="0">
                <a:latin typeface="Calibri"/>
                <a:cs typeface="Calibri"/>
              </a:rPr>
              <a:t> </a:t>
            </a:r>
            <a:r>
              <a:rPr sz="1800" dirty="0">
                <a:latin typeface="Calibri"/>
                <a:cs typeface="Calibri"/>
              </a:rPr>
              <a:t>as</a:t>
            </a:r>
            <a:r>
              <a:rPr sz="1800" spc="80" dirty="0">
                <a:latin typeface="Calibri"/>
                <a:cs typeface="Calibri"/>
              </a:rPr>
              <a:t> </a:t>
            </a:r>
            <a:r>
              <a:rPr sz="1800" spc="-10" dirty="0">
                <a:latin typeface="Calibri"/>
                <a:cs typeface="Calibri"/>
              </a:rPr>
              <a:t>short </a:t>
            </a:r>
            <a:r>
              <a:rPr sz="1800" dirty="0">
                <a:latin typeface="Calibri"/>
                <a:cs typeface="Calibri"/>
              </a:rPr>
              <a:t>term</a:t>
            </a:r>
            <a:r>
              <a:rPr sz="1800" spc="-45" dirty="0">
                <a:latin typeface="Calibri"/>
                <a:cs typeface="Calibri"/>
              </a:rPr>
              <a:t> </a:t>
            </a:r>
            <a:r>
              <a:rPr sz="1800" spc="-10" dirty="0">
                <a:latin typeface="Calibri"/>
                <a:cs typeface="Calibri"/>
              </a:rPr>
              <a:t>goals.</a:t>
            </a:r>
            <a:endParaRPr sz="1800">
              <a:latin typeface="Calibri"/>
              <a:cs typeface="Calibri"/>
            </a:endParaRPr>
          </a:p>
        </p:txBody>
      </p:sp>
      <p:sp>
        <p:nvSpPr>
          <p:cNvPr id="3" name="object 3"/>
          <p:cNvSpPr txBox="1"/>
          <p:nvPr/>
        </p:nvSpPr>
        <p:spPr>
          <a:xfrm>
            <a:off x="593242" y="1266190"/>
            <a:ext cx="5346700" cy="299720"/>
          </a:xfrm>
          <a:prstGeom prst="rect">
            <a:avLst/>
          </a:prstGeom>
        </p:spPr>
        <p:txBody>
          <a:bodyPr vert="horz" wrap="square" lIns="0" tIns="12700" rIns="0" bIns="0" rtlCol="0">
            <a:spAutoFit/>
          </a:bodyPr>
          <a:lstStyle/>
          <a:p>
            <a:pPr marL="12700">
              <a:lnSpc>
                <a:spcPct val="100000"/>
              </a:lnSpc>
              <a:spcBef>
                <a:spcPts val="100"/>
              </a:spcBef>
              <a:tabLst>
                <a:tab pos="716280" algn="l"/>
                <a:tab pos="1501140" algn="l"/>
                <a:tab pos="2134235" algn="l"/>
                <a:tab pos="2588260" algn="l"/>
                <a:tab pos="3051810" algn="l"/>
                <a:tab pos="4205605" algn="l"/>
                <a:tab pos="4888230" algn="l"/>
              </a:tabLst>
            </a:pPr>
            <a:r>
              <a:rPr sz="1800" spc="-10" dirty="0">
                <a:latin typeface="Calibri"/>
                <a:cs typeface="Calibri"/>
              </a:rPr>
              <a:t>These</a:t>
            </a:r>
            <a:r>
              <a:rPr sz="1800" dirty="0">
                <a:latin typeface="Calibri"/>
                <a:cs typeface="Calibri"/>
              </a:rPr>
              <a:t>	</a:t>
            </a:r>
            <a:r>
              <a:rPr sz="1800" spc="-10" dirty="0">
                <a:latin typeface="Calibri"/>
                <a:cs typeface="Calibri"/>
              </a:rPr>
              <a:t>testing</a:t>
            </a:r>
            <a:r>
              <a:rPr sz="1800" dirty="0">
                <a:latin typeface="Calibri"/>
                <a:cs typeface="Calibri"/>
              </a:rPr>
              <a:t>	</a:t>
            </a:r>
            <a:r>
              <a:rPr sz="1800" spc="-20" dirty="0">
                <a:latin typeface="Calibri"/>
                <a:cs typeface="Calibri"/>
              </a:rPr>
              <a:t>goals</a:t>
            </a:r>
            <a:r>
              <a:rPr sz="1800" dirty="0">
                <a:latin typeface="Calibri"/>
                <a:cs typeface="Calibri"/>
              </a:rPr>
              <a:t>	</a:t>
            </a:r>
            <a:r>
              <a:rPr sz="1800" spc="-25" dirty="0">
                <a:latin typeface="Calibri"/>
                <a:cs typeface="Calibri"/>
              </a:rPr>
              <a:t>are</a:t>
            </a:r>
            <a:r>
              <a:rPr sz="1800" dirty="0">
                <a:latin typeface="Calibri"/>
                <a:cs typeface="Calibri"/>
              </a:rPr>
              <a:t>	</a:t>
            </a:r>
            <a:r>
              <a:rPr sz="1800" spc="-25" dirty="0">
                <a:latin typeface="Calibri"/>
                <a:cs typeface="Calibri"/>
              </a:rPr>
              <a:t>the</a:t>
            </a:r>
            <a:r>
              <a:rPr sz="1800" dirty="0">
                <a:latin typeface="Calibri"/>
                <a:cs typeface="Calibri"/>
              </a:rPr>
              <a:t>	</a:t>
            </a:r>
            <a:r>
              <a:rPr sz="1800" spc="-10" dirty="0">
                <a:latin typeface="Calibri"/>
                <a:cs typeface="Calibri"/>
              </a:rPr>
              <a:t>immediate</a:t>
            </a:r>
            <a:r>
              <a:rPr sz="1800" dirty="0">
                <a:latin typeface="Calibri"/>
                <a:cs typeface="Calibri"/>
              </a:rPr>
              <a:t>	</a:t>
            </a:r>
            <a:r>
              <a:rPr sz="1800" spc="-10" dirty="0">
                <a:latin typeface="Calibri"/>
                <a:cs typeface="Calibri"/>
              </a:rPr>
              <a:t>result</a:t>
            </a:r>
            <a:r>
              <a:rPr sz="1800" dirty="0">
                <a:latin typeface="Calibri"/>
                <a:cs typeface="Calibri"/>
              </a:rPr>
              <a:t>	</a:t>
            </a:r>
            <a:r>
              <a:rPr sz="1800" spc="-10" dirty="0">
                <a:latin typeface="Calibri"/>
                <a:cs typeface="Calibri"/>
              </a:rPr>
              <a:t>after</a:t>
            </a:r>
            <a:endParaRPr sz="1800">
              <a:latin typeface="Calibri"/>
              <a:cs typeface="Calibri"/>
            </a:endParaRPr>
          </a:p>
        </p:txBody>
      </p:sp>
      <p:sp>
        <p:nvSpPr>
          <p:cNvPr id="4" name="object 4"/>
          <p:cNvSpPr txBox="1"/>
          <p:nvPr/>
        </p:nvSpPr>
        <p:spPr>
          <a:xfrm>
            <a:off x="593242" y="1540509"/>
            <a:ext cx="264922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testing.</a:t>
            </a:r>
            <a:r>
              <a:rPr sz="1800" spc="-60" dirty="0">
                <a:latin typeface="Calibri"/>
                <a:cs typeface="Calibri"/>
              </a:rPr>
              <a:t> </a:t>
            </a:r>
            <a:r>
              <a:rPr sz="1800" dirty="0">
                <a:latin typeface="Calibri"/>
                <a:cs typeface="Calibri"/>
              </a:rPr>
              <a:t>These</a:t>
            </a:r>
            <a:r>
              <a:rPr sz="1800" spc="-50" dirty="0">
                <a:latin typeface="Calibri"/>
                <a:cs typeface="Calibri"/>
              </a:rPr>
              <a:t> </a:t>
            </a:r>
            <a:r>
              <a:rPr sz="1800" dirty="0">
                <a:latin typeface="Calibri"/>
                <a:cs typeface="Calibri"/>
              </a:rPr>
              <a:t>goals</a:t>
            </a:r>
            <a:r>
              <a:rPr sz="1800" spc="-60" dirty="0">
                <a:latin typeface="Calibri"/>
                <a:cs typeface="Calibri"/>
              </a:rPr>
              <a:t> </a:t>
            </a:r>
            <a:r>
              <a:rPr sz="1800" spc="-10" dirty="0">
                <a:latin typeface="Calibri"/>
                <a:cs typeface="Calibri"/>
              </a:rPr>
              <a:t>contain:</a:t>
            </a:r>
            <a:endParaRPr sz="1800">
              <a:latin typeface="Calibri"/>
              <a:cs typeface="Calibri"/>
            </a:endParaRPr>
          </a:p>
        </p:txBody>
      </p:sp>
      <p:sp>
        <p:nvSpPr>
          <p:cNvPr id="5" name="object 5"/>
          <p:cNvSpPr txBox="1"/>
          <p:nvPr/>
        </p:nvSpPr>
        <p:spPr>
          <a:xfrm>
            <a:off x="593242" y="1941016"/>
            <a:ext cx="5348605" cy="2201545"/>
          </a:xfrm>
          <a:prstGeom prst="rect">
            <a:avLst/>
          </a:prstGeom>
        </p:spPr>
        <p:txBody>
          <a:bodyPr vert="horz" wrap="square" lIns="0" tIns="12700" rIns="0" bIns="0" rtlCol="0">
            <a:spAutoFit/>
          </a:bodyPr>
          <a:lstStyle/>
          <a:p>
            <a:pPr marL="413384" marR="5080" indent="-401320" algn="just">
              <a:lnSpc>
                <a:spcPct val="100000"/>
              </a:lnSpc>
              <a:spcBef>
                <a:spcPts val="100"/>
              </a:spcBef>
              <a:buAutoNum type="romanLcPeriod"/>
              <a:tabLst>
                <a:tab pos="413384" algn="l"/>
                <a:tab pos="415925" algn="l"/>
              </a:tabLst>
            </a:pPr>
            <a:r>
              <a:rPr sz="1800" b="1" dirty="0">
                <a:latin typeface="Calibri"/>
                <a:cs typeface="Calibri"/>
              </a:rPr>
              <a:t>	Bug</a:t>
            </a:r>
            <a:r>
              <a:rPr sz="1800" b="1" spc="400" dirty="0">
                <a:latin typeface="Calibri"/>
                <a:cs typeface="Calibri"/>
              </a:rPr>
              <a:t> </a:t>
            </a:r>
            <a:r>
              <a:rPr sz="1800" b="1" dirty="0">
                <a:latin typeface="Calibri"/>
                <a:cs typeface="Calibri"/>
              </a:rPr>
              <a:t>discovery:</a:t>
            </a:r>
            <a:r>
              <a:rPr sz="1800" b="1" spc="409" dirty="0">
                <a:latin typeface="Calibri"/>
                <a:cs typeface="Calibri"/>
              </a:rPr>
              <a:t> </a:t>
            </a:r>
            <a:r>
              <a:rPr sz="1800" dirty="0">
                <a:latin typeface="Calibri"/>
                <a:cs typeface="Calibri"/>
              </a:rPr>
              <a:t>Is</a:t>
            </a:r>
            <a:r>
              <a:rPr sz="1800" spc="405" dirty="0">
                <a:latin typeface="Calibri"/>
                <a:cs typeface="Calibri"/>
              </a:rPr>
              <a:t> </a:t>
            </a:r>
            <a:r>
              <a:rPr sz="1800" dirty="0">
                <a:latin typeface="Calibri"/>
                <a:cs typeface="Calibri"/>
              </a:rPr>
              <a:t>the</a:t>
            </a:r>
            <a:r>
              <a:rPr sz="1800" spc="405" dirty="0">
                <a:latin typeface="Calibri"/>
                <a:cs typeface="Calibri"/>
              </a:rPr>
              <a:t> </a:t>
            </a:r>
            <a:r>
              <a:rPr sz="1800" dirty="0">
                <a:latin typeface="Calibri"/>
                <a:cs typeface="Calibri"/>
              </a:rPr>
              <a:t>immediate</a:t>
            </a:r>
            <a:r>
              <a:rPr sz="1800" spc="409" dirty="0">
                <a:latin typeface="Calibri"/>
                <a:cs typeface="Calibri"/>
              </a:rPr>
              <a:t> </a:t>
            </a:r>
            <a:r>
              <a:rPr sz="1800" dirty="0">
                <a:latin typeface="Calibri"/>
                <a:cs typeface="Calibri"/>
              </a:rPr>
              <a:t>goal</a:t>
            </a:r>
            <a:r>
              <a:rPr sz="1800" spc="395" dirty="0">
                <a:latin typeface="Calibri"/>
                <a:cs typeface="Calibri"/>
              </a:rPr>
              <a:t> </a:t>
            </a:r>
            <a:r>
              <a:rPr sz="1800" dirty="0">
                <a:latin typeface="Calibri"/>
                <a:cs typeface="Calibri"/>
              </a:rPr>
              <a:t>of</a:t>
            </a:r>
            <a:r>
              <a:rPr sz="1800" spc="405" dirty="0">
                <a:latin typeface="Calibri"/>
                <a:cs typeface="Calibri"/>
              </a:rPr>
              <a:t> </a:t>
            </a:r>
            <a:r>
              <a:rPr sz="1800" spc="-10" dirty="0">
                <a:latin typeface="Calibri"/>
                <a:cs typeface="Calibri"/>
              </a:rPr>
              <a:t>software </a:t>
            </a:r>
            <a:r>
              <a:rPr sz="1800" dirty="0">
                <a:latin typeface="Calibri"/>
                <a:cs typeface="Calibri"/>
              </a:rPr>
              <a:t>testing</a:t>
            </a:r>
            <a:r>
              <a:rPr sz="1800" spc="140" dirty="0">
                <a:latin typeface="Calibri"/>
                <a:cs typeface="Calibri"/>
              </a:rPr>
              <a:t>  </a:t>
            </a:r>
            <a:r>
              <a:rPr sz="1800" dirty="0">
                <a:latin typeface="Calibri"/>
                <a:cs typeface="Calibri"/>
              </a:rPr>
              <a:t>to</a:t>
            </a:r>
            <a:r>
              <a:rPr sz="1800" spc="150" dirty="0">
                <a:latin typeface="Calibri"/>
                <a:cs typeface="Calibri"/>
              </a:rPr>
              <a:t>  </a:t>
            </a:r>
            <a:r>
              <a:rPr sz="1800" dirty="0">
                <a:latin typeface="Calibri"/>
                <a:cs typeface="Calibri"/>
              </a:rPr>
              <a:t>find</a:t>
            </a:r>
            <a:r>
              <a:rPr sz="1800" spc="145" dirty="0">
                <a:latin typeface="Calibri"/>
                <a:cs typeface="Calibri"/>
              </a:rPr>
              <a:t>  </a:t>
            </a:r>
            <a:r>
              <a:rPr sz="1800" dirty="0">
                <a:latin typeface="Calibri"/>
                <a:cs typeface="Calibri"/>
              </a:rPr>
              <a:t>errors</a:t>
            </a:r>
            <a:r>
              <a:rPr sz="1800" spc="145" dirty="0">
                <a:latin typeface="Calibri"/>
                <a:cs typeface="Calibri"/>
              </a:rPr>
              <a:t>  </a:t>
            </a:r>
            <a:r>
              <a:rPr sz="1800" dirty="0">
                <a:latin typeface="Calibri"/>
                <a:cs typeface="Calibri"/>
              </a:rPr>
              <a:t>at</a:t>
            </a:r>
            <a:r>
              <a:rPr sz="1800" spc="135" dirty="0">
                <a:latin typeface="Calibri"/>
                <a:cs typeface="Calibri"/>
              </a:rPr>
              <a:t>  </a:t>
            </a:r>
            <a:r>
              <a:rPr sz="1800" dirty="0">
                <a:latin typeface="Calibri"/>
                <a:cs typeface="Calibri"/>
              </a:rPr>
              <a:t>any</a:t>
            </a:r>
            <a:r>
              <a:rPr sz="1800" spc="145" dirty="0">
                <a:latin typeface="Calibri"/>
                <a:cs typeface="Calibri"/>
              </a:rPr>
              <a:t>  </a:t>
            </a:r>
            <a:r>
              <a:rPr sz="1800" dirty="0">
                <a:latin typeface="Calibri"/>
                <a:cs typeface="Calibri"/>
              </a:rPr>
              <a:t>stage</a:t>
            </a:r>
            <a:r>
              <a:rPr sz="1800" spc="140" dirty="0">
                <a:latin typeface="Calibri"/>
                <a:cs typeface="Calibri"/>
              </a:rPr>
              <a:t>  </a:t>
            </a:r>
            <a:r>
              <a:rPr sz="1800" dirty="0">
                <a:latin typeface="Calibri"/>
                <a:cs typeface="Calibri"/>
              </a:rPr>
              <a:t>of</a:t>
            </a:r>
            <a:r>
              <a:rPr sz="1800" spc="145" dirty="0">
                <a:latin typeface="Calibri"/>
                <a:cs typeface="Calibri"/>
              </a:rPr>
              <a:t>  </a:t>
            </a:r>
            <a:r>
              <a:rPr sz="1800" spc="-10" dirty="0">
                <a:latin typeface="Calibri"/>
                <a:cs typeface="Calibri"/>
              </a:rPr>
              <a:t>software </a:t>
            </a:r>
            <a:r>
              <a:rPr sz="1800" dirty="0">
                <a:latin typeface="Calibri"/>
                <a:cs typeface="Calibri"/>
              </a:rPr>
              <a:t>development.</a:t>
            </a:r>
            <a:r>
              <a:rPr sz="1800" spc="35" dirty="0">
                <a:latin typeface="Calibri"/>
                <a:cs typeface="Calibri"/>
              </a:rPr>
              <a:t> </a:t>
            </a:r>
            <a:r>
              <a:rPr sz="1800" dirty="0">
                <a:latin typeface="Calibri"/>
                <a:cs typeface="Calibri"/>
              </a:rPr>
              <a:t>Number</a:t>
            </a:r>
            <a:r>
              <a:rPr sz="1800" spc="35" dirty="0">
                <a:latin typeface="Calibri"/>
                <a:cs typeface="Calibri"/>
              </a:rPr>
              <a:t> </a:t>
            </a:r>
            <a:r>
              <a:rPr sz="1800" dirty="0">
                <a:latin typeface="Calibri"/>
                <a:cs typeface="Calibri"/>
              </a:rPr>
              <a:t>of</a:t>
            </a:r>
            <a:r>
              <a:rPr sz="1800" spc="30" dirty="0">
                <a:latin typeface="Calibri"/>
                <a:cs typeface="Calibri"/>
              </a:rPr>
              <a:t> </a:t>
            </a:r>
            <a:r>
              <a:rPr sz="1800" dirty="0">
                <a:latin typeface="Calibri"/>
                <a:cs typeface="Calibri"/>
              </a:rPr>
              <a:t>the</a:t>
            </a:r>
            <a:r>
              <a:rPr sz="1800" spc="30" dirty="0">
                <a:latin typeface="Calibri"/>
                <a:cs typeface="Calibri"/>
              </a:rPr>
              <a:t> </a:t>
            </a:r>
            <a:r>
              <a:rPr sz="1800" dirty="0">
                <a:latin typeface="Calibri"/>
                <a:cs typeface="Calibri"/>
              </a:rPr>
              <a:t>bugs</a:t>
            </a:r>
            <a:r>
              <a:rPr sz="1800" spc="40" dirty="0">
                <a:latin typeface="Calibri"/>
                <a:cs typeface="Calibri"/>
              </a:rPr>
              <a:t> </a:t>
            </a:r>
            <a:r>
              <a:rPr sz="1800" dirty="0">
                <a:latin typeface="Calibri"/>
                <a:cs typeface="Calibri"/>
              </a:rPr>
              <a:t>are</a:t>
            </a:r>
            <a:r>
              <a:rPr sz="1800" spc="40" dirty="0">
                <a:latin typeface="Calibri"/>
                <a:cs typeface="Calibri"/>
              </a:rPr>
              <a:t> </a:t>
            </a:r>
            <a:r>
              <a:rPr sz="1800" dirty="0">
                <a:latin typeface="Calibri"/>
                <a:cs typeface="Calibri"/>
              </a:rPr>
              <a:t>discovered</a:t>
            </a:r>
            <a:r>
              <a:rPr sz="1800" spc="30" dirty="0">
                <a:latin typeface="Calibri"/>
                <a:cs typeface="Calibri"/>
              </a:rPr>
              <a:t> </a:t>
            </a:r>
            <a:r>
              <a:rPr sz="1800" spc="-25" dirty="0">
                <a:latin typeface="Calibri"/>
                <a:cs typeface="Calibri"/>
              </a:rPr>
              <a:t>in </a:t>
            </a:r>
            <a:r>
              <a:rPr sz="1800" dirty="0">
                <a:latin typeface="Calibri"/>
                <a:cs typeface="Calibri"/>
              </a:rPr>
              <a:t>early</a:t>
            </a:r>
            <a:r>
              <a:rPr sz="1800" spc="-40" dirty="0">
                <a:latin typeface="Calibri"/>
                <a:cs typeface="Calibri"/>
              </a:rPr>
              <a:t> </a:t>
            </a:r>
            <a:r>
              <a:rPr sz="1800" dirty="0">
                <a:latin typeface="Calibri"/>
                <a:cs typeface="Calibri"/>
              </a:rPr>
              <a:t>stage</a:t>
            </a:r>
            <a:r>
              <a:rPr sz="1800" spc="-35" dirty="0">
                <a:latin typeface="Calibri"/>
                <a:cs typeface="Calibri"/>
              </a:rPr>
              <a:t> </a:t>
            </a:r>
            <a:r>
              <a:rPr sz="1800" dirty="0">
                <a:latin typeface="Calibri"/>
                <a:cs typeface="Calibri"/>
              </a:rPr>
              <a:t>of</a:t>
            </a:r>
            <a:r>
              <a:rPr sz="1800" spc="-30" dirty="0">
                <a:latin typeface="Calibri"/>
                <a:cs typeface="Calibri"/>
              </a:rPr>
              <a:t> </a:t>
            </a:r>
            <a:r>
              <a:rPr sz="1800" spc="-10" dirty="0">
                <a:latin typeface="Calibri"/>
                <a:cs typeface="Calibri"/>
              </a:rPr>
              <a:t>testing.</a:t>
            </a:r>
            <a:endParaRPr sz="1800">
              <a:latin typeface="Calibri"/>
              <a:cs typeface="Calibri"/>
            </a:endParaRPr>
          </a:p>
          <a:p>
            <a:pPr marL="415290" indent="-402590" algn="just">
              <a:lnSpc>
                <a:spcPct val="100000"/>
              </a:lnSpc>
              <a:spcBef>
                <a:spcPts val="1000"/>
              </a:spcBef>
              <a:buAutoNum type="romanLcPeriod"/>
              <a:tabLst>
                <a:tab pos="415290" algn="l"/>
              </a:tabLst>
            </a:pPr>
            <a:r>
              <a:rPr sz="1800" b="1" dirty="0">
                <a:latin typeface="Calibri"/>
                <a:cs typeface="Calibri"/>
              </a:rPr>
              <a:t>Bug</a:t>
            </a:r>
            <a:r>
              <a:rPr sz="1800" b="1" spc="450" dirty="0">
                <a:latin typeface="Calibri"/>
                <a:cs typeface="Calibri"/>
              </a:rPr>
              <a:t> </a:t>
            </a:r>
            <a:r>
              <a:rPr sz="1800" b="1" dirty="0">
                <a:latin typeface="Calibri"/>
                <a:cs typeface="Calibri"/>
              </a:rPr>
              <a:t>prevention:</a:t>
            </a:r>
            <a:r>
              <a:rPr sz="1800" b="1" spc="445" dirty="0">
                <a:latin typeface="Calibri"/>
                <a:cs typeface="Calibri"/>
              </a:rPr>
              <a:t> </a:t>
            </a:r>
            <a:r>
              <a:rPr sz="1800" dirty="0">
                <a:latin typeface="Calibri"/>
                <a:cs typeface="Calibri"/>
              </a:rPr>
              <a:t>Is</a:t>
            </a:r>
            <a:r>
              <a:rPr sz="1800" spc="450" dirty="0">
                <a:latin typeface="Calibri"/>
                <a:cs typeface="Calibri"/>
              </a:rPr>
              <a:t> </a:t>
            </a:r>
            <a:r>
              <a:rPr sz="1800" dirty="0">
                <a:latin typeface="Calibri"/>
                <a:cs typeface="Calibri"/>
              </a:rPr>
              <a:t>the</a:t>
            </a:r>
            <a:r>
              <a:rPr sz="1800" spc="450" dirty="0">
                <a:latin typeface="Calibri"/>
                <a:cs typeface="Calibri"/>
              </a:rPr>
              <a:t> </a:t>
            </a:r>
            <a:r>
              <a:rPr sz="1800" dirty="0">
                <a:latin typeface="Calibri"/>
                <a:cs typeface="Calibri"/>
              </a:rPr>
              <a:t>consequent</a:t>
            </a:r>
            <a:r>
              <a:rPr sz="1800" spc="450" dirty="0">
                <a:latin typeface="Calibri"/>
                <a:cs typeface="Calibri"/>
              </a:rPr>
              <a:t> </a:t>
            </a:r>
            <a:r>
              <a:rPr sz="1800" dirty="0">
                <a:latin typeface="Calibri"/>
                <a:cs typeface="Calibri"/>
              </a:rPr>
              <a:t>action</a:t>
            </a:r>
            <a:r>
              <a:rPr sz="1800" spc="450" dirty="0">
                <a:latin typeface="Calibri"/>
                <a:cs typeface="Calibri"/>
              </a:rPr>
              <a:t> </a:t>
            </a:r>
            <a:r>
              <a:rPr sz="1800" dirty="0">
                <a:latin typeface="Calibri"/>
                <a:cs typeface="Calibri"/>
              </a:rPr>
              <a:t>of</a:t>
            </a:r>
            <a:r>
              <a:rPr sz="1800" spc="465" dirty="0">
                <a:latin typeface="Calibri"/>
                <a:cs typeface="Calibri"/>
              </a:rPr>
              <a:t> </a:t>
            </a:r>
            <a:r>
              <a:rPr sz="1800" spc="-25" dirty="0">
                <a:latin typeface="Calibri"/>
                <a:cs typeface="Calibri"/>
              </a:rPr>
              <a:t>bug</a:t>
            </a:r>
            <a:endParaRPr sz="1800">
              <a:latin typeface="Calibri"/>
              <a:cs typeface="Calibri"/>
            </a:endParaRPr>
          </a:p>
          <a:p>
            <a:pPr marL="413384">
              <a:lnSpc>
                <a:spcPct val="100000"/>
              </a:lnSpc>
            </a:pPr>
            <a:r>
              <a:rPr sz="1800" spc="-10" dirty="0">
                <a:latin typeface="Calibri"/>
                <a:cs typeface="Calibri"/>
              </a:rPr>
              <a:t>discovery.</a:t>
            </a:r>
            <a:endParaRPr sz="1800">
              <a:latin typeface="Calibri"/>
              <a:cs typeface="Calibri"/>
            </a:endParaRPr>
          </a:p>
          <a:p>
            <a:pPr marL="12700">
              <a:lnSpc>
                <a:spcPct val="100000"/>
              </a:lnSpc>
              <a:spcBef>
                <a:spcPts val="1010"/>
              </a:spcBef>
              <a:tabLst>
                <a:tab pos="330835" algn="l"/>
                <a:tab pos="922019" algn="l"/>
                <a:tab pos="1537970" algn="l"/>
                <a:tab pos="2271395" algn="l"/>
                <a:tab pos="2962910" algn="l"/>
                <a:tab pos="3734435" algn="l"/>
                <a:tab pos="4354830" algn="l"/>
                <a:tab pos="5022215" algn="l"/>
              </a:tabLst>
            </a:pPr>
            <a:r>
              <a:rPr sz="1800" b="1" spc="-25" dirty="0">
                <a:latin typeface="Calibri"/>
                <a:cs typeface="Calibri"/>
              </a:rPr>
              <a:t>2.</a:t>
            </a:r>
            <a:r>
              <a:rPr sz="1800" b="1" dirty="0">
                <a:latin typeface="Calibri"/>
                <a:cs typeface="Calibri"/>
              </a:rPr>
              <a:t>	</a:t>
            </a:r>
            <a:r>
              <a:rPr sz="1800" b="1" spc="-20" dirty="0">
                <a:latin typeface="Calibri"/>
                <a:cs typeface="Calibri"/>
              </a:rPr>
              <a:t>Long</a:t>
            </a:r>
            <a:r>
              <a:rPr sz="1800" b="1" dirty="0">
                <a:latin typeface="Calibri"/>
                <a:cs typeface="Calibri"/>
              </a:rPr>
              <a:t>	</a:t>
            </a:r>
            <a:r>
              <a:rPr sz="1800" b="1" spc="-20" dirty="0">
                <a:latin typeface="Calibri"/>
                <a:cs typeface="Calibri"/>
              </a:rPr>
              <a:t>Term</a:t>
            </a:r>
            <a:r>
              <a:rPr sz="1800" b="1" dirty="0">
                <a:latin typeface="Calibri"/>
                <a:cs typeface="Calibri"/>
              </a:rPr>
              <a:t>	</a:t>
            </a:r>
            <a:r>
              <a:rPr sz="1800" b="1" spc="-10" dirty="0">
                <a:latin typeface="Calibri"/>
                <a:cs typeface="Calibri"/>
              </a:rPr>
              <a:t>Goals:</a:t>
            </a:r>
            <a:r>
              <a:rPr sz="1800" b="1" dirty="0">
                <a:latin typeface="Calibri"/>
                <a:cs typeface="Calibri"/>
              </a:rPr>
              <a:t>	</a:t>
            </a:r>
            <a:r>
              <a:rPr sz="1800" spc="-20" dirty="0">
                <a:latin typeface="Calibri"/>
                <a:cs typeface="Calibri"/>
              </a:rPr>
              <a:t>These</a:t>
            </a:r>
            <a:r>
              <a:rPr sz="1800" dirty="0">
                <a:latin typeface="Calibri"/>
                <a:cs typeface="Calibri"/>
              </a:rPr>
              <a:t>	</a:t>
            </a:r>
            <a:r>
              <a:rPr sz="1800" spc="-10" dirty="0">
                <a:latin typeface="Calibri"/>
                <a:cs typeface="Calibri"/>
              </a:rPr>
              <a:t>testing</a:t>
            </a:r>
            <a:r>
              <a:rPr sz="1800" dirty="0">
                <a:latin typeface="Calibri"/>
                <a:cs typeface="Calibri"/>
              </a:rPr>
              <a:t>	</a:t>
            </a:r>
            <a:r>
              <a:rPr sz="1800" spc="-10" dirty="0">
                <a:latin typeface="Calibri"/>
                <a:cs typeface="Calibri"/>
              </a:rPr>
              <a:t>goals</a:t>
            </a:r>
            <a:r>
              <a:rPr sz="1800" dirty="0">
                <a:latin typeface="Calibri"/>
                <a:cs typeface="Calibri"/>
              </a:rPr>
              <a:t>	</a:t>
            </a:r>
            <a:r>
              <a:rPr sz="1800" spc="-10" dirty="0">
                <a:latin typeface="Calibri"/>
                <a:cs typeface="Calibri"/>
              </a:rPr>
              <a:t>affect</a:t>
            </a:r>
            <a:r>
              <a:rPr sz="1800" dirty="0">
                <a:latin typeface="Calibri"/>
                <a:cs typeface="Calibri"/>
              </a:rPr>
              <a:t>	</a:t>
            </a:r>
            <a:r>
              <a:rPr sz="1800" spc="-25" dirty="0">
                <a:latin typeface="Calibri"/>
                <a:cs typeface="Calibri"/>
              </a:rPr>
              <a:t>the</a:t>
            </a:r>
            <a:endParaRPr sz="1800">
              <a:latin typeface="Calibri"/>
              <a:cs typeface="Calibri"/>
            </a:endParaRPr>
          </a:p>
        </p:txBody>
      </p:sp>
      <p:sp>
        <p:nvSpPr>
          <p:cNvPr id="6" name="object 6"/>
          <p:cNvSpPr txBox="1"/>
          <p:nvPr/>
        </p:nvSpPr>
        <p:spPr>
          <a:xfrm>
            <a:off x="593242" y="3990212"/>
            <a:ext cx="5347335" cy="1101725"/>
          </a:xfrm>
          <a:prstGeom prst="rect">
            <a:avLst/>
          </a:prstGeom>
        </p:spPr>
        <p:txBody>
          <a:bodyPr vert="horz" wrap="square" lIns="0" tIns="139065" rIns="0" bIns="0" rtlCol="0">
            <a:spAutoFit/>
          </a:bodyPr>
          <a:lstStyle/>
          <a:p>
            <a:pPr marL="12700">
              <a:lnSpc>
                <a:spcPct val="100000"/>
              </a:lnSpc>
              <a:spcBef>
                <a:spcPts val="1095"/>
              </a:spcBef>
            </a:pPr>
            <a:r>
              <a:rPr sz="1800" dirty="0">
                <a:latin typeface="Calibri"/>
                <a:cs typeface="Calibri"/>
              </a:rPr>
              <a:t>software</a:t>
            </a:r>
            <a:r>
              <a:rPr sz="1800" spc="-45" dirty="0">
                <a:latin typeface="Calibri"/>
                <a:cs typeface="Calibri"/>
              </a:rPr>
              <a:t> </a:t>
            </a:r>
            <a:r>
              <a:rPr sz="1800" dirty="0">
                <a:latin typeface="Calibri"/>
                <a:cs typeface="Calibri"/>
              </a:rPr>
              <a:t>product</a:t>
            </a:r>
            <a:r>
              <a:rPr sz="1800" spc="-30" dirty="0">
                <a:latin typeface="Calibri"/>
                <a:cs typeface="Calibri"/>
              </a:rPr>
              <a:t> </a:t>
            </a:r>
            <a:r>
              <a:rPr sz="1800" dirty="0">
                <a:latin typeface="Calibri"/>
                <a:cs typeface="Calibri"/>
              </a:rPr>
              <a:t>quality</a:t>
            </a:r>
            <a:r>
              <a:rPr sz="1800" spc="-40" dirty="0">
                <a:latin typeface="Calibri"/>
                <a:cs typeface="Calibri"/>
              </a:rPr>
              <a:t> </a:t>
            </a:r>
            <a:r>
              <a:rPr sz="1800" dirty="0">
                <a:latin typeface="Calibri"/>
                <a:cs typeface="Calibri"/>
              </a:rPr>
              <a:t>in</a:t>
            </a:r>
            <a:r>
              <a:rPr sz="1800" spc="-35" dirty="0">
                <a:latin typeface="Calibri"/>
                <a:cs typeface="Calibri"/>
              </a:rPr>
              <a:t> </a:t>
            </a:r>
            <a:r>
              <a:rPr sz="1800" dirty="0">
                <a:latin typeface="Calibri"/>
                <a:cs typeface="Calibri"/>
              </a:rPr>
              <a:t>the</a:t>
            </a:r>
            <a:r>
              <a:rPr sz="1800" spc="-45" dirty="0">
                <a:latin typeface="Calibri"/>
                <a:cs typeface="Calibri"/>
              </a:rPr>
              <a:t> </a:t>
            </a:r>
            <a:r>
              <a:rPr sz="1800" dirty="0">
                <a:latin typeface="Calibri"/>
                <a:cs typeface="Calibri"/>
              </a:rPr>
              <a:t>long</a:t>
            </a:r>
            <a:r>
              <a:rPr sz="1800" spc="-30" dirty="0">
                <a:latin typeface="Calibri"/>
                <a:cs typeface="Calibri"/>
              </a:rPr>
              <a:t> </a:t>
            </a:r>
            <a:r>
              <a:rPr sz="1800" dirty="0">
                <a:latin typeface="Calibri"/>
                <a:cs typeface="Calibri"/>
              </a:rPr>
              <a:t>term.</a:t>
            </a:r>
            <a:r>
              <a:rPr sz="1800" spc="-45" dirty="0">
                <a:latin typeface="Calibri"/>
                <a:cs typeface="Calibri"/>
              </a:rPr>
              <a:t> </a:t>
            </a:r>
            <a:r>
              <a:rPr sz="1800" dirty="0">
                <a:latin typeface="Calibri"/>
                <a:cs typeface="Calibri"/>
              </a:rPr>
              <a:t>These</a:t>
            </a:r>
            <a:r>
              <a:rPr sz="1800" spc="-45" dirty="0">
                <a:latin typeface="Calibri"/>
                <a:cs typeface="Calibri"/>
              </a:rPr>
              <a:t> </a:t>
            </a:r>
            <a:r>
              <a:rPr sz="1800" spc="-10" dirty="0">
                <a:latin typeface="Calibri"/>
                <a:cs typeface="Calibri"/>
              </a:rPr>
              <a:t>include:</a:t>
            </a:r>
            <a:endParaRPr sz="1800">
              <a:latin typeface="Calibri"/>
              <a:cs typeface="Calibri"/>
            </a:endParaRPr>
          </a:p>
          <a:p>
            <a:pPr marL="413384" marR="5080" indent="-401320">
              <a:lnSpc>
                <a:spcPct val="100000"/>
              </a:lnSpc>
              <a:spcBef>
                <a:spcPts val="994"/>
              </a:spcBef>
              <a:tabLst>
                <a:tab pos="413384" algn="l"/>
              </a:tabLst>
            </a:pPr>
            <a:r>
              <a:rPr sz="1800" b="1" spc="-25" dirty="0">
                <a:latin typeface="Calibri"/>
                <a:cs typeface="Calibri"/>
              </a:rPr>
              <a:t>(i)</a:t>
            </a:r>
            <a:r>
              <a:rPr sz="1800" b="1" dirty="0">
                <a:latin typeface="Calibri"/>
                <a:cs typeface="Calibri"/>
              </a:rPr>
              <a:t>	Quality:</a:t>
            </a:r>
            <a:r>
              <a:rPr sz="1800" b="1" spc="190" dirty="0">
                <a:latin typeface="Calibri"/>
                <a:cs typeface="Calibri"/>
              </a:rPr>
              <a:t> </a:t>
            </a:r>
            <a:r>
              <a:rPr sz="1800" dirty="0">
                <a:latin typeface="Calibri"/>
                <a:cs typeface="Calibri"/>
              </a:rPr>
              <a:t>This</a:t>
            </a:r>
            <a:r>
              <a:rPr sz="1800" spc="200" dirty="0">
                <a:latin typeface="Calibri"/>
                <a:cs typeface="Calibri"/>
              </a:rPr>
              <a:t> </a:t>
            </a:r>
            <a:r>
              <a:rPr sz="1800" dirty="0">
                <a:latin typeface="Calibri"/>
                <a:cs typeface="Calibri"/>
              </a:rPr>
              <a:t>goal</a:t>
            </a:r>
            <a:r>
              <a:rPr sz="1800" spc="185" dirty="0">
                <a:latin typeface="Calibri"/>
                <a:cs typeface="Calibri"/>
              </a:rPr>
              <a:t> </a:t>
            </a:r>
            <a:r>
              <a:rPr sz="1800" dirty="0">
                <a:latin typeface="Calibri"/>
                <a:cs typeface="Calibri"/>
              </a:rPr>
              <a:t>enhances</a:t>
            </a:r>
            <a:r>
              <a:rPr sz="1800" spc="215" dirty="0">
                <a:latin typeface="Calibri"/>
                <a:cs typeface="Calibri"/>
              </a:rPr>
              <a:t> </a:t>
            </a:r>
            <a:r>
              <a:rPr sz="1800" dirty="0">
                <a:latin typeface="Calibri"/>
                <a:cs typeface="Calibri"/>
              </a:rPr>
              <a:t>quality</a:t>
            </a:r>
            <a:r>
              <a:rPr sz="1800" spc="200" dirty="0">
                <a:latin typeface="Calibri"/>
                <a:cs typeface="Calibri"/>
              </a:rPr>
              <a:t> </a:t>
            </a:r>
            <a:r>
              <a:rPr sz="1800" dirty="0">
                <a:latin typeface="Calibri"/>
                <a:cs typeface="Calibri"/>
              </a:rPr>
              <a:t>of</a:t>
            </a:r>
            <a:r>
              <a:rPr sz="1800" spc="200" dirty="0">
                <a:latin typeface="Calibri"/>
                <a:cs typeface="Calibri"/>
              </a:rPr>
              <a:t> </a:t>
            </a:r>
            <a:r>
              <a:rPr sz="1800" dirty="0">
                <a:latin typeface="Calibri"/>
                <a:cs typeface="Calibri"/>
              </a:rPr>
              <a:t>the</a:t>
            </a:r>
            <a:r>
              <a:rPr sz="1800" spc="200" dirty="0">
                <a:latin typeface="Calibri"/>
                <a:cs typeface="Calibri"/>
              </a:rPr>
              <a:t> </a:t>
            </a:r>
            <a:r>
              <a:rPr sz="1800" spc="-10" dirty="0">
                <a:latin typeface="Calibri"/>
                <a:cs typeface="Calibri"/>
              </a:rPr>
              <a:t>software product.</a:t>
            </a:r>
            <a:endParaRPr sz="1800">
              <a:latin typeface="Calibri"/>
              <a:cs typeface="Calibri"/>
            </a:endParaRPr>
          </a:p>
        </p:txBody>
      </p:sp>
      <p:sp>
        <p:nvSpPr>
          <p:cNvPr id="7" name="object 7"/>
          <p:cNvSpPr txBox="1"/>
          <p:nvPr/>
        </p:nvSpPr>
        <p:spPr>
          <a:xfrm>
            <a:off x="593242" y="5193029"/>
            <a:ext cx="1386205" cy="848360"/>
          </a:xfrm>
          <a:prstGeom prst="rect">
            <a:avLst/>
          </a:prstGeom>
        </p:spPr>
        <p:txBody>
          <a:bodyPr vert="horz" wrap="square" lIns="0" tIns="12700" rIns="0" bIns="0" rtlCol="0">
            <a:spAutoFit/>
          </a:bodyPr>
          <a:lstStyle/>
          <a:p>
            <a:pPr marL="12700">
              <a:lnSpc>
                <a:spcPct val="100000"/>
              </a:lnSpc>
              <a:spcBef>
                <a:spcPts val="100"/>
              </a:spcBef>
              <a:tabLst>
                <a:tab pos="413384" algn="l"/>
              </a:tabLst>
            </a:pPr>
            <a:r>
              <a:rPr sz="1800" b="1" spc="-20" dirty="0">
                <a:latin typeface="Calibri"/>
                <a:cs typeface="Calibri"/>
              </a:rPr>
              <a:t>(ii)</a:t>
            </a:r>
            <a:r>
              <a:rPr sz="1800" b="1" dirty="0">
                <a:latin typeface="Calibri"/>
                <a:cs typeface="Calibri"/>
              </a:rPr>
              <a:t>	</a:t>
            </a:r>
            <a:r>
              <a:rPr sz="1800" b="1" spc="-10" dirty="0">
                <a:latin typeface="Calibri"/>
                <a:cs typeface="Calibri"/>
              </a:rPr>
              <a:t>Customer</a:t>
            </a:r>
            <a:endParaRPr sz="1800">
              <a:latin typeface="Calibri"/>
              <a:cs typeface="Calibri"/>
            </a:endParaRPr>
          </a:p>
          <a:p>
            <a:pPr marL="413384" marR="5080">
              <a:lnSpc>
                <a:spcPct val="100000"/>
              </a:lnSpc>
            </a:pPr>
            <a:r>
              <a:rPr sz="1800" spc="-20" dirty="0">
                <a:latin typeface="Calibri"/>
                <a:cs typeface="Calibri"/>
              </a:rPr>
              <a:t>customers </a:t>
            </a:r>
            <a:r>
              <a:rPr sz="1800" spc="-10" dirty="0">
                <a:latin typeface="Calibri"/>
                <a:cs typeface="Calibri"/>
              </a:rPr>
              <a:t>product.</a:t>
            </a:r>
            <a:endParaRPr sz="1800">
              <a:latin typeface="Calibri"/>
              <a:cs typeface="Calibri"/>
            </a:endParaRPr>
          </a:p>
        </p:txBody>
      </p:sp>
      <p:sp>
        <p:nvSpPr>
          <p:cNvPr id="8" name="object 8"/>
          <p:cNvSpPr txBox="1"/>
          <p:nvPr/>
        </p:nvSpPr>
        <p:spPr>
          <a:xfrm>
            <a:off x="2129408" y="5193029"/>
            <a:ext cx="1170940" cy="57404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Calibri"/>
                <a:cs typeface="Calibri"/>
              </a:rPr>
              <a:t>satisfaction:</a:t>
            </a:r>
            <a:endParaRPr sz="1800">
              <a:latin typeface="Calibri"/>
              <a:cs typeface="Calibri"/>
            </a:endParaRPr>
          </a:p>
          <a:p>
            <a:pPr marL="48895">
              <a:lnSpc>
                <a:spcPct val="100000"/>
              </a:lnSpc>
            </a:pPr>
            <a:r>
              <a:rPr sz="1800" spc="-10" dirty="0">
                <a:latin typeface="Calibri"/>
                <a:cs typeface="Calibri"/>
              </a:rPr>
              <a:t>satisfaction</a:t>
            </a:r>
            <a:endParaRPr sz="1800">
              <a:latin typeface="Calibri"/>
              <a:cs typeface="Calibri"/>
            </a:endParaRPr>
          </a:p>
        </p:txBody>
      </p:sp>
      <p:sp>
        <p:nvSpPr>
          <p:cNvPr id="9" name="object 9"/>
          <p:cNvSpPr txBox="1"/>
          <p:nvPr/>
        </p:nvSpPr>
        <p:spPr>
          <a:xfrm>
            <a:off x="3431285" y="5193029"/>
            <a:ext cx="2508250" cy="574040"/>
          </a:xfrm>
          <a:prstGeom prst="rect">
            <a:avLst/>
          </a:prstGeom>
        </p:spPr>
        <p:txBody>
          <a:bodyPr vert="horz" wrap="square" lIns="0" tIns="12700" rIns="0" bIns="0" rtlCol="0">
            <a:spAutoFit/>
          </a:bodyPr>
          <a:lstStyle/>
          <a:p>
            <a:pPr marL="12700" marR="5080" indent="66675">
              <a:lnSpc>
                <a:spcPct val="100000"/>
              </a:lnSpc>
              <a:spcBef>
                <a:spcPts val="100"/>
              </a:spcBef>
              <a:tabLst>
                <a:tab pos="489584" algn="l"/>
                <a:tab pos="675005" algn="l"/>
                <a:tab pos="1288415" algn="l"/>
                <a:tab pos="1678305" algn="l"/>
                <a:tab pos="2184400" algn="l"/>
              </a:tabLst>
            </a:pPr>
            <a:r>
              <a:rPr sz="1800" spc="-20" dirty="0">
                <a:latin typeface="Calibri"/>
                <a:cs typeface="Calibri"/>
              </a:rPr>
              <a:t>This</a:t>
            </a:r>
            <a:r>
              <a:rPr sz="1800" dirty="0">
                <a:latin typeface="Calibri"/>
                <a:cs typeface="Calibri"/>
              </a:rPr>
              <a:t>		</a:t>
            </a:r>
            <a:r>
              <a:rPr sz="1800" spc="-20" dirty="0">
                <a:latin typeface="Calibri"/>
                <a:cs typeface="Calibri"/>
              </a:rPr>
              <a:t>goal</a:t>
            </a:r>
            <a:r>
              <a:rPr sz="1800" dirty="0">
                <a:latin typeface="Calibri"/>
                <a:cs typeface="Calibri"/>
              </a:rPr>
              <a:t>	</a:t>
            </a:r>
            <a:r>
              <a:rPr sz="1800" spc="-10" dirty="0">
                <a:latin typeface="Calibri"/>
                <a:cs typeface="Calibri"/>
              </a:rPr>
              <a:t>verifies</a:t>
            </a:r>
            <a:r>
              <a:rPr sz="1800" dirty="0">
                <a:latin typeface="Calibri"/>
                <a:cs typeface="Calibri"/>
              </a:rPr>
              <a:t>	</a:t>
            </a:r>
            <a:r>
              <a:rPr sz="1800" spc="-25" dirty="0">
                <a:latin typeface="Calibri"/>
                <a:cs typeface="Calibri"/>
              </a:rPr>
              <a:t>the for</a:t>
            </a:r>
            <a:r>
              <a:rPr sz="1800" dirty="0">
                <a:latin typeface="Calibri"/>
                <a:cs typeface="Calibri"/>
              </a:rPr>
              <a:t>	</a:t>
            </a:r>
            <a:r>
              <a:rPr sz="1800" spc="-10" dirty="0">
                <a:latin typeface="Calibri"/>
                <a:cs typeface="Calibri"/>
              </a:rPr>
              <a:t>developed</a:t>
            </a:r>
            <a:r>
              <a:rPr sz="1800" dirty="0">
                <a:latin typeface="Calibri"/>
                <a:cs typeface="Calibri"/>
              </a:rPr>
              <a:t>	</a:t>
            </a:r>
            <a:r>
              <a:rPr sz="1800" spc="-20" dirty="0">
                <a:latin typeface="Calibri"/>
                <a:cs typeface="Calibri"/>
              </a:rPr>
              <a:t>software</a:t>
            </a:r>
            <a:endParaRPr sz="1800">
              <a:latin typeface="Calibri"/>
              <a:cs typeface="Calibri"/>
            </a:endParaRPr>
          </a:p>
        </p:txBody>
      </p:sp>
      <p:sp>
        <p:nvSpPr>
          <p:cNvPr id="10" name="object 10"/>
          <p:cNvSpPr txBox="1"/>
          <p:nvPr/>
        </p:nvSpPr>
        <p:spPr>
          <a:xfrm>
            <a:off x="6251828" y="589534"/>
            <a:ext cx="5587365" cy="299720"/>
          </a:xfrm>
          <a:prstGeom prst="rect">
            <a:avLst/>
          </a:prstGeom>
        </p:spPr>
        <p:txBody>
          <a:bodyPr vert="horz" wrap="square" lIns="0" tIns="12700" rIns="0" bIns="0" rtlCol="0">
            <a:spAutoFit/>
          </a:bodyPr>
          <a:lstStyle/>
          <a:p>
            <a:pPr marL="12700">
              <a:lnSpc>
                <a:spcPct val="100000"/>
              </a:lnSpc>
              <a:spcBef>
                <a:spcPts val="100"/>
              </a:spcBef>
              <a:tabLst>
                <a:tab pos="413384" algn="l"/>
                <a:tab pos="1571625" algn="l"/>
                <a:tab pos="1859280" algn="l"/>
                <a:tab pos="2155190" algn="l"/>
                <a:tab pos="2419350" algn="l"/>
                <a:tab pos="3204210" algn="l"/>
                <a:tab pos="3548379" algn="l"/>
                <a:tab pos="4725035" algn="l"/>
                <a:tab pos="5262880" algn="l"/>
              </a:tabLst>
            </a:pPr>
            <a:r>
              <a:rPr sz="1800" b="1" spc="-20" dirty="0">
                <a:latin typeface="Calibri"/>
                <a:cs typeface="Calibri"/>
              </a:rPr>
              <a:t>iii.</a:t>
            </a:r>
            <a:r>
              <a:rPr sz="1800" b="1" dirty="0">
                <a:latin typeface="Calibri"/>
                <a:cs typeface="Calibri"/>
              </a:rPr>
              <a:t>	</a:t>
            </a:r>
            <a:r>
              <a:rPr sz="1800" b="1" spc="-10" dirty="0">
                <a:latin typeface="Calibri"/>
                <a:cs typeface="Calibri"/>
              </a:rPr>
              <a:t>Reliability:</a:t>
            </a:r>
            <a:r>
              <a:rPr sz="1800" b="1" dirty="0">
                <a:latin typeface="Calibri"/>
                <a:cs typeface="Calibri"/>
              </a:rPr>
              <a:t>	</a:t>
            </a:r>
            <a:r>
              <a:rPr sz="1800" spc="-25" dirty="0">
                <a:latin typeface="Calibri"/>
                <a:cs typeface="Calibri"/>
              </a:rPr>
              <a:t>It</a:t>
            </a:r>
            <a:r>
              <a:rPr sz="1800" dirty="0">
                <a:latin typeface="Calibri"/>
                <a:cs typeface="Calibri"/>
              </a:rPr>
              <a:t>	</a:t>
            </a:r>
            <a:r>
              <a:rPr sz="1800" spc="-25" dirty="0">
                <a:latin typeface="Calibri"/>
                <a:cs typeface="Calibri"/>
              </a:rPr>
              <a:t>is</a:t>
            </a:r>
            <a:r>
              <a:rPr sz="1800" dirty="0">
                <a:latin typeface="Calibri"/>
                <a:cs typeface="Calibri"/>
              </a:rPr>
              <a:t>	</a:t>
            </a:r>
            <a:r>
              <a:rPr sz="1800" spc="-50" dirty="0">
                <a:latin typeface="Calibri"/>
                <a:cs typeface="Calibri"/>
              </a:rPr>
              <a:t>a</a:t>
            </a:r>
            <a:r>
              <a:rPr sz="1800" dirty="0">
                <a:latin typeface="Calibri"/>
                <a:cs typeface="Calibri"/>
              </a:rPr>
              <a:t>	</a:t>
            </a:r>
            <a:r>
              <a:rPr sz="1800" spc="-10" dirty="0">
                <a:latin typeface="Calibri"/>
                <a:cs typeface="Calibri"/>
              </a:rPr>
              <a:t>matter</a:t>
            </a:r>
            <a:r>
              <a:rPr sz="1800" dirty="0">
                <a:latin typeface="Calibri"/>
                <a:cs typeface="Calibri"/>
              </a:rPr>
              <a:t>	</a:t>
            </a:r>
            <a:r>
              <a:rPr sz="1800" spc="-25" dirty="0">
                <a:latin typeface="Calibri"/>
                <a:cs typeface="Calibri"/>
              </a:rPr>
              <a:t>of</a:t>
            </a:r>
            <a:r>
              <a:rPr sz="1800" dirty="0">
                <a:latin typeface="Calibri"/>
                <a:cs typeface="Calibri"/>
              </a:rPr>
              <a:t>	</a:t>
            </a:r>
            <a:r>
              <a:rPr sz="1800" spc="-10" dirty="0">
                <a:latin typeface="Calibri"/>
                <a:cs typeface="Calibri"/>
              </a:rPr>
              <a:t>confidence</a:t>
            </a:r>
            <a:r>
              <a:rPr sz="1800" dirty="0">
                <a:latin typeface="Calibri"/>
                <a:cs typeface="Calibri"/>
              </a:rPr>
              <a:t>	</a:t>
            </a:r>
            <a:r>
              <a:rPr sz="1800" spc="-20" dirty="0">
                <a:latin typeface="Calibri"/>
                <a:cs typeface="Calibri"/>
              </a:rPr>
              <a:t>that</a:t>
            </a:r>
            <a:r>
              <a:rPr sz="1800" dirty="0">
                <a:latin typeface="Calibri"/>
                <a:cs typeface="Calibri"/>
              </a:rPr>
              <a:t>	</a:t>
            </a:r>
            <a:r>
              <a:rPr sz="1800" spc="-25" dirty="0">
                <a:latin typeface="Calibri"/>
                <a:cs typeface="Calibri"/>
              </a:rPr>
              <a:t>the</a:t>
            </a:r>
            <a:endParaRPr sz="1800">
              <a:latin typeface="Calibri"/>
              <a:cs typeface="Calibri"/>
            </a:endParaRPr>
          </a:p>
        </p:txBody>
      </p:sp>
      <p:sp>
        <p:nvSpPr>
          <p:cNvPr id="11" name="object 11"/>
          <p:cNvSpPr txBox="1"/>
          <p:nvPr/>
        </p:nvSpPr>
        <p:spPr>
          <a:xfrm>
            <a:off x="6251828" y="863853"/>
            <a:ext cx="5587365" cy="1800225"/>
          </a:xfrm>
          <a:prstGeom prst="rect">
            <a:avLst/>
          </a:prstGeom>
        </p:spPr>
        <p:txBody>
          <a:bodyPr vert="horz" wrap="square" lIns="0" tIns="12700" rIns="0" bIns="0" rtlCol="0">
            <a:spAutoFit/>
          </a:bodyPr>
          <a:lstStyle/>
          <a:p>
            <a:pPr marL="413384" marR="5080" algn="just">
              <a:lnSpc>
                <a:spcPct val="100000"/>
              </a:lnSpc>
              <a:spcBef>
                <a:spcPts val="100"/>
              </a:spcBef>
            </a:pPr>
            <a:r>
              <a:rPr sz="1800" dirty="0">
                <a:latin typeface="Calibri"/>
                <a:cs typeface="Calibri"/>
              </a:rPr>
              <a:t>software</a:t>
            </a:r>
            <a:r>
              <a:rPr sz="1800" spc="110" dirty="0">
                <a:latin typeface="Calibri"/>
                <a:cs typeface="Calibri"/>
              </a:rPr>
              <a:t> </a:t>
            </a:r>
            <a:r>
              <a:rPr sz="1800" dirty="0">
                <a:latin typeface="Calibri"/>
                <a:cs typeface="Calibri"/>
              </a:rPr>
              <a:t>will</a:t>
            </a:r>
            <a:r>
              <a:rPr sz="1800" spc="105" dirty="0">
                <a:latin typeface="Calibri"/>
                <a:cs typeface="Calibri"/>
              </a:rPr>
              <a:t> </a:t>
            </a:r>
            <a:r>
              <a:rPr sz="1800" dirty="0">
                <a:latin typeface="Calibri"/>
                <a:cs typeface="Calibri"/>
              </a:rPr>
              <a:t>not</a:t>
            </a:r>
            <a:r>
              <a:rPr sz="1800" spc="110" dirty="0">
                <a:latin typeface="Calibri"/>
                <a:cs typeface="Calibri"/>
              </a:rPr>
              <a:t> </a:t>
            </a:r>
            <a:r>
              <a:rPr sz="1800" dirty="0">
                <a:latin typeface="Calibri"/>
                <a:cs typeface="Calibri"/>
              </a:rPr>
              <a:t>fail.</a:t>
            </a:r>
            <a:r>
              <a:rPr sz="1800" spc="110" dirty="0">
                <a:latin typeface="Calibri"/>
                <a:cs typeface="Calibri"/>
              </a:rPr>
              <a:t> </a:t>
            </a:r>
            <a:r>
              <a:rPr sz="1800" dirty="0">
                <a:latin typeface="Calibri"/>
                <a:cs typeface="Calibri"/>
              </a:rPr>
              <a:t>In</a:t>
            </a:r>
            <a:r>
              <a:rPr sz="1800" spc="110" dirty="0">
                <a:latin typeface="Calibri"/>
                <a:cs typeface="Calibri"/>
              </a:rPr>
              <a:t> </a:t>
            </a:r>
            <a:r>
              <a:rPr sz="1800" dirty="0">
                <a:latin typeface="Calibri"/>
                <a:cs typeface="Calibri"/>
              </a:rPr>
              <a:t>short</a:t>
            </a:r>
            <a:r>
              <a:rPr sz="1800" spc="100" dirty="0">
                <a:latin typeface="Calibri"/>
                <a:cs typeface="Calibri"/>
              </a:rPr>
              <a:t> </a:t>
            </a:r>
            <a:r>
              <a:rPr sz="1800" dirty="0">
                <a:latin typeface="Calibri"/>
                <a:cs typeface="Calibri"/>
              </a:rPr>
              <a:t>reliability</a:t>
            </a:r>
            <a:r>
              <a:rPr sz="1800" spc="105" dirty="0">
                <a:latin typeface="Calibri"/>
                <a:cs typeface="Calibri"/>
              </a:rPr>
              <a:t> </a:t>
            </a:r>
            <a:r>
              <a:rPr sz="1800" dirty="0">
                <a:latin typeface="Calibri"/>
                <a:cs typeface="Calibri"/>
              </a:rPr>
              <a:t>means</a:t>
            </a:r>
            <a:r>
              <a:rPr sz="1800" spc="110" dirty="0">
                <a:latin typeface="Calibri"/>
                <a:cs typeface="Calibri"/>
              </a:rPr>
              <a:t> </a:t>
            </a:r>
            <a:r>
              <a:rPr sz="1800" dirty="0">
                <a:latin typeface="Calibri"/>
                <a:cs typeface="Calibri"/>
              </a:rPr>
              <a:t>to</a:t>
            </a:r>
            <a:r>
              <a:rPr sz="1800" spc="105" dirty="0">
                <a:latin typeface="Calibri"/>
                <a:cs typeface="Calibri"/>
              </a:rPr>
              <a:t> </a:t>
            </a:r>
            <a:r>
              <a:rPr sz="1800" b="1" spc="-20" dirty="0">
                <a:solidFill>
                  <a:srgbClr val="2E5496"/>
                </a:solidFill>
                <a:latin typeface="Calibri"/>
                <a:cs typeface="Calibri"/>
              </a:rPr>
              <a:t>gain </a:t>
            </a:r>
            <a:r>
              <a:rPr sz="1800" b="1" dirty="0">
                <a:solidFill>
                  <a:srgbClr val="2E5496"/>
                </a:solidFill>
                <a:latin typeface="Calibri"/>
                <a:cs typeface="Calibri"/>
              </a:rPr>
              <a:t>the</a:t>
            </a:r>
            <a:r>
              <a:rPr sz="1800" b="1" spc="125" dirty="0">
                <a:solidFill>
                  <a:srgbClr val="2E5496"/>
                </a:solidFill>
                <a:latin typeface="Calibri"/>
                <a:cs typeface="Calibri"/>
              </a:rPr>
              <a:t> </a:t>
            </a:r>
            <a:r>
              <a:rPr sz="1800" b="1" dirty="0">
                <a:solidFill>
                  <a:srgbClr val="2E5496"/>
                </a:solidFill>
                <a:latin typeface="Calibri"/>
                <a:cs typeface="Calibri"/>
              </a:rPr>
              <a:t>confidence</a:t>
            </a:r>
            <a:r>
              <a:rPr sz="1800" b="1" spc="125" dirty="0">
                <a:solidFill>
                  <a:srgbClr val="2E5496"/>
                </a:solidFill>
                <a:latin typeface="Calibri"/>
                <a:cs typeface="Calibri"/>
              </a:rPr>
              <a:t> </a:t>
            </a:r>
            <a:r>
              <a:rPr sz="1800" b="1" dirty="0">
                <a:solidFill>
                  <a:srgbClr val="2E5496"/>
                </a:solidFill>
                <a:latin typeface="Calibri"/>
                <a:cs typeface="Calibri"/>
              </a:rPr>
              <a:t>of</a:t>
            </a:r>
            <a:r>
              <a:rPr sz="1800" b="1" spc="125" dirty="0">
                <a:solidFill>
                  <a:srgbClr val="2E5496"/>
                </a:solidFill>
                <a:latin typeface="Calibri"/>
                <a:cs typeface="Calibri"/>
              </a:rPr>
              <a:t> </a:t>
            </a:r>
            <a:r>
              <a:rPr sz="1800" b="1" dirty="0">
                <a:solidFill>
                  <a:srgbClr val="2E5496"/>
                </a:solidFill>
                <a:latin typeface="Calibri"/>
                <a:cs typeface="Calibri"/>
              </a:rPr>
              <a:t>the</a:t>
            </a:r>
            <a:r>
              <a:rPr sz="1800" b="1" spc="125" dirty="0">
                <a:solidFill>
                  <a:srgbClr val="2E5496"/>
                </a:solidFill>
                <a:latin typeface="Calibri"/>
                <a:cs typeface="Calibri"/>
              </a:rPr>
              <a:t> </a:t>
            </a:r>
            <a:r>
              <a:rPr sz="1800" b="1" dirty="0">
                <a:solidFill>
                  <a:srgbClr val="2E5496"/>
                </a:solidFill>
                <a:latin typeface="Calibri"/>
                <a:cs typeface="Calibri"/>
              </a:rPr>
              <a:t>customers</a:t>
            </a:r>
            <a:r>
              <a:rPr sz="1800" b="1" spc="130" dirty="0">
                <a:solidFill>
                  <a:srgbClr val="2E5496"/>
                </a:solidFill>
                <a:latin typeface="Calibri"/>
                <a:cs typeface="Calibri"/>
              </a:rPr>
              <a:t> </a:t>
            </a:r>
            <a:r>
              <a:rPr sz="1800" b="1" dirty="0">
                <a:solidFill>
                  <a:srgbClr val="2E5496"/>
                </a:solidFill>
                <a:latin typeface="Calibri"/>
                <a:cs typeface="Calibri"/>
              </a:rPr>
              <a:t>by</a:t>
            </a:r>
            <a:r>
              <a:rPr sz="1800" b="1" spc="114" dirty="0">
                <a:solidFill>
                  <a:srgbClr val="2E5496"/>
                </a:solidFill>
                <a:latin typeface="Calibri"/>
                <a:cs typeface="Calibri"/>
              </a:rPr>
              <a:t> </a:t>
            </a:r>
            <a:r>
              <a:rPr sz="1800" b="1" dirty="0">
                <a:solidFill>
                  <a:srgbClr val="2E5496"/>
                </a:solidFill>
                <a:latin typeface="Calibri"/>
                <a:cs typeface="Calibri"/>
              </a:rPr>
              <a:t>providing</a:t>
            </a:r>
            <a:r>
              <a:rPr sz="1800" b="1" spc="125" dirty="0">
                <a:solidFill>
                  <a:srgbClr val="2E5496"/>
                </a:solidFill>
                <a:latin typeface="Calibri"/>
                <a:cs typeface="Calibri"/>
              </a:rPr>
              <a:t> </a:t>
            </a:r>
            <a:r>
              <a:rPr sz="1800" b="1" dirty="0">
                <a:solidFill>
                  <a:srgbClr val="2E5496"/>
                </a:solidFill>
                <a:latin typeface="Calibri"/>
                <a:cs typeface="Calibri"/>
              </a:rPr>
              <a:t>them</a:t>
            </a:r>
            <a:r>
              <a:rPr sz="1800" b="1" spc="125" dirty="0">
                <a:solidFill>
                  <a:srgbClr val="2E5496"/>
                </a:solidFill>
                <a:latin typeface="Calibri"/>
                <a:cs typeface="Calibri"/>
              </a:rPr>
              <a:t> </a:t>
            </a:r>
            <a:r>
              <a:rPr sz="1800" b="1" spc="-50" dirty="0">
                <a:solidFill>
                  <a:srgbClr val="2E5496"/>
                </a:solidFill>
                <a:latin typeface="Calibri"/>
                <a:cs typeface="Calibri"/>
              </a:rPr>
              <a:t>a </a:t>
            </a:r>
            <a:r>
              <a:rPr sz="1800" b="1" dirty="0">
                <a:solidFill>
                  <a:srgbClr val="2E5496"/>
                </a:solidFill>
                <a:latin typeface="Calibri"/>
                <a:cs typeface="Calibri"/>
              </a:rPr>
              <a:t>quality</a:t>
            </a:r>
            <a:r>
              <a:rPr sz="1800" b="1" spc="-20" dirty="0">
                <a:solidFill>
                  <a:srgbClr val="2E5496"/>
                </a:solidFill>
                <a:latin typeface="Calibri"/>
                <a:cs typeface="Calibri"/>
              </a:rPr>
              <a:t> </a:t>
            </a:r>
            <a:r>
              <a:rPr sz="1800" b="1" spc="-10" dirty="0">
                <a:solidFill>
                  <a:srgbClr val="2E5496"/>
                </a:solidFill>
                <a:latin typeface="Calibri"/>
                <a:cs typeface="Calibri"/>
              </a:rPr>
              <a:t>product.</a:t>
            </a:r>
            <a:endParaRPr sz="1800">
              <a:latin typeface="Calibri"/>
              <a:cs typeface="Calibri"/>
            </a:endParaRPr>
          </a:p>
          <a:p>
            <a:pPr marL="413384" marR="6350" indent="-401320" algn="just">
              <a:lnSpc>
                <a:spcPct val="100000"/>
              </a:lnSpc>
              <a:spcBef>
                <a:spcPts val="1005"/>
              </a:spcBef>
            </a:pPr>
            <a:r>
              <a:rPr sz="1800" b="1" dirty="0">
                <a:latin typeface="Calibri"/>
                <a:cs typeface="Calibri"/>
              </a:rPr>
              <a:t>iv.</a:t>
            </a:r>
            <a:r>
              <a:rPr sz="1800" b="1" spc="254" dirty="0">
                <a:latin typeface="Calibri"/>
                <a:cs typeface="Calibri"/>
              </a:rPr>
              <a:t>  </a:t>
            </a:r>
            <a:r>
              <a:rPr sz="1800" b="1" dirty="0">
                <a:latin typeface="Calibri"/>
                <a:cs typeface="Calibri"/>
              </a:rPr>
              <a:t>Risk</a:t>
            </a:r>
            <a:r>
              <a:rPr sz="1800" b="1" spc="315" dirty="0">
                <a:latin typeface="Calibri"/>
                <a:cs typeface="Calibri"/>
              </a:rPr>
              <a:t> </a:t>
            </a:r>
            <a:r>
              <a:rPr sz="1800" b="1" dirty="0">
                <a:latin typeface="Calibri"/>
                <a:cs typeface="Calibri"/>
              </a:rPr>
              <a:t>management:</a:t>
            </a:r>
            <a:r>
              <a:rPr sz="1800" b="1" spc="305" dirty="0">
                <a:latin typeface="Calibri"/>
                <a:cs typeface="Calibri"/>
              </a:rPr>
              <a:t> </a:t>
            </a:r>
            <a:r>
              <a:rPr sz="1800" dirty="0">
                <a:latin typeface="Calibri"/>
                <a:cs typeface="Calibri"/>
              </a:rPr>
              <a:t>Risk</a:t>
            </a:r>
            <a:r>
              <a:rPr sz="1800" spc="310" dirty="0">
                <a:latin typeface="Calibri"/>
                <a:cs typeface="Calibri"/>
              </a:rPr>
              <a:t> </a:t>
            </a:r>
            <a:r>
              <a:rPr sz="1800" dirty="0">
                <a:latin typeface="Calibri"/>
                <a:cs typeface="Calibri"/>
              </a:rPr>
              <a:t>must</a:t>
            </a:r>
            <a:r>
              <a:rPr sz="1800" spc="305" dirty="0">
                <a:latin typeface="Calibri"/>
                <a:cs typeface="Calibri"/>
              </a:rPr>
              <a:t> </a:t>
            </a:r>
            <a:r>
              <a:rPr sz="1800" dirty="0">
                <a:latin typeface="Calibri"/>
                <a:cs typeface="Calibri"/>
              </a:rPr>
              <a:t>be</a:t>
            </a:r>
            <a:r>
              <a:rPr sz="1800" spc="315" dirty="0">
                <a:latin typeface="Calibri"/>
                <a:cs typeface="Calibri"/>
              </a:rPr>
              <a:t> </a:t>
            </a:r>
            <a:r>
              <a:rPr sz="1800" dirty="0">
                <a:latin typeface="Calibri"/>
                <a:cs typeface="Calibri"/>
              </a:rPr>
              <a:t>done</a:t>
            </a:r>
            <a:r>
              <a:rPr sz="1800" spc="325" dirty="0">
                <a:latin typeface="Calibri"/>
                <a:cs typeface="Calibri"/>
              </a:rPr>
              <a:t> </a:t>
            </a:r>
            <a:r>
              <a:rPr sz="1800" dirty="0">
                <a:latin typeface="Calibri"/>
                <a:cs typeface="Calibri"/>
              </a:rPr>
              <a:t>to</a:t>
            </a:r>
            <a:r>
              <a:rPr sz="1800" spc="320" dirty="0">
                <a:latin typeface="Calibri"/>
                <a:cs typeface="Calibri"/>
              </a:rPr>
              <a:t> </a:t>
            </a:r>
            <a:r>
              <a:rPr sz="1800" dirty="0">
                <a:latin typeface="Calibri"/>
                <a:cs typeface="Calibri"/>
              </a:rPr>
              <a:t>reduce</a:t>
            </a:r>
            <a:r>
              <a:rPr sz="1800" spc="325" dirty="0">
                <a:latin typeface="Calibri"/>
                <a:cs typeface="Calibri"/>
              </a:rPr>
              <a:t> </a:t>
            </a:r>
            <a:r>
              <a:rPr sz="1800" spc="-25" dirty="0">
                <a:latin typeface="Calibri"/>
                <a:cs typeface="Calibri"/>
              </a:rPr>
              <a:t>the </a:t>
            </a:r>
            <a:r>
              <a:rPr sz="1800" dirty="0">
                <a:latin typeface="Calibri"/>
                <a:cs typeface="Calibri"/>
              </a:rPr>
              <a:t>failure</a:t>
            </a:r>
            <a:r>
              <a:rPr sz="1800" spc="95" dirty="0">
                <a:latin typeface="Calibri"/>
                <a:cs typeface="Calibri"/>
              </a:rPr>
              <a:t>  </a:t>
            </a:r>
            <a:r>
              <a:rPr sz="1800" dirty="0">
                <a:latin typeface="Calibri"/>
                <a:cs typeface="Calibri"/>
              </a:rPr>
              <a:t>of</a:t>
            </a:r>
            <a:r>
              <a:rPr sz="1800" spc="90" dirty="0">
                <a:latin typeface="Calibri"/>
                <a:cs typeface="Calibri"/>
              </a:rPr>
              <a:t>  </a:t>
            </a:r>
            <a:r>
              <a:rPr sz="1800" dirty="0">
                <a:latin typeface="Calibri"/>
                <a:cs typeface="Calibri"/>
              </a:rPr>
              <a:t>product</a:t>
            </a:r>
            <a:r>
              <a:rPr sz="1800" spc="85" dirty="0">
                <a:latin typeface="Calibri"/>
                <a:cs typeface="Calibri"/>
              </a:rPr>
              <a:t>  </a:t>
            </a:r>
            <a:r>
              <a:rPr sz="1800" dirty="0">
                <a:latin typeface="Calibri"/>
                <a:cs typeface="Calibri"/>
              </a:rPr>
              <a:t>and</a:t>
            </a:r>
            <a:r>
              <a:rPr sz="1800" spc="95" dirty="0">
                <a:latin typeface="Calibri"/>
                <a:cs typeface="Calibri"/>
              </a:rPr>
              <a:t>  </a:t>
            </a:r>
            <a:r>
              <a:rPr sz="1800" dirty="0">
                <a:latin typeface="Calibri"/>
                <a:cs typeface="Calibri"/>
              </a:rPr>
              <a:t>to</a:t>
            </a:r>
            <a:r>
              <a:rPr sz="1800" spc="95" dirty="0">
                <a:latin typeface="Calibri"/>
                <a:cs typeface="Calibri"/>
              </a:rPr>
              <a:t>  </a:t>
            </a:r>
            <a:r>
              <a:rPr sz="1800" dirty="0">
                <a:latin typeface="Calibri"/>
                <a:cs typeface="Calibri"/>
              </a:rPr>
              <a:t>manage</a:t>
            </a:r>
            <a:r>
              <a:rPr sz="1800" spc="90" dirty="0">
                <a:latin typeface="Calibri"/>
                <a:cs typeface="Calibri"/>
              </a:rPr>
              <a:t>  </a:t>
            </a:r>
            <a:r>
              <a:rPr sz="1800" dirty="0">
                <a:latin typeface="Calibri"/>
                <a:cs typeface="Calibri"/>
              </a:rPr>
              <a:t>risk</a:t>
            </a:r>
            <a:r>
              <a:rPr sz="1800" spc="90" dirty="0">
                <a:latin typeface="Calibri"/>
                <a:cs typeface="Calibri"/>
              </a:rPr>
              <a:t>  </a:t>
            </a:r>
            <a:r>
              <a:rPr sz="1800" dirty="0">
                <a:latin typeface="Calibri"/>
                <a:cs typeface="Calibri"/>
              </a:rPr>
              <a:t>in</a:t>
            </a:r>
            <a:r>
              <a:rPr sz="1800" spc="605" dirty="0">
                <a:latin typeface="Calibri"/>
                <a:cs typeface="Calibri"/>
              </a:rPr>
              <a:t> </a:t>
            </a:r>
            <a:r>
              <a:rPr sz="1800" spc="-10" dirty="0">
                <a:latin typeface="Calibri"/>
                <a:cs typeface="Calibri"/>
              </a:rPr>
              <a:t>different situations.</a:t>
            </a:r>
            <a:endParaRPr sz="1800">
              <a:latin typeface="Calibri"/>
              <a:cs typeface="Calibri"/>
            </a:endParaRPr>
          </a:p>
        </p:txBody>
      </p:sp>
      <p:sp>
        <p:nvSpPr>
          <p:cNvPr id="12" name="object 12"/>
          <p:cNvSpPr txBox="1"/>
          <p:nvPr/>
        </p:nvSpPr>
        <p:spPr>
          <a:xfrm>
            <a:off x="6251828" y="2764663"/>
            <a:ext cx="5586730" cy="975360"/>
          </a:xfrm>
          <a:prstGeom prst="rect">
            <a:avLst/>
          </a:prstGeom>
        </p:spPr>
        <p:txBody>
          <a:bodyPr vert="horz" wrap="square" lIns="0" tIns="12700" rIns="0" bIns="0" rtlCol="0">
            <a:spAutoFit/>
          </a:bodyPr>
          <a:lstStyle/>
          <a:p>
            <a:pPr marL="12700" marR="5080">
              <a:lnSpc>
                <a:spcPct val="100000"/>
              </a:lnSpc>
              <a:spcBef>
                <a:spcPts val="100"/>
              </a:spcBef>
            </a:pPr>
            <a:r>
              <a:rPr sz="1800" b="1" dirty="0">
                <a:latin typeface="Calibri"/>
                <a:cs typeface="Calibri"/>
              </a:rPr>
              <a:t>3.</a:t>
            </a:r>
            <a:r>
              <a:rPr sz="1800" b="1" spc="45" dirty="0">
                <a:latin typeface="Calibri"/>
                <a:cs typeface="Calibri"/>
              </a:rPr>
              <a:t>  </a:t>
            </a:r>
            <a:r>
              <a:rPr sz="1800" b="1" dirty="0">
                <a:latin typeface="Calibri"/>
                <a:cs typeface="Calibri"/>
              </a:rPr>
              <a:t>Post</a:t>
            </a:r>
            <a:r>
              <a:rPr sz="1800" b="1" spc="45" dirty="0">
                <a:latin typeface="Calibri"/>
                <a:cs typeface="Calibri"/>
              </a:rPr>
              <a:t>  </a:t>
            </a:r>
            <a:r>
              <a:rPr sz="1800" b="1" dirty="0">
                <a:latin typeface="Calibri"/>
                <a:cs typeface="Calibri"/>
              </a:rPr>
              <a:t>Implemented</a:t>
            </a:r>
            <a:r>
              <a:rPr sz="1800" b="1" spc="50" dirty="0">
                <a:latin typeface="Calibri"/>
                <a:cs typeface="Calibri"/>
              </a:rPr>
              <a:t>  </a:t>
            </a:r>
            <a:r>
              <a:rPr sz="1800" b="1" dirty="0">
                <a:latin typeface="Calibri"/>
                <a:cs typeface="Calibri"/>
              </a:rPr>
              <a:t>Goals:</a:t>
            </a:r>
            <a:r>
              <a:rPr sz="1800" b="1" spc="495" dirty="0">
                <a:latin typeface="Calibri"/>
                <a:cs typeface="Calibri"/>
              </a:rPr>
              <a:t> </a:t>
            </a:r>
            <a:r>
              <a:rPr sz="1800" dirty="0">
                <a:latin typeface="Calibri"/>
                <a:cs typeface="Calibri"/>
              </a:rPr>
              <a:t>These</a:t>
            </a:r>
            <a:r>
              <a:rPr sz="1800" spc="45" dirty="0">
                <a:latin typeface="Calibri"/>
                <a:cs typeface="Calibri"/>
              </a:rPr>
              <a:t>  </a:t>
            </a:r>
            <a:r>
              <a:rPr sz="1800" dirty="0">
                <a:latin typeface="Calibri"/>
                <a:cs typeface="Calibri"/>
              </a:rPr>
              <a:t>goals</a:t>
            </a:r>
            <a:r>
              <a:rPr sz="1800" spc="495" dirty="0">
                <a:latin typeface="Calibri"/>
                <a:cs typeface="Calibri"/>
              </a:rPr>
              <a:t> </a:t>
            </a:r>
            <a:r>
              <a:rPr sz="1800" dirty="0">
                <a:latin typeface="Calibri"/>
                <a:cs typeface="Calibri"/>
              </a:rPr>
              <a:t>are</a:t>
            </a:r>
            <a:r>
              <a:rPr sz="1800" spc="495" dirty="0">
                <a:latin typeface="Calibri"/>
                <a:cs typeface="Calibri"/>
              </a:rPr>
              <a:t> </a:t>
            </a:r>
            <a:r>
              <a:rPr sz="1800" spc="-10" dirty="0">
                <a:latin typeface="Calibri"/>
                <a:cs typeface="Calibri"/>
              </a:rPr>
              <a:t>important </a:t>
            </a:r>
            <a:r>
              <a:rPr sz="1800" dirty="0">
                <a:latin typeface="Calibri"/>
                <a:cs typeface="Calibri"/>
              </a:rPr>
              <a:t>after</a:t>
            </a:r>
            <a:r>
              <a:rPr sz="1800" spc="-55" dirty="0">
                <a:latin typeface="Calibri"/>
                <a:cs typeface="Calibri"/>
              </a:rPr>
              <a:t> </a:t>
            </a:r>
            <a:r>
              <a:rPr sz="1800" dirty="0">
                <a:latin typeface="Calibri"/>
                <a:cs typeface="Calibri"/>
              </a:rPr>
              <a:t>the</a:t>
            </a:r>
            <a:r>
              <a:rPr sz="1800" spc="-60" dirty="0">
                <a:latin typeface="Calibri"/>
                <a:cs typeface="Calibri"/>
              </a:rPr>
              <a:t> </a:t>
            </a:r>
            <a:r>
              <a:rPr sz="1800" dirty="0">
                <a:latin typeface="Calibri"/>
                <a:cs typeface="Calibri"/>
              </a:rPr>
              <a:t>software</a:t>
            </a:r>
            <a:r>
              <a:rPr sz="1800" spc="-50" dirty="0">
                <a:latin typeface="Calibri"/>
                <a:cs typeface="Calibri"/>
              </a:rPr>
              <a:t> </a:t>
            </a:r>
            <a:r>
              <a:rPr sz="1800" dirty="0">
                <a:latin typeface="Calibri"/>
                <a:cs typeface="Calibri"/>
              </a:rPr>
              <a:t>product</a:t>
            </a:r>
            <a:r>
              <a:rPr sz="1800" spc="-60" dirty="0">
                <a:latin typeface="Calibri"/>
                <a:cs typeface="Calibri"/>
              </a:rPr>
              <a:t> </a:t>
            </a:r>
            <a:r>
              <a:rPr sz="1800" spc="-10" dirty="0">
                <a:latin typeface="Calibri"/>
                <a:cs typeface="Calibri"/>
              </a:rPr>
              <a:t>released.</a:t>
            </a:r>
            <a:endParaRPr sz="1800">
              <a:latin typeface="Calibri"/>
              <a:cs typeface="Calibri"/>
            </a:endParaRPr>
          </a:p>
          <a:p>
            <a:pPr marL="12700">
              <a:lnSpc>
                <a:spcPct val="100000"/>
              </a:lnSpc>
              <a:spcBef>
                <a:spcPts val="994"/>
              </a:spcBef>
            </a:pPr>
            <a:r>
              <a:rPr sz="1800" dirty="0">
                <a:latin typeface="Calibri"/>
                <a:cs typeface="Calibri"/>
              </a:rPr>
              <a:t>Some</a:t>
            </a:r>
            <a:r>
              <a:rPr sz="1800" spc="-35" dirty="0">
                <a:latin typeface="Calibri"/>
                <a:cs typeface="Calibri"/>
              </a:rPr>
              <a:t> </a:t>
            </a:r>
            <a:r>
              <a:rPr sz="1800" dirty="0">
                <a:latin typeface="Calibri"/>
                <a:cs typeface="Calibri"/>
              </a:rPr>
              <a:t>of</a:t>
            </a:r>
            <a:r>
              <a:rPr sz="1800" spc="-30" dirty="0">
                <a:latin typeface="Calibri"/>
                <a:cs typeface="Calibri"/>
              </a:rPr>
              <a:t> </a:t>
            </a:r>
            <a:r>
              <a:rPr sz="1800" dirty="0">
                <a:latin typeface="Calibri"/>
                <a:cs typeface="Calibri"/>
              </a:rPr>
              <a:t>them</a:t>
            </a:r>
            <a:r>
              <a:rPr sz="1800" spc="-15" dirty="0">
                <a:latin typeface="Calibri"/>
                <a:cs typeface="Calibri"/>
              </a:rPr>
              <a:t> </a:t>
            </a:r>
            <a:r>
              <a:rPr sz="1800" dirty="0">
                <a:latin typeface="Calibri"/>
                <a:cs typeface="Calibri"/>
              </a:rPr>
              <a:t>are</a:t>
            </a:r>
            <a:r>
              <a:rPr sz="1800" spc="-30" dirty="0">
                <a:latin typeface="Calibri"/>
                <a:cs typeface="Calibri"/>
              </a:rPr>
              <a:t> </a:t>
            </a:r>
            <a:r>
              <a:rPr sz="1800" dirty="0">
                <a:latin typeface="Calibri"/>
                <a:cs typeface="Calibri"/>
              </a:rPr>
              <a:t>listed </a:t>
            </a:r>
            <a:r>
              <a:rPr sz="1800" spc="-10" dirty="0">
                <a:latin typeface="Calibri"/>
                <a:cs typeface="Calibri"/>
              </a:rPr>
              <a:t>below:</a:t>
            </a:r>
            <a:endParaRPr sz="1800">
              <a:latin typeface="Calibri"/>
              <a:cs typeface="Calibri"/>
            </a:endParaRPr>
          </a:p>
        </p:txBody>
      </p:sp>
      <p:sp>
        <p:nvSpPr>
          <p:cNvPr id="13" name="object 13"/>
          <p:cNvSpPr txBox="1"/>
          <p:nvPr/>
        </p:nvSpPr>
        <p:spPr>
          <a:xfrm>
            <a:off x="6251828" y="3842384"/>
            <a:ext cx="5585460" cy="574040"/>
          </a:xfrm>
          <a:prstGeom prst="rect">
            <a:avLst/>
          </a:prstGeom>
        </p:spPr>
        <p:txBody>
          <a:bodyPr vert="horz" wrap="square" lIns="0" tIns="12700" rIns="0" bIns="0" rtlCol="0">
            <a:spAutoFit/>
          </a:bodyPr>
          <a:lstStyle/>
          <a:p>
            <a:pPr marL="413384" marR="5080" indent="-401320">
              <a:lnSpc>
                <a:spcPct val="100000"/>
              </a:lnSpc>
              <a:spcBef>
                <a:spcPts val="100"/>
              </a:spcBef>
              <a:tabLst>
                <a:tab pos="413384" algn="l"/>
                <a:tab pos="1242060" algn="l"/>
                <a:tab pos="2609850" algn="l"/>
                <a:tab pos="3190240" algn="l"/>
                <a:tab pos="4583430" algn="l"/>
                <a:tab pos="5272405" algn="l"/>
              </a:tabLst>
            </a:pPr>
            <a:r>
              <a:rPr sz="1800" b="1" spc="-25" dirty="0">
                <a:latin typeface="Calibri"/>
                <a:cs typeface="Calibri"/>
              </a:rPr>
              <a:t>i.</a:t>
            </a:r>
            <a:r>
              <a:rPr sz="1800" b="1" dirty="0">
                <a:latin typeface="Calibri"/>
                <a:cs typeface="Calibri"/>
              </a:rPr>
              <a:t>	</a:t>
            </a:r>
            <a:r>
              <a:rPr sz="1800" b="1" spc="-10" dirty="0">
                <a:latin typeface="Calibri"/>
                <a:cs typeface="Calibri"/>
              </a:rPr>
              <a:t>Reduce</a:t>
            </a:r>
            <a:r>
              <a:rPr sz="1800" b="1" dirty="0">
                <a:latin typeface="Calibri"/>
                <a:cs typeface="Calibri"/>
              </a:rPr>
              <a:t>	</a:t>
            </a:r>
            <a:r>
              <a:rPr sz="1800" b="1" spc="-10" dirty="0">
                <a:latin typeface="Calibri"/>
                <a:cs typeface="Calibri"/>
              </a:rPr>
              <a:t>maintenance</a:t>
            </a:r>
            <a:r>
              <a:rPr sz="1800" b="1" dirty="0">
                <a:latin typeface="Calibri"/>
                <a:cs typeface="Calibri"/>
              </a:rPr>
              <a:t>	</a:t>
            </a:r>
            <a:r>
              <a:rPr sz="1800" b="1" spc="-20" dirty="0">
                <a:latin typeface="Calibri"/>
                <a:cs typeface="Calibri"/>
              </a:rPr>
              <a:t>cost:</a:t>
            </a:r>
            <a:r>
              <a:rPr sz="1800" b="1" dirty="0">
                <a:latin typeface="Calibri"/>
                <a:cs typeface="Calibri"/>
              </a:rPr>
              <a:t>	</a:t>
            </a:r>
            <a:r>
              <a:rPr sz="1800" spc="-20" dirty="0">
                <a:latin typeface="Calibri"/>
                <a:cs typeface="Calibri"/>
              </a:rPr>
              <a:t>Post-</a:t>
            </a:r>
            <a:r>
              <a:rPr sz="1800" spc="-10" dirty="0">
                <a:latin typeface="Calibri"/>
                <a:cs typeface="Calibri"/>
              </a:rPr>
              <a:t>released</a:t>
            </a:r>
            <a:r>
              <a:rPr sz="1800" dirty="0">
                <a:latin typeface="Calibri"/>
                <a:cs typeface="Calibri"/>
              </a:rPr>
              <a:t>	</a:t>
            </a:r>
            <a:r>
              <a:rPr sz="1800" spc="-10" dirty="0">
                <a:latin typeface="Calibri"/>
                <a:cs typeface="Calibri"/>
              </a:rPr>
              <a:t>errors</a:t>
            </a:r>
            <a:r>
              <a:rPr sz="1800" dirty="0">
                <a:latin typeface="Calibri"/>
                <a:cs typeface="Calibri"/>
              </a:rPr>
              <a:t>	</a:t>
            </a:r>
            <a:r>
              <a:rPr sz="1800" spc="-30" dirty="0">
                <a:latin typeface="Calibri"/>
                <a:cs typeface="Calibri"/>
              </a:rPr>
              <a:t>are </a:t>
            </a:r>
            <a:r>
              <a:rPr sz="1800" dirty="0">
                <a:latin typeface="Calibri"/>
                <a:cs typeface="Calibri"/>
              </a:rPr>
              <a:t>costlier</a:t>
            </a:r>
            <a:r>
              <a:rPr sz="1800" spc="-35" dirty="0">
                <a:latin typeface="Calibri"/>
                <a:cs typeface="Calibri"/>
              </a:rPr>
              <a:t> </a:t>
            </a:r>
            <a:r>
              <a:rPr sz="1800" dirty="0">
                <a:latin typeface="Calibri"/>
                <a:cs typeface="Calibri"/>
              </a:rPr>
              <a:t>to</a:t>
            </a:r>
            <a:r>
              <a:rPr sz="1800" spc="-45" dirty="0">
                <a:latin typeface="Calibri"/>
                <a:cs typeface="Calibri"/>
              </a:rPr>
              <a:t> </a:t>
            </a:r>
            <a:r>
              <a:rPr sz="1800" dirty="0">
                <a:latin typeface="Calibri"/>
                <a:cs typeface="Calibri"/>
              </a:rPr>
              <a:t>fix</a:t>
            </a:r>
            <a:r>
              <a:rPr sz="1800" spc="-35" dirty="0">
                <a:latin typeface="Calibri"/>
                <a:cs typeface="Calibri"/>
              </a:rPr>
              <a:t> </a:t>
            </a:r>
            <a:r>
              <a:rPr sz="1800" dirty="0">
                <a:latin typeface="Calibri"/>
                <a:cs typeface="Calibri"/>
              </a:rPr>
              <a:t>and</a:t>
            </a:r>
            <a:r>
              <a:rPr sz="1800" spc="-30" dirty="0">
                <a:latin typeface="Calibri"/>
                <a:cs typeface="Calibri"/>
              </a:rPr>
              <a:t> </a:t>
            </a:r>
            <a:r>
              <a:rPr sz="1800" dirty="0">
                <a:latin typeface="Calibri"/>
                <a:cs typeface="Calibri"/>
              </a:rPr>
              <a:t>difficult</a:t>
            </a:r>
            <a:r>
              <a:rPr sz="1800" spc="-25" dirty="0">
                <a:latin typeface="Calibri"/>
                <a:cs typeface="Calibri"/>
              </a:rPr>
              <a:t> </a:t>
            </a:r>
            <a:r>
              <a:rPr sz="1800" dirty="0">
                <a:latin typeface="Calibri"/>
                <a:cs typeface="Calibri"/>
              </a:rPr>
              <a:t>to</a:t>
            </a:r>
            <a:r>
              <a:rPr sz="1800" spc="-45" dirty="0">
                <a:latin typeface="Calibri"/>
                <a:cs typeface="Calibri"/>
              </a:rPr>
              <a:t> </a:t>
            </a:r>
            <a:r>
              <a:rPr sz="1800" spc="-10" dirty="0">
                <a:latin typeface="Calibri"/>
                <a:cs typeface="Calibri"/>
              </a:rPr>
              <a:t>identify.</a:t>
            </a:r>
            <a:endParaRPr sz="1800">
              <a:latin typeface="Calibri"/>
              <a:cs typeface="Calibri"/>
            </a:endParaRPr>
          </a:p>
        </p:txBody>
      </p:sp>
      <p:sp>
        <p:nvSpPr>
          <p:cNvPr id="14" name="object 14"/>
          <p:cNvSpPr txBox="1"/>
          <p:nvPr/>
        </p:nvSpPr>
        <p:spPr>
          <a:xfrm>
            <a:off x="6251828" y="4517517"/>
            <a:ext cx="5586095" cy="299720"/>
          </a:xfrm>
          <a:prstGeom prst="rect">
            <a:avLst/>
          </a:prstGeom>
        </p:spPr>
        <p:txBody>
          <a:bodyPr vert="horz" wrap="square" lIns="0" tIns="12700" rIns="0" bIns="0" rtlCol="0">
            <a:spAutoFit/>
          </a:bodyPr>
          <a:lstStyle/>
          <a:p>
            <a:pPr marL="12700">
              <a:lnSpc>
                <a:spcPct val="100000"/>
              </a:lnSpc>
              <a:spcBef>
                <a:spcPts val="100"/>
              </a:spcBef>
              <a:tabLst>
                <a:tab pos="413384" algn="l"/>
                <a:tab pos="1516380" algn="l"/>
                <a:tab pos="2546985" algn="l"/>
                <a:tab pos="3383915" algn="l"/>
                <a:tab pos="4353560" algn="l"/>
                <a:tab pos="5093970" algn="l"/>
              </a:tabLst>
            </a:pPr>
            <a:r>
              <a:rPr sz="1800" b="1" spc="-25" dirty="0">
                <a:latin typeface="Calibri"/>
                <a:cs typeface="Calibri"/>
              </a:rPr>
              <a:t>ii.</a:t>
            </a:r>
            <a:r>
              <a:rPr sz="1800" b="1" dirty="0">
                <a:latin typeface="Calibri"/>
                <a:cs typeface="Calibri"/>
              </a:rPr>
              <a:t>	</a:t>
            </a:r>
            <a:r>
              <a:rPr sz="1800" b="1" spc="-10" dirty="0">
                <a:latin typeface="Calibri"/>
                <a:cs typeface="Calibri"/>
              </a:rPr>
              <a:t>Improved</a:t>
            </a:r>
            <a:r>
              <a:rPr sz="1800" b="1" dirty="0">
                <a:latin typeface="Calibri"/>
                <a:cs typeface="Calibri"/>
              </a:rPr>
              <a:t>	</a:t>
            </a:r>
            <a:r>
              <a:rPr sz="1800" b="1" spc="-10" dirty="0">
                <a:latin typeface="Calibri"/>
                <a:cs typeface="Calibri"/>
              </a:rPr>
              <a:t>software</a:t>
            </a:r>
            <a:r>
              <a:rPr sz="1800" b="1" dirty="0">
                <a:latin typeface="Calibri"/>
                <a:cs typeface="Calibri"/>
              </a:rPr>
              <a:t>	</a:t>
            </a:r>
            <a:r>
              <a:rPr sz="1800" b="1" spc="-10" dirty="0">
                <a:latin typeface="Calibri"/>
                <a:cs typeface="Calibri"/>
              </a:rPr>
              <a:t>testing</a:t>
            </a:r>
            <a:r>
              <a:rPr sz="1800" b="1" dirty="0">
                <a:latin typeface="Calibri"/>
                <a:cs typeface="Calibri"/>
              </a:rPr>
              <a:t>	</a:t>
            </a:r>
            <a:r>
              <a:rPr sz="1800" b="1" spc="-10" dirty="0">
                <a:latin typeface="Calibri"/>
                <a:cs typeface="Calibri"/>
              </a:rPr>
              <a:t>process:</a:t>
            </a:r>
            <a:r>
              <a:rPr sz="1800" b="1" dirty="0">
                <a:latin typeface="Calibri"/>
                <a:cs typeface="Calibri"/>
              </a:rPr>
              <a:t>	</a:t>
            </a:r>
            <a:r>
              <a:rPr sz="1800" spc="-10" dirty="0">
                <a:latin typeface="Calibri"/>
                <a:cs typeface="Calibri"/>
              </a:rPr>
              <a:t>These</a:t>
            </a:r>
            <a:r>
              <a:rPr sz="1800" dirty="0">
                <a:latin typeface="Calibri"/>
                <a:cs typeface="Calibri"/>
              </a:rPr>
              <a:t>	</a:t>
            </a:r>
            <a:r>
              <a:rPr sz="1800" spc="-10" dirty="0">
                <a:latin typeface="Calibri"/>
                <a:cs typeface="Calibri"/>
              </a:rPr>
              <a:t>goals</a:t>
            </a:r>
            <a:endParaRPr sz="1800">
              <a:latin typeface="Calibri"/>
              <a:cs typeface="Calibri"/>
            </a:endParaRPr>
          </a:p>
        </p:txBody>
      </p:sp>
      <p:sp>
        <p:nvSpPr>
          <p:cNvPr id="15" name="object 15"/>
          <p:cNvSpPr txBox="1"/>
          <p:nvPr/>
        </p:nvSpPr>
        <p:spPr>
          <a:xfrm>
            <a:off x="6652641" y="4791836"/>
            <a:ext cx="518414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improve</a:t>
            </a:r>
            <a:r>
              <a:rPr sz="1800" spc="85" dirty="0">
                <a:latin typeface="Calibri"/>
                <a:cs typeface="Calibri"/>
              </a:rPr>
              <a:t> </a:t>
            </a:r>
            <a:r>
              <a:rPr sz="1800" dirty="0">
                <a:latin typeface="Calibri"/>
                <a:cs typeface="Calibri"/>
              </a:rPr>
              <a:t>the</a:t>
            </a:r>
            <a:r>
              <a:rPr sz="1800" spc="100" dirty="0">
                <a:latin typeface="Calibri"/>
                <a:cs typeface="Calibri"/>
              </a:rPr>
              <a:t> </a:t>
            </a:r>
            <a:r>
              <a:rPr sz="1800" dirty="0">
                <a:latin typeface="Calibri"/>
                <a:cs typeface="Calibri"/>
              </a:rPr>
              <a:t>testing</a:t>
            </a:r>
            <a:r>
              <a:rPr sz="1800" spc="95" dirty="0">
                <a:latin typeface="Calibri"/>
                <a:cs typeface="Calibri"/>
              </a:rPr>
              <a:t> </a:t>
            </a:r>
            <a:r>
              <a:rPr sz="1800" dirty="0">
                <a:latin typeface="Calibri"/>
                <a:cs typeface="Calibri"/>
              </a:rPr>
              <a:t>process</a:t>
            </a:r>
            <a:r>
              <a:rPr sz="1800" spc="90" dirty="0">
                <a:latin typeface="Calibri"/>
                <a:cs typeface="Calibri"/>
              </a:rPr>
              <a:t> </a:t>
            </a:r>
            <a:r>
              <a:rPr sz="1800" dirty="0">
                <a:latin typeface="Calibri"/>
                <a:cs typeface="Calibri"/>
              </a:rPr>
              <a:t>for</a:t>
            </a:r>
            <a:r>
              <a:rPr sz="1800" spc="95" dirty="0">
                <a:latin typeface="Calibri"/>
                <a:cs typeface="Calibri"/>
              </a:rPr>
              <a:t> </a:t>
            </a:r>
            <a:r>
              <a:rPr sz="1800" dirty="0">
                <a:latin typeface="Calibri"/>
                <a:cs typeface="Calibri"/>
              </a:rPr>
              <a:t>future</a:t>
            </a:r>
            <a:r>
              <a:rPr sz="1800" spc="95" dirty="0">
                <a:latin typeface="Calibri"/>
                <a:cs typeface="Calibri"/>
              </a:rPr>
              <a:t> </a:t>
            </a:r>
            <a:r>
              <a:rPr sz="1800" dirty="0">
                <a:latin typeface="Calibri"/>
                <a:cs typeface="Calibri"/>
              </a:rPr>
              <a:t>use</a:t>
            </a:r>
            <a:r>
              <a:rPr sz="1800" spc="100" dirty="0">
                <a:latin typeface="Calibri"/>
                <a:cs typeface="Calibri"/>
              </a:rPr>
              <a:t> </a:t>
            </a:r>
            <a:r>
              <a:rPr sz="1800" dirty="0">
                <a:latin typeface="Calibri"/>
                <a:cs typeface="Calibri"/>
              </a:rPr>
              <a:t>of</a:t>
            </a:r>
            <a:r>
              <a:rPr sz="1800" spc="90" dirty="0">
                <a:latin typeface="Calibri"/>
                <a:cs typeface="Calibri"/>
              </a:rPr>
              <a:t> </a:t>
            </a:r>
            <a:r>
              <a:rPr sz="1800" spc="-10" dirty="0">
                <a:latin typeface="Calibri"/>
                <a:cs typeface="Calibri"/>
              </a:rPr>
              <a:t>software</a:t>
            </a:r>
            <a:endParaRPr sz="1800">
              <a:latin typeface="Calibri"/>
              <a:cs typeface="Calibri"/>
            </a:endParaRPr>
          </a:p>
        </p:txBody>
      </p:sp>
      <p:sp>
        <p:nvSpPr>
          <p:cNvPr id="16" name="object 16"/>
          <p:cNvSpPr txBox="1"/>
          <p:nvPr/>
        </p:nvSpPr>
        <p:spPr>
          <a:xfrm>
            <a:off x="6652641" y="5065852"/>
            <a:ext cx="5184775" cy="300355"/>
          </a:xfrm>
          <a:prstGeom prst="rect">
            <a:avLst/>
          </a:prstGeom>
        </p:spPr>
        <p:txBody>
          <a:bodyPr vert="horz" wrap="square" lIns="0" tIns="12700" rIns="0" bIns="0" rtlCol="0">
            <a:spAutoFit/>
          </a:bodyPr>
          <a:lstStyle/>
          <a:p>
            <a:pPr marL="12700">
              <a:lnSpc>
                <a:spcPct val="100000"/>
              </a:lnSpc>
              <a:spcBef>
                <a:spcPts val="100"/>
              </a:spcBef>
              <a:tabLst>
                <a:tab pos="1259205" algn="l"/>
                <a:tab pos="2248535" algn="l"/>
                <a:tab pos="3166110" algn="l"/>
                <a:tab pos="3906520" algn="l"/>
                <a:tab pos="4972050" algn="l"/>
              </a:tabLst>
            </a:pPr>
            <a:r>
              <a:rPr sz="1800" spc="-10" dirty="0">
                <a:latin typeface="Calibri"/>
                <a:cs typeface="Calibri"/>
              </a:rPr>
              <a:t>projects.</a:t>
            </a:r>
            <a:r>
              <a:rPr sz="1800" dirty="0">
                <a:latin typeface="Calibri"/>
                <a:cs typeface="Calibri"/>
              </a:rPr>
              <a:t>	</a:t>
            </a:r>
            <a:r>
              <a:rPr sz="1800" spc="-20" dirty="0">
                <a:latin typeface="Calibri"/>
                <a:cs typeface="Calibri"/>
              </a:rPr>
              <a:t>These</a:t>
            </a:r>
            <a:r>
              <a:rPr sz="1800" dirty="0">
                <a:latin typeface="Calibri"/>
                <a:cs typeface="Calibri"/>
              </a:rPr>
              <a:t>	</a:t>
            </a:r>
            <a:r>
              <a:rPr sz="1800" spc="-20" dirty="0">
                <a:latin typeface="Calibri"/>
                <a:cs typeface="Calibri"/>
              </a:rPr>
              <a:t>goals</a:t>
            </a:r>
            <a:r>
              <a:rPr sz="1800" dirty="0">
                <a:latin typeface="Calibri"/>
                <a:cs typeface="Calibri"/>
              </a:rPr>
              <a:t>	</a:t>
            </a:r>
            <a:r>
              <a:rPr sz="1800" spc="-25" dirty="0">
                <a:latin typeface="Calibri"/>
                <a:cs typeface="Calibri"/>
              </a:rPr>
              <a:t>are</a:t>
            </a:r>
            <a:r>
              <a:rPr sz="1800" dirty="0">
                <a:latin typeface="Calibri"/>
                <a:cs typeface="Calibri"/>
              </a:rPr>
              <a:t>	</a:t>
            </a:r>
            <a:r>
              <a:rPr sz="1800" spc="-10" dirty="0">
                <a:latin typeface="Calibri"/>
                <a:cs typeface="Calibri"/>
              </a:rPr>
              <a:t>known</a:t>
            </a:r>
            <a:r>
              <a:rPr sz="1800" dirty="0">
                <a:latin typeface="Calibri"/>
                <a:cs typeface="Calibri"/>
              </a:rPr>
              <a:t>	</a:t>
            </a:r>
            <a:r>
              <a:rPr sz="1800" spc="-25" dirty="0">
                <a:latin typeface="Calibri"/>
                <a:cs typeface="Calibri"/>
              </a:rPr>
              <a:t>as</a:t>
            </a:r>
            <a:endParaRPr sz="1800">
              <a:latin typeface="Calibri"/>
              <a:cs typeface="Calibri"/>
            </a:endParaRPr>
          </a:p>
        </p:txBody>
      </p:sp>
      <p:sp>
        <p:nvSpPr>
          <p:cNvPr id="17" name="object 17"/>
          <p:cNvSpPr txBox="1"/>
          <p:nvPr/>
        </p:nvSpPr>
        <p:spPr>
          <a:xfrm>
            <a:off x="6652641" y="5340858"/>
            <a:ext cx="250698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postimplementation</a:t>
            </a:r>
            <a:r>
              <a:rPr sz="1800" spc="-35" dirty="0">
                <a:latin typeface="Calibri"/>
                <a:cs typeface="Calibri"/>
              </a:rPr>
              <a:t> </a:t>
            </a:r>
            <a:r>
              <a:rPr sz="1800" spc="-10" dirty="0">
                <a:latin typeface="Calibri"/>
                <a:cs typeface="Calibri"/>
              </a:rPr>
              <a:t>goals.</a:t>
            </a:r>
            <a:endParaRPr sz="1800">
              <a:latin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31088" y="461518"/>
            <a:ext cx="2035175" cy="2298065"/>
          </a:xfrm>
          <a:prstGeom prst="rect">
            <a:avLst/>
          </a:prstGeom>
        </p:spPr>
        <p:txBody>
          <a:bodyPr vert="horz" wrap="square" lIns="0" tIns="113030" rIns="0" bIns="0" rtlCol="0">
            <a:spAutoFit/>
          </a:bodyPr>
          <a:lstStyle/>
          <a:p>
            <a:pPr marL="12700">
              <a:lnSpc>
                <a:spcPct val="100000"/>
              </a:lnSpc>
              <a:spcBef>
                <a:spcPts val="890"/>
              </a:spcBef>
            </a:pPr>
            <a:r>
              <a:rPr sz="1800" b="1" spc="-10" dirty="0">
                <a:latin typeface="Calibri"/>
                <a:cs typeface="Calibri"/>
              </a:rPr>
              <a:t>NATURE</a:t>
            </a:r>
            <a:r>
              <a:rPr sz="1800" b="1" spc="-45" dirty="0">
                <a:latin typeface="Calibri"/>
                <a:cs typeface="Calibri"/>
              </a:rPr>
              <a:t> </a:t>
            </a:r>
            <a:r>
              <a:rPr sz="1800" b="1" dirty="0">
                <a:latin typeface="Calibri"/>
                <a:cs typeface="Calibri"/>
              </a:rPr>
              <a:t>OF</a:t>
            </a:r>
            <a:r>
              <a:rPr sz="1800" b="1" spc="-35" dirty="0">
                <a:latin typeface="Calibri"/>
                <a:cs typeface="Calibri"/>
              </a:rPr>
              <a:t> </a:t>
            </a:r>
            <a:r>
              <a:rPr sz="1800" b="1" dirty="0">
                <a:latin typeface="Calibri"/>
                <a:cs typeface="Calibri"/>
              </a:rPr>
              <a:t>ERRORS</a:t>
            </a:r>
            <a:r>
              <a:rPr sz="1800" b="1" spc="-45" dirty="0">
                <a:latin typeface="Calibri"/>
                <a:cs typeface="Calibri"/>
              </a:rPr>
              <a:t> </a:t>
            </a:r>
            <a:r>
              <a:rPr sz="1800" b="1" spc="-50" dirty="0">
                <a:latin typeface="Calibri"/>
                <a:cs typeface="Calibri"/>
              </a:rPr>
              <a:t>:</a:t>
            </a:r>
            <a:endParaRPr sz="1800">
              <a:latin typeface="Calibri"/>
              <a:cs typeface="Calibri"/>
            </a:endParaRPr>
          </a:p>
          <a:p>
            <a:pPr marL="240665" indent="-227965">
              <a:lnSpc>
                <a:spcPct val="100000"/>
              </a:lnSpc>
              <a:spcBef>
                <a:spcPts val="790"/>
              </a:spcBef>
              <a:buFont typeface="Wingdings"/>
              <a:buChar char=""/>
              <a:tabLst>
                <a:tab pos="240665" algn="l"/>
              </a:tabLst>
            </a:pPr>
            <a:r>
              <a:rPr sz="1800" spc="-10" dirty="0">
                <a:latin typeface="Calibri"/>
                <a:cs typeface="Calibri"/>
              </a:rPr>
              <a:t>Errors</a:t>
            </a:r>
            <a:endParaRPr sz="1800">
              <a:latin typeface="Calibri"/>
              <a:cs typeface="Calibri"/>
            </a:endParaRPr>
          </a:p>
          <a:p>
            <a:pPr marL="240665" indent="-227965">
              <a:lnSpc>
                <a:spcPct val="100000"/>
              </a:lnSpc>
              <a:spcBef>
                <a:spcPts val="780"/>
              </a:spcBef>
              <a:buFont typeface="Wingdings"/>
              <a:buChar char=""/>
              <a:tabLst>
                <a:tab pos="240665" algn="l"/>
              </a:tabLst>
            </a:pPr>
            <a:r>
              <a:rPr sz="1800" spc="-10" dirty="0">
                <a:latin typeface="Calibri"/>
                <a:cs typeface="Calibri"/>
              </a:rPr>
              <a:t>Faults</a:t>
            </a:r>
            <a:endParaRPr sz="1800">
              <a:latin typeface="Calibri"/>
              <a:cs typeface="Calibri"/>
            </a:endParaRPr>
          </a:p>
          <a:p>
            <a:pPr marL="240665" indent="-227965">
              <a:lnSpc>
                <a:spcPct val="100000"/>
              </a:lnSpc>
              <a:spcBef>
                <a:spcPts val="780"/>
              </a:spcBef>
              <a:buFont typeface="Wingdings"/>
              <a:buChar char=""/>
              <a:tabLst>
                <a:tab pos="240665" algn="l"/>
              </a:tabLst>
            </a:pPr>
            <a:r>
              <a:rPr sz="1800" spc="-10" dirty="0">
                <a:latin typeface="Calibri"/>
                <a:cs typeface="Calibri"/>
              </a:rPr>
              <a:t>Failures</a:t>
            </a:r>
            <a:endParaRPr sz="1800">
              <a:latin typeface="Calibri"/>
              <a:cs typeface="Calibri"/>
            </a:endParaRPr>
          </a:p>
          <a:p>
            <a:pPr marL="240665" indent="-227965">
              <a:lnSpc>
                <a:spcPct val="100000"/>
              </a:lnSpc>
              <a:spcBef>
                <a:spcPts val="795"/>
              </a:spcBef>
              <a:buFont typeface="Wingdings"/>
              <a:buChar char=""/>
              <a:tabLst>
                <a:tab pos="240665" algn="l"/>
              </a:tabLst>
            </a:pPr>
            <a:r>
              <a:rPr sz="1800" spc="-10" dirty="0">
                <a:latin typeface="Calibri"/>
                <a:cs typeface="Calibri"/>
              </a:rPr>
              <a:t>Defects</a:t>
            </a:r>
            <a:endParaRPr sz="1800">
              <a:latin typeface="Calibri"/>
              <a:cs typeface="Calibri"/>
            </a:endParaRPr>
          </a:p>
          <a:p>
            <a:pPr marL="12700">
              <a:lnSpc>
                <a:spcPct val="100000"/>
              </a:lnSpc>
              <a:spcBef>
                <a:spcPts val="1000"/>
              </a:spcBef>
              <a:tabLst>
                <a:tab pos="753110" algn="l"/>
                <a:tab pos="994410" algn="l"/>
                <a:tab pos="1425575" algn="l"/>
              </a:tabLst>
            </a:pPr>
            <a:r>
              <a:rPr sz="1800" b="1" spc="-10" dirty="0">
                <a:latin typeface="Calibri"/>
                <a:cs typeface="Calibri"/>
              </a:rPr>
              <a:t>Errors</a:t>
            </a:r>
            <a:r>
              <a:rPr sz="1800" b="1" dirty="0">
                <a:latin typeface="Calibri"/>
                <a:cs typeface="Calibri"/>
              </a:rPr>
              <a:t>	</a:t>
            </a:r>
            <a:r>
              <a:rPr sz="1800" b="1" spc="-50" dirty="0">
                <a:latin typeface="Calibri"/>
                <a:cs typeface="Calibri"/>
              </a:rPr>
              <a:t>:</a:t>
            </a:r>
            <a:r>
              <a:rPr sz="1800" b="1" dirty="0">
                <a:latin typeface="Calibri"/>
                <a:cs typeface="Calibri"/>
              </a:rPr>
              <a:t>	</a:t>
            </a:r>
            <a:r>
              <a:rPr sz="1800" spc="-25" dirty="0">
                <a:latin typeface="Calibri"/>
                <a:cs typeface="Calibri"/>
              </a:rPr>
              <a:t>An</a:t>
            </a:r>
            <a:r>
              <a:rPr sz="1800" dirty="0">
                <a:latin typeface="Calibri"/>
                <a:cs typeface="Calibri"/>
              </a:rPr>
              <a:t>	</a:t>
            </a:r>
            <a:r>
              <a:rPr sz="1800" spc="-10" dirty="0">
                <a:latin typeface="Calibri"/>
                <a:cs typeface="Calibri"/>
              </a:rPr>
              <a:t>error</a:t>
            </a:r>
            <a:endParaRPr sz="1800">
              <a:latin typeface="Calibri"/>
              <a:cs typeface="Calibri"/>
            </a:endParaRPr>
          </a:p>
        </p:txBody>
      </p:sp>
      <p:sp>
        <p:nvSpPr>
          <p:cNvPr id="3" name="object 3"/>
          <p:cNvSpPr txBox="1"/>
          <p:nvPr/>
        </p:nvSpPr>
        <p:spPr>
          <a:xfrm>
            <a:off x="2491867" y="2459863"/>
            <a:ext cx="3323590" cy="299720"/>
          </a:xfrm>
          <a:prstGeom prst="rect">
            <a:avLst/>
          </a:prstGeom>
        </p:spPr>
        <p:txBody>
          <a:bodyPr vert="horz" wrap="square" lIns="0" tIns="12700" rIns="0" bIns="0" rtlCol="0">
            <a:spAutoFit/>
          </a:bodyPr>
          <a:lstStyle/>
          <a:p>
            <a:pPr marL="12700">
              <a:lnSpc>
                <a:spcPct val="100000"/>
              </a:lnSpc>
              <a:spcBef>
                <a:spcPts val="100"/>
              </a:spcBef>
              <a:tabLst>
                <a:tab pos="332105" algn="l"/>
                <a:tab pos="620395" algn="l"/>
                <a:tab pos="1570355" algn="l"/>
                <a:tab pos="3109595" algn="l"/>
              </a:tabLst>
            </a:pPr>
            <a:r>
              <a:rPr sz="1800" spc="-25" dirty="0">
                <a:latin typeface="Calibri"/>
                <a:cs typeface="Calibri"/>
              </a:rPr>
              <a:t>is</a:t>
            </a:r>
            <a:r>
              <a:rPr sz="1800" dirty="0">
                <a:latin typeface="Calibri"/>
                <a:cs typeface="Calibri"/>
              </a:rPr>
              <a:t>	</a:t>
            </a:r>
            <a:r>
              <a:rPr sz="1800" spc="-50" dirty="0">
                <a:latin typeface="Calibri"/>
                <a:cs typeface="Calibri"/>
              </a:rPr>
              <a:t>a</a:t>
            </a:r>
            <a:r>
              <a:rPr sz="1800" dirty="0">
                <a:latin typeface="Calibri"/>
                <a:cs typeface="Calibri"/>
              </a:rPr>
              <a:t>	</a:t>
            </a:r>
            <a:r>
              <a:rPr sz="1800" spc="-10" dirty="0">
                <a:latin typeface="Calibri"/>
                <a:cs typeface="Calibri"/>
              </a:rPr>
              <a:t>mistake,</a:t>
            </a:r>
            <a:r>
              <a:rPr sz="1800" dirty="0">
                <a:latin typeface="Calibri"/>
                <a:cs typeface="Calibri"/>
              </a:rPr>
              <a:t>	</a:t>
            </a:r>
            <a:r>
              <a:rPr sz="1800" spc="-10" dirty="0">
                <a:latin typeface="Calibri"/>
                <a:cs typeface="Calibri"/>
              </a:rPr>
              <a:t>misconception</a:t>
            </a:r>
            <a:r>
              <a:rPr sz="1800" dirty="0">
                <a:latin typeface="Calibri"/>
                <a:cs typeface="Calibri"/>
              </a:rPr>
              <a:t>	</a:t>
            </a:r>
            <a:r>
              <a:rPr sz="1800" spc="-25" dirty="0">
                <a:latin typeface="Calibri"/>
                <a:cs typeface="Calibri"/>
              </a:rPr>
              <a:t>or</a:t>
            </a:r>
            <a:endParaRPr sz="1800">
              <a:latin typeface="Calibri"/>
              <a:cs typeface="Calibri"/>
            </a:endParaRPr>
          </a:p>
        </p:txBody>
      </p:sp>
      <p:sp>
        <p:nvSpPr>
          <p:cNvPr id="4" name="object 4"/>
          <p:cNvSpPr txBox="1"/>
          <p:nvPr/>
        </p:nvSpPr>
        <p:spPr>
          <a:xfrm>
            <a:off x="431088" y="2734183"/>
            <a:ext cx="508635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misunderstanding</a:t>
            </a:r>
            <a:r>
              <a:rPr sz="1800" spc="-25" dirty="0">
                <a:latin typeface="Calibri"/>
                <a:cs typeface="Calibri"/>
              </a:rPr>
              <a:t> </a:t>
            </a:r>
            <a:r>
              <a:rPr sz="1800" dirty="0">
                <a:latin typeface="Calibri"/>
                <a:cs typeface="Calibri"/>
              </a:rPr>
              <a:t>on</a:t>
            </a:r>
            <a:r>
              <a:rPr sz="1800" spc="-10" dirty="0">
                <a:latin typeface="Calibri"/>
                <a:cs typeface="Calibri"/>
              </a:rPr>
              <a:t> </a:t>
            </a:r>
            <a:r>
              <a:rPr sz="1800" dirty="0">
                <a:latin typeface="Calibri"/>
                <a:cs typeface="Calibri"/>
              </a:rPr>
              <a:t>the</a:t>
            </a:r>
            <a:r>
              <a:rPr sz="1800" spc="-10" dirty="0">
                <a:latin typeface="Calibri"/>
                <a:cs typeface="Calibri"/>
              </a:rPr>
              <a:t> </a:t>
            </a:r>
            <a:r>
              <a:rPr sz="1800" dirty="0">
                <a:latin typeface="Calibri"/>
                <a:cs typeface="Calibri"/>
              </a:rPr>
              <a:t>part</a:t>
            </a:r>
            <a:r>
              <a:rPr sz="1800" spc="-35" dirty="0">
                <a:latin typeface="Calibri"/>
                <a:cs typeface="Calibri"/>
              </a:rPr>
              <a:t> </a:t>
            </a:r>
            <a:r>
              <a:rPr sz="1800" dirty="0">
                <a:latin typeface="Calibri"/>
                <a:cs typeface="Calibri"/>
              </a:rPr>
              <a:t>of</a:t>
            </a:r>
            <a:r>
              <a:rPr sz="1800" spc="-25" dirty="0">
                <a:latin typeface="Calibri"/>
                <a:cs typeface="Calibri"/>
              </a:rPr>
              <a:t> </a:t>
            </a:r>
            <a:r>
              <a:rPr sz="1800" dirty="0">
                <a:latin typeface="Calibri"/>
                <a:cs typeface="Calibri"/>
              </a:rPr>
              <a:t>a</a:t>
            </a:r>
            <a:r>
              <a:rPr sz="1800" spc="-15" dirty="0">
                <a:latin typeface="Calibri"/>
                <a:cs typeface="Calibri"/>
              </a:rPr>
              <a:t> </a:t>
            </a:r>
            <a:r>
              <a:rPr sz="1800" dirty="0">
                <a:latin typeface="Calibri"/>
                <a:cs typeface="Calibri"/>
              </a:rPr>
              <a:t>software</a:t>
            </a:r>
            <a:r>
              <a:rPr sz="1800" spc="-20" dirty="0">
                <a:latin typeface="Calibri"/>
                <a:cs typeface="Calibri"/>
              </a:rPr>
              <a:t> </a:t>
            </a:r>
            <a:r>
              <a:rPr sz="1800" spc="-10" dirty="0">
                <a:latin typeface="Calibri"/>
                <a:cs typeface="Calibri"/>
              </a:rPr>
              <a:t>developer.</a:t>
            </a:r>
            <a:endParaRPr sz="1800">
              <a:latin typeface="Calibri"/>
              <a:cs typeface="Calibri"/>
            </a:endParaRPr>
          </a:p>
        </p:txBody>
      </p:sp>
      <p:sp>
        <p:nvSpPr>
          <p:cNvPr id="5" name="object 5"/>
          <p:cNvSpPr txBox="1"/>
          <p:nvPr/>
        </p:nvSpPr>
        <p:spPr>
          <a:xfrm>
            <a:off x="431088" y="3134995"/>
            <a:ext cx="5387340" cy="1597025"/>
          </a:xfrm>
          <a:prstGeom prst="rect">
            <a:avLst/>
          </a:prstGeom>
        </p:spPr>
        <p:txBody>
          <a:bodyPr vert="horz" wrap="square" lIns="0" tIns="12700" rIns="0" bIns="0" rtlCol="0">
            <a:spAutoFit/>
          </a:bodyPr>
          <a:lstStyle/>
          <a:p>
            <a:pPr marL="12700" marR="5080" algn="just">
              <a:lnSpc>
                <a:spcPct val="100000"/>
              </a:lnSpc>
              <a:spcBef>
                <a:spcPts val="100"/>
              </a:spcBef>
            </a:pPr>
            <a:r>
              <a:rPr sz="1800" dirty="0">
                <a:latin typeface="Calibri"/>
                <a:cs typeface="Calibri"/>
              </a:rPr>
              <a:t>It</a:t>
            </a:r>
            <a:r>
              <a:rPr sz="1800" spc="300" dirty="0">
                <a:latin typeface="Calibri"/>
                <a:cs typeface="Calibri"/>
              </a:rPr>
              <a:t>  </a:t>
            </a:r>
            <a:r>
              <a:rPr sz="1800" dirty="0">
                <a:latin typeface="Calibri"/>
                <a:cs typeface="Calibri"/>
              </a:rPr>
              <a:t>might</a:t>
            </a:r>
            <a:r>
              <a:rPr sz="1800" spc="305" dirty="0">
                <a:latin typeface="Calibri"/>
                <a:cs typeface="Calibri"/>
              </a:rPr>
              <a:t>  </a:t>
            </a:r>
            <a:r>
              <a:rPr sz="1800" dirty="0">
                <a:latin typeface="Calibri"/>
                <a:cs typeface="Calibri"/>
              </a:rPr>
              <a:t>be</a:t>
            </a:r>
            <a:r>
              <a:rPr sz="1800" spc="305" dirty="0">
                <a:latin typeface="Calibri"/>
                <a:cs typeface="Calibri"/>
              </a:rPr>
              <a:t>  </a:t>
            </a:r>
            <a:r>
              <a:rPr sz="1800" b="1" dirty="0">
                <a:latin typeface="Calibri"/>
                <a:cs typeface="Calibri"/>
              </a:rPr>
              <a:t>typographical</a:t>
            </a:r>
            <a:r>
              <a:rPr sz="1800" b="1" spc="300" dirty="0">
                <a:latin typeface="Calibri"/>
                <a:cs typeface="Calibri"/>
              </a:rPr>
              <a:t>  </a:t>
            </a:r>
            <a:r>
              <a:rPr sz="1800" b="1" dirty="0">
                <a:latin typeface="Calibri"/>
                <a:cs typeface="Calibri"/>
              </a:rPr>
              <a:t>error,</a:t>
            </a:r>
            <a:r>
              <a:rPr sz="1800" b="1" spc="305" dirty="0">
                <a:latin typeface="Calibri"/>
                <a:cs typeface="Calibri"/>
              </a:rPr>
              <a:t>  </a:t>
            </a:r>
            <a:r>
              <a:rPr sz="1800" dirty="0">
                <a:latin typeface="Calibri"/>
                <a:cs typeface="Calibri"/>
              </a:rPr>
              <a:t>a</a:t>
            </a:r>
            <a:r>
              <a:rPr sz="1800" spc="305" dirty="0">
                <a:latin typeface="Calibri"/>
                <a:cs typeface="Calibri"/>
              </a:rPr>
              <a:t>  </a:t>
            </a:r>
            <a:r>
              <a:rPr sz="1800" b="1" dirty="0">
                <a:latin typeface="Calibri"/>
                <a:cs typeface="Calibri"/>
              </a:rPr>
              <a:t>misleading</a:t>
            </a:r>
            <a:r>
              <a:rPr sz="1800" b="1" spc="300" dirty="0">
                <a:latin typeface="Calibri"/>
                <a:cs typeface="Calibri"/>
              </a:rPr>
              <a:t>  </a:t>
            </a:r>
            <a:r>
              <a:rPr sz="1800" b="1" spc="-25" dirty="0">
                <a:latin typeface="Calibri"/>
                <a:cs typeface="Calibri"/>
              </a:rPr>
              <a:t>of </a:t>
            </a:r>
            <a:r>
              <a:rPr sz="1800" b="1" dirty="0">
                <a:latin typeface="Calibri"/>
                <a:cs typeface="Calibri"/>
              </a:rPr>
              <a:t>specifications</a:t>
            </a:r>
            <a:r>
              <a:rPr sz="1800" dirty="0">
                <a:latin typeface="Calibri"/>
                <a:cs typeface="Calibri"/>
              </a:rPr>
              <a:t>,</a:t>
            </a:r>
            <a:r>
              <a:rPr sz="1800" spc="45" dirty="0">
                <a:latin typeface="Calibri"/>
                <a:cs typeface="Calibri"/>
              </a:rPr>
              <a:t> </a:t>
            </a:r>
            <a:r>
              <a:rPr sz="1800" dirty="0">
                <a:latin typeface="Calibri"/>
                <a:cs typeface="Calibri"/>
              </a:rPr>
              <a:t>a</a:t>
            </a:r>
            <a:r>
              <a:rPr sz="1800" spc="50" dirty="0">
                <a:latin typeface="Calibri"/>
                <a:cs typeface="Calibri"/>
              </a:rPr>
              <a:t> </a:t>
            </a:r>
            <a:r>
              <a:rPr sz="1800" b="1" dirty="0">
                <a:latin typeface="Calibri"/>
                <a:cs typeface="Calibri"/>
              </a:rPr>
              <a:t>misunderstanding</a:t>
            </a:r>
            <a:r>
              <a:rPr sz="1800" b="1" spc="45" dirty="0">
                <a:latin typeface="Calibri"/>
                <a:cs typeface="Calibri"/>
              </a:rPr>
              <a:t> </a:t>
            </a:r>
            <a:r>
              <a:rPr sz="1800" b="1" dirty="0">
                <a:latin typeface="Calibri"/>
                <a:cs typeface="Calibri"/>
              </a:rPr>
              <a:t>of</a:t>
            </a:r>
            <a:r>
              <a:rPr sz="1800" b="1" spc="45" dirty="0">
                <a:latin typeface="Calibri"/>
                <a:cs typeface="Calibri"/>
              </a:rPr>
              <a:t> </a:t>
            </a:r>
            <a:r>
              <a:rPr sz="1800" b="1" dirty="0">
                <a:latin typeface="Calibri"/>
                <a:cs typeface="Calibri"/>
              </a:rPr>
              <a:t>what</a:t>
            </a:r>
            <a:r>
              <a:rPr sz="1800" b="1" spc="55" dirty="0">
                <a:latin typeface="Calibri"/>
                <a:cs typeface="Calibri"/>
              </a:rPr>
              <a:t> </a:t>
            </a:r>
            <a:r>
              <a:rPr sz="1800" b="1" dirty="0">
                <a:latin typeface="Calibri"/>
                <a:cs typeface="Calibri"/>
              </a:rPr>
              <a:t>a</a:t>
            </a:r>
            <a:r>
              <a:rPr sz="1800" b="1" spc="50" dirty="0">
                <a:latin typeface="Calibri"/>
                <a:cs typeface="Calibri"/>
              </a:rPr>
              <a:t> </a:t>
            </a:r>
            <a:r>
              <a:rPr sz="1800" b="1" spc="-10" dirty="0">
                <a:latin typeface="Calibri"/>
                <a:cs typeface="Calibri"/>
              </a:rPr>
              <a:t>subroutine does.</a:t>
            </a:r>
            <a:endParaRPr sz="1800">
              <a:latin typeface="Calibri"/>
              <a:cs typeface="Calibri"/>
            </a:endParaRPr>
          </a:p>
          <a:p>
            <a:pPr marL="12700" algn="just">
              <a:lnSpc>
                <a:spcPct val="100000"/>
              </a:lnSpc>
              <a:spcBef>
                <a:spcPts val="790"/>
              </a:spcBef>
            </a:pPr>
            <a:r>
              <a:rPr sz="1800" b="1" dirty="0">
                <a:solidFill>
                  <a:srgbClr val="2E5496"/>
                </a:solidFill>
                <a:latin typeface="Calibri"/>
                <a:cs typeface="Calibri"/>
              </a:rPr>
              <a:t>The</a:t>
            </a:r>
            <a:r>
              <a:rPr sz="1800" b="1" spc="-30" dirty="0">
                <a:solidFill>
                  <a:srgbClr val="2E5496"/>
                </a:solidFill>
                <a:latin typeface="Calibri"/>
                <a:cs typeface="Calibri"/>
              </a:rPr>
              <a:t> </a:t>
            </a:r>
            <a:r>
              <a:rPr sz="1800" b="1" dirty="0">
                <a:solidFill>
                  <a:srgbClr val="2E5496"/>
                </a:solidFill>
                <a:latin typeface="Calibri"/>
                <a:cs typeface="Calibri"/>
              </a:rPr>
              <a:t>errors</a:t>
            </a:r>
            <a:r>
              <a:rPr sz="1800" b="1" spc="-40" dirty="0">
                <a:solidFill>
                  <a:srgbClr val="2E5496"/>
                </a:solidFill>
                <a:latin typeface="Calibri"/>
                <a:cs typeface="Calibri"/>
              </a:rPr>
              <a:t> </a:t>
            </a:r>
            <a:r>
              <a:rPr sz="1800" b="1" dirty="0">
                <a:solidFill>
                  <a:srgbClr val="2E5496"/>
                </a:solidFill>
                <a:latin typeface="Calibri"/>
                <a:cs typeface="Calibri"/>
              </a:rPr>
              <a:t>may</a:t>
            </a:r>
            <a:r>
              <a:rPr sz="1800" b="1" spc="-10" dirty="0">
                <a:solidFill>
                  <a:srgbClr val="2E5496"/>
                </a:solidFill>
                <a:latin typeface="Calibri"/>
                <a:cs typeface="Calibri"/>
              </a:rPr>
              <a:t> </a:t>
            </a:r>
            <a:r>
              <a:rPr sz="1800" b="1" dirty="0">
                <a:solidFill>
                  <a:srgbClr val="2E5496"/>
                </a:solidFill>
                <a:latin typeface="Calibri"/>
                <a:cs typeface="Calibri"/>
              </a:rPr>
              <a:t>be</a:t>
            </a:r>
            <a:r>
              <a:rPr sz="1800" b="1" spc="-40" dirty="0">
                <a:solidFill>
                  <a:srgbClr val="2E5496"/>
                </a:solidFill>
                <a:latin typeface="Calibri"/>
                <a:cs typeface="Calibri"/>
              </a:rPr>
              <a:t> </a:t>
            </a:r>
            <a:r>
              <a:rPr sz="1800" b="1" spc="-50" dirty="0">
                <a:solidFill>
                  <a:srgbClr val="2E5496"/>
                </a:solidFill>
                <a:latin typeface="Calibri"/>
                <a:cs typeface="Calibri"/>
              </a:rPr>
              <a:t>:</a:t>
            </a:r>
            <a:endParaRPr sz="1800">
              <a:latin typeface="Calibri"/>
              <a:cs typeface="Calibri"/>
            </a:endParaRPr>
          </a:p>
          <a:p>
            <a:pPr marL="241300" indent="-228600" algn="just">
              <a:lnSpc>
                <a:spcPct val="100000"/>
              </a:lnSpc>
              <a:spcBef>
                <a:spcPts val="780"/>
              </a:spcBef>
              <a:buFont typeface="Wingdings"/>
              <a:buChar char=""/>
              <a:tabLst>
                <a:tab pos="241300" algn="l"/>
              </a:tabLst>
            </a:pPr>
            <a:r>
              <a:rPr sz="1800" dirty="0">
                <a:latin typeface="Calibri"/>
                <a:cs typeface="Calibri"/>
              </a:rPr>
              <a:t>Actual</a:t>
            </a:r>
            <a:r>
              <a:rPr sz="1800" spc="-20" dirty="0">
                <a:latin typeface="Calibri"/>
                <a:cs typeface="Calibri"/>
              </a:rPr>
              <a:t> </a:t>
            </a:r>
            <a:r>
              <a:rPr sz="1800" dirty="0">
                <a:latin typeface="Calibri"/>
                <a:cs typeface="Calibri"/>
              </a:rPr>
              <a:t>bugs</a:t>
            </a:r>
            <a:r>
              <a:rPr sz="1800" spc="-15" dirty="0">
                <a:latin typeface="Calibri"/>
                <a:cs typeface="Calibri"/>
              </a:rPr>
              <a:t> </a:t>
            </a:r>
            <a:r>
              <a:rPr sz="1800" dirty="0">
                <a:latin typeface="Calibri"/>
                <a:cs typeface="Calibri"/>
              </a:rPr>
              <a:t>in</a:t>
            </a:r>
            <a:r>
              <a:rPr sz="1800" spc="-15" dirty="0">
                <a:latin typeface="Calibri"/>
                <a:cs typeface="Calibri"/>
              </a:rPr>
              <a:t> </a:t>
            </a:r>
            <a:r>
              <a:rPr sz="1800" dirty="0">
                <a:latin typeface="Calibri"/>
                <a:cs typeface="Calibri"/>
              </a:rPr>
              <a:t>the</a:t>
            </a:r>
            <a:r>
              <a:rPr sz="1800" spc="-25" dirty="0">
                <a:latin typeface="Calibri"/>
                <a:cs typeface="Calibri"/>
              </a:rPr>
              <a:t> </a:t>
            </a:r>
            <a:r>
              <a:rPr sz="1800" spc="-20" dirty="0">
                <a:latin typeface="Calibri"/>
                <a:cs typeface="Calibri"/>
              </a:rPr>
              <a:t>code.</a:t>
            </a:r>
            <a:endParaRPr sz="1800">
              <a:latin typeface="Calibri"/>
              <a:cs typeface="Calibri"/>
            </a:endParaRPr>
          </a:p>
        </p:txBody>
      </p:sp>
      <p:sp>
        <p:nvSpPr>
          <p:cNvPr id="6" name="object 6"/>
          <p:cNvSpPr txBox="1"/>
          <p:nvPr/>
        </p:nvSpPr>
        <p:spPr>
          <a:xfrm>
            <a:off x="431088" y="4832984"/>
            <a:ext cx="5387340" cy="299720"/>
          </a:xfrm>
          <a:prstGeom prst="rect">
            <a:avLst/>
          </a:prstGeom>
        </p:spPr>
        <p:txBody>
          <a:bodyPr vert="horz" wrap="square" lIns="0" tIns="12700" rIns="0" bIns="0" rtlCol="0">
            <a:spAutoFit/>
          </a:bodyPr>
          <a:lstStyle/>
          <a:p>
            <a:pPr marL="241300" indent="-228600">
              <a:lnSpc>
                <a:spcPct val="100000"/>
              </a:lnSpc>
              <a:spcBef>
                <a:spcPts val="100"/>
              </a:spcBef>
              <a:buFont typeface="Wingdings"/>
              <a:buChar char=""/>
              <a:tabLst>
                <a:tab pos="241300" algn="l"/>
                <a:tab pos="1247140" algn="l"/>
                <a:tab pos="2905760" algn="l"/>
                <a:tab pos="3266440" algn="l"/>
                <a:tab pos="3746500" algn="l"/>
                <a:tab pos="5173345" algn="l"/>
              </a:tabLst>
            </a:pPr>
            <a:r>
              <a:rPr sz="1800" spc="-10" dirty="0">
                <a:latin typeface="Calibri"/>
                <a:cs typeface="Calibri"/>
              </a:rPr>
              <a:t>Incorrect</a:t>
            </a:r>
            <a:r>
              <a:rPr sz="1800" dirty="0">
                <a:latin typeface="Calibri"/>
                <a:cs typeface="Calibri"/>
              </a:rPr>
              <a:t>	</a:t>
            </a:r>
            <a:r>
              <a:rPr sz="1800" spc="-10" dirty="0">
                <a:latin typeface="Calibri"/>
                <a:cs typeface="Calibri"/>
              </a:rPr>
              <a:t>implementation</a:t>
            </a:r>
            <a:r>
              <a:rPr sz="1800" dirty="0">
                <a:latin typeface="Calibri"/>
                <a:cs typeface="Calibri"/>
              </a:rPr>
              <a:t>	</a:t>
            </a:r>
            <a:r>
              <a:rPr sz="1800" spc="-25" dirty="0">
                <a:latin typeface="Calibri"/>
                <a:cs typeface="Calibri"/>
              </a:rPr>
              <a:t>of</a:t>
            </a:r>
            <a:r>
              <a:rPr sz="1800" dirty="0">
                <a:latin typeface="Calibri"/>
                <a:cs typeface="Calibri"/>
              </a:rPr>
              <a:t>	</a:t>
            </a:r>
            <a:r>
              <a:rPr sz="1800" spc="-25" dirty="0">
                <a:latin typeface="Calibri"/>
                <a:cs typeface="Calibri"/>
              </a:rPr>
              <a:t>the</a:t>
            </a:r>
            <a:r>
              <a:rPr sz="1800" dirty="0">
                <a:latin typeface="Calibri"/>
                <a:cs typeface="Calibri"/>
              </a:rPr>
              <a:t>	</a:t>
            </a:r>
            <a:r>
              <a:rPr sz="1800" spc="-10" dirty="0">
                <a:latin typeface="Calibri"/>
                <a:cs typeface="Calibri"/>
              </a:rPr>
              <a:t>requirements</a:t>
            </a:r>
            <a:r>
              <a:rPr sz="1800" dirty="0">
                <a:latin typeface="Calibri"/>
                <a:cs typeface="Calibri"/>
              </a:rPr>
              <a:t>	</a:t>
            </a:r>
            <a:r>
              <a:rPr sz="1800" spc="-25" dirty="0">
                <a:latin typeface="Calibri"/>
                <a:cs typeface="Calibri"/>
              </a:rPr>
              <a:t>or</a:t>
            </a:r>
            <a:endParaRPr sz="1800">
              <a:latin typeface="Calibri"/>
              <a:cs typeface="Calibri"/>
            </a:endParaRPr>
          </a:p>
        </p:txBody>
      </p:sp>
      <p:sp>
        <p:nvSpPr>
          <p:cNvPr id="7" name="object 7"/>
          <p:cNvSpPr txBox="1"/>
          <p:nvPr/>
        </p:nvSpPr>
        <p:spPr>
          <a:xfrm>
            <a:off x="659993" y="5107000"/>
            <a:ext cx="5156835" cy="848994"/>
          </a:xfrm>
          <a:prstGeom prst="rect">
            <a:avLst/>
          </a:prstGeom>
        </p:spPr>
        <p:txBody>
          <a:bodyPr vert="horz" wrap="square" lIns="0" tIns="12700" rIns="0" bIns="0" rtlCol="0">
            <a:spAutoFit/>
          </a:bodyPr>
          <a:lstStyle/>
          <a:p>
            <a:pPr marL="12700" marR="5080" algn="just">
              <a:lnSpc>
                <a:spcPct val="100000"/>
              </a:lnSpc>
              <a:spcBef>
                <a:spcPts val="100"/>
              </a:spcBef>
            </a:pPr>
            <a:r>
              <a:rPr sz="1800" dirty="0">
                <a:latin typeface="Calibri"/>
                <a:cs typeface="Calibri"/>
              </a:rPr>
              <a:t>functional</a:t>
            </a:r>
            <a:r>
              <a:rPr sz="1800" spc="-65" dirty="0">
                <a:latin typeface="Calibri"/>
                <a:cs typeface="Calibri"/>
              </a:rPr>
              <a:t> </a:t>
            </a:r>
            <a:r>
              <a:rPr sz="1800" dirty="0">
                <a:latin typeface="Calibri"/>
                <a:cs typeface="Calibri"/>
              </a:rPr>
              <a:t>specifications</a:t>
            </a:r>
            <a:r>
              <a:rPr sz="1800" spc="-60" dirty="0">
                <a:latin typeface="Calibri"/>
                <a:cs typeface="Calibri"/>
              </a:rPr>
              <a:t> </a:t>
            </a:r>
            <a:r>
              <a:rPr sz="1800" dirty="0">
                <a:latin typeface="Calibri"/>
                <a:cs typeface="Calibri"/>
              </a:rPr>
              <a:t>because</a:t>
            </a:r>
            <a:r>
              <a:rPr sz="1800" spc="-45" dirty="0">
                <a:latin typeface="Calibri"/>
                <a:cs typeface="Calibri"/>
              </a:rPr>
              <a:t> </a:t>
            </a:r>
            <a:r>
              <a:rPr sz="1800" dirty="0">
                <a:latin typeface="Calibri"/>
                <a:cs typeface="Calibri"/>
              </a:rPr>
              <a:t>of</a:t>
            </a:r>
            <a:r>
              <a:rPr sz="1800" spc="-55" dirty="0">
                <a:latin typeface="Calibri"/>
                <a:cs typeface="Calibri"/>
              </a:rPr>
              <a:t> </a:t>
            </a:r>
            <a:r>
              <a:rPr sz="1800" spc="-10" dirty="0">
                <a:latin typeface="Calibri"/>
                <a:cs typeface="Calibri"/>
              </a:rPr>
              <a:t>Misunderstandings </a:t>
            </a:r>
            <a:r>
              <a:rPr sz="1800" dirty="0">
                <a:latin typeface="Calibri"/>
                <a:cs typeface="Calibri"/>
              </a:rPr>
              <a:t>and/or</a:t>
            </a:r>
            <a:r>
              <a:rPr sz="1800" spc="254" dirty="0">
                <a:latin typeface="Calibri"/>
                <a:cs typeface="Calibri"/>
              </a:rPr>
              <a:t>   </a:t>
            </a:r>
            <a:r>
              <a:rPr sz="1800" dirty="0">
                <a:latin typeface="Calibri"/>
                <a:cs typeface="Calibri"/>
              </a:rPr>
              <a:t>Incomplete</a:t>
            </a:r>
            <a:r>
              <a:rPr sz="1800" spc="260" dirty="0">
                <a:latin typeface="Calibri"/>
                <a:cs typeface="Calibri"/>
              </a:rPr>
              <a:t>   </a:t>
            </a:r>
            <a:r>
              <a:rPr sz="1800" dirty="0">
                <a:latin typeface="Calibri"/>
                <a:cs typeface="Calibri"/>
              </a:rPr>
              <a:t>requirements</a:t>
            </a:r>
            <a:r>
              <a:rPr sz="1800" spc="254" dirty="0">
                <a:latin typeface="Calibri"/>
                <a:cs typeface="Calibri"/>
              </a:rPr>
              <a:t>   </a:t>
            </a:r>
            <a:r>
              <a:rPr sz="1800" dirty="0">
                <a:latin typeface="Calibri"/>
                <a:cs typeface="Calibri"/>
              </a:rPr>
              <a:t>or</a:t>
            </a:r>
            <a:r>
              <a:rPr sz="1800" spc="254" dirty="0">
                <a:latin typeface="Calibri"/>
                <a:cs typeface="Calibri"/>
              </a:rPr>
              <a:t>   </a:t>
            </a:r>
            <a:r>
              <a:rPr sz="1800" spc="-10" dirty="0">
                <a:latin typeface="Calibri"/>
                <a:cs typeface="Calibri"/>
              </a:rPr>
              <a:t>functional specifications</a:t>
            </a:r>
            <a:endParaRPr sz="1800">
              <a:latin typeface="Calibri"/>
              <a:cs typeface="Calibri"/>
            </a:endParaRPr>
          </a:p>
        </p:txBody>
      </p:sp>
      <p:sp>
        <p:nvSpPr>
          <p:cNvPr id="8" name="object 8"/>
          <p:cNvSpPr txBox="1"/>
          <p:nvPr/>
        </p:nvSpPr>
        <p:spPr>
          <a:xfrm>
            <a:off x="6289928" y="461518"/>
            <a:ext cx="5299710" cy="2270760"/>
          </a:xfrm>
          <a:prstGeom prst="rect">
            <a:avLst/>
          </a:prstGeom>
        </p:spPr>
        <p:txBody>
          <a:bodyPr vert="horz" wrap="square" lIns="0" tIns="113030" rIns="0" bIns="0" rtlCol="0">
            <a:spAutoFit/>
          </a:bodyPr>
          <a:lstStyle/>
          <a:p>
            <a:pPr marL="241300" indent="-228600">
              <a:lnSpc>
                <a:spcPct val="100000"/>
              </a:lnSpc>
              <a:spcBef>
                <a:spcPts val="890"/>
              </a:spcBef>
              <a:buFont typeface="Wingdings"/>
              <a:buChar char=""/>
              <a:tabLst>
                <a:tab pos="241300" algn="l"/>
              </a:tabLst>
            </a:pPr>
            <a:r>
              <a:rPr sz="1800" dirty="0">
                <a:latin typeface="Calibri"/>
                <a:cs typeface="Calibri"/>
              </a:rPr>
              <a:t>Calculation</a:t>
            </a:r>
            <a:r>
              <a:rPr sz="1800" spc="-95" dirty="0">
                <a:latin typeface="Calibri"/>
                <a:cs typeface="Calibri"/>
              </a:rPr>
              <a:t> </a:t>
            </a:r>
            <a:r>
              <a:rPr sz="1800" spc="-10" dirty="0">
                <a:latin typeface="Calibri"/>
                <a:cs typeface="Calibri"/>
              </a:rPr>
              <a:t>errors.</a:t>
            </a:r>
            <a:endParaRPr sz="1800">
              <a:latin typeface="Calibri"/>
              <a:cs typeface="Calibri"/>
            </a:endParaRPr>
          </a:p>
          <a:p>
            <a:pPr marL="241300" indent="-228600">
              <a:lnSpc>
                <a:spcPct val="100000"/>
              </a:lnSpc>
              <a:spcBef>
                <a:spcPts val="790"/>
              </a:spcBef>
              <a:buFont typeface="Wingdings"/>
              <a:buChar char=""/>
              <a:tabLst>
                <a:tab pos="241300" algn="l"/>
              </a:tabLst>
            </a:pPr>
            <a:r>
              <a:rPr sz="1800" dirty="0">
                <a:latin typeface="Calibri"/>
                <a:cs typeface="Calibri"/>
              </a:rPr>
              <a:t>Errors</a:t>
            </a:r>
            <a:r>
              <a:rPr sz="1800" spc="-45" dirty="0">
                <a:latin typeface="Calibri"/>
                <a:cs typeface="Calibri"/>
              </a:rPr>
              <a:t> </a:t>
            </a:r>
            <a:r>
              <a:rPr sz="1800" dirty="0">
                <a:latin typeface="Calibri"/>
                <a:cs typeface="Calibri"/>
              </a:rPr>
              <a:t>in</a:t>
            </a:r>
            <a:r>
              <a:rPr sz="1800" spc="-35" dirty="0">
                <a:latin typeface="Calibri"/>
                <a:cs typeface="Calibri"/>
              </a:rPr>
              <a:t> </a:t>
            </a:r>
            <a:r>
              <a:rPr sz="1800" dirty="0">
                <a:latin typeface="Calibri"/>
                <a:cs typeface="Calibri"/>
              </a:rPr>
              <a:t>handling</a:t>
            </a:r>
            <a:r>
              <a:rPr sz="1800" spc="-30" dirty="0">
                <a:latin typeface="Calibri"/>
                <a:cs typeface="Calibri"/>
              </a:rPr>
              <a:t> </a:t>
            </a:r>
            <a:r>
              <a:rPr sz="1800" dirty="0">
                <a:latin typeface="Calibri"/>
                <a:cs typeface="Calibri"/>
              </a:rPr>
              <a:t>or</a:t>
            </a:r>
            <a:r>
              <a:rPr sz="1800" spc="-35" dirty="0">
                <a:latin typeface="Calibri"/>
                <a:cs typeface="Calibri"/>
              </a:rPr>
              <a:t> </a:t>
            </a:r>
            <a:r>
              <a:rPr sz="1800" spc="-10" dirty="0">
                <a:latin typeface="Calibri"/>
                <a:cs typeface="Calibri"/>
              </a:rPr>
              <a:t>interpreting</a:t>
            </a:r>
            <a:r>
              <a:rPr sz="1800" spc="-25" dirty="0">
                <a:latin typeface="Calibri"/>
                <a:cs typeface="Calibri"/>
              </a:rPr>
              <a:t> </a:t>
            </a:r>
            <a:r>
              <a:rPr sz="1800" spc="-10" dirty="0">
                <a:latin typeface="Calibri"/>
                <a:cs typeface="Calibri"/>
              </a:rPr>
              <a:t>data.</a:t>
            </a:r>
            <a:endParaRPr sz="1800">
              <a:latin typeface="Calibri"/>
              <a:cs typeface="Calibri"/>
            </a:endParaRPr>
          </a:p>
          <a:p>
            <a:pPr marL="220979" marR="5080" indent="-208915">
              <a:lnSpc>
                <a:spcPct val="136100"/>
              </a:lnSpc>
              <a:spcBef>
                <a:spcPts val="5"/>
              </a:spcBef>
              <a:buFont typeface="Wingdings"/>
              <a:buChar char=""/>
              <a:tabLst>
                <a:tab pos="220979" algn="l"/>
                <a:tab pos="240665" algn="l"/>
              </a:tabLst>
            </a:pPr>
            <a:r>
              <a:rPr sz="1800" spc="-10" dirty="0">
                <a:latin typeface="Calibri"/>
                <a:cs typeface="Calibri"/>
              </a:rPr>
              <a:t>Documentation </a:t>
            </a:r>
            <a:r>
              <a:rPr sz="1800" dirty="0">
                <a:latin typeface="Calibri"/>
                <a:cs typeface="Calibri"/>
              </a:rPr>
              <a:t>-</a:t>
            </a:r>
            <a:r>
              <a:rPr sz="1800" spc="-25" dirty="0">
                <a:latin typeface="Calibri"/>
                <a:cs typeface="Calibri"/>
              </a:rPr>
              <a:t> </a:t>
            </a:r>
            <a:r>
              <a:rPr sz="1800" dirty="0">
                <a:latin typeface="Calibri"/>
                <a:cs typeface="Calibri"/>
              </a:rPr>
              <a:t>The</a:t>
            </a:r>
            <a:r>
              <a:rPr sz="1800" spc="-10" dirty="0">
                <a:latin typeface="Calibri"/>
                <a:cs typeface="Calibri"/>
              </a:rPr>
              <a:t> </a:t>
            </a:r>
            <a:r>
              <a:rPr sz="1800" dirty="0">
                <a:latin typeface="Calibri"/>
                <a:cs typeface="Calibri"/>
              </a:rPr>
              <a:t>user</a:t>
            </a:r>
            <a:r>
              <a:rPr sz="1800" spc="-25" dirty="0">
                <a:latin typeface="Calibri"/>
                <a:cs typeface="Calibri"/>
              </a:rPr>
              <a:t> </a:t>
            </a:r>
            <a:r>
              <a:rPr sz="1800" dirty="0">
                <a:latin typeface="Calibri"/>
                <a:cs typeface="Calibri"/>
              </a:rPr>
              <a:t>does</a:t>
            </a:r>
            <a:r>
              <a:rPr sz="1800" spc="-20" dirty="0">
                <a:latin typeface="Calibri"/>
                <a:cs typeface="Calibri"/>
              </a:rPr>
              <a:t> </a:t>
            </a:r>
            <a:r>
              <a:rPr sz="1800" dirty="0">
                <a:latin typeface="Calibri"/>
                <a:cs typeface="Calibri"/>
              </a:rPr>
              <a:t>not</a:t>
            </a:r>
            <a:r>
              <a:rPr sz="1800" spc="-30" dirty="0">
                <a:latin typeface="Calibri"/>
                <a:cs typeface="Calibri"/>
              </a:rPr>
              <a:t> </a:t>
            </a:r>
            <a:r>
              <a:rPr sz="1800" dirty="0">
                <a:latin typeface="Calibri"/>
                <a:cs typeface="Calibri"/>
              </a:rPr>
              <a:t>observe</a:t>
            </a:r>
            <a:r>
              <a:rPr sz="1800" spc="-25" dirty="0">
                <a:latin typeface="Calibri"/>
                <a:cs typeface="Calibri"/>
              </a:rPr>
              <a:t> </a:t>
            </a:r>
            <a:r>
              <a:rPr sz="1800" spc="-10" dirty="0">
                <a:latin typeface="Calibri"/>
                <a:cs typeface="Calibri"/>
              </a:rPr>
              <a:t>operation </a:t>
            </a:r>
            <a:r>
              <a:rPr sz="1800" dirty="0">
                <a:latin typeface="Calibri"/>
                <a:cs typeface="Calibri"/>
              </a:rPr>
              <a:t>described</a:t>
            </a:r>
            <a:r>
              <a:rPr sz="1800" spc="-10" dirty="0">
                <a:latin typeface="Calibri"/>
                <a:cs typeface="Calibri"/>
              </a:rPr>
              <a:t> </a:t>
            </a:r>
            <a:r>
              <a:rPr sz="1800" dirty="0">
                <a:latin typeface="Calibri"/>
                <a:cs typeface="Calibri"/>
              </a:rPr>
              <a:t>in</a:t>
            </a:r>
            <a:r>
              <a:rPr sz="1800" spc="-20" dirty="0">
                <a:latin typeface="Calibri"/>
                <a:cs typeface="Calibri"/>
              </a:rPr>
              <a:t> </a:t>
            </a:r>
            <a:r>
              <a:rPr sz="1800" spc="-10" dirty="0">
                <a:latin typeface="Calibri"/>
                <a:cs typeface="Calibri"/>
              </a:rPr>
              <a:t>manuals.</a:t>
            </a:r>
            <a:endParaRPr sz="1800">
              <a:latin typeface="Calibri"/>
              <a:cs typeface="Calibri"/>
            </a:endParaRPr>
          </a:p>
          <a:p>
            <a:pPr marL="241300" indent="-228600">
              <a:lnSpc>
                <a:spcPct val="100000"/>
              </a:lnSpc>
              <a:spcBef>
                <a:spcPts val="795"/>
              </a:spcBef>
              <a:buFont typeface="Wingdings"/>
              <a:buChar char=""/>
              <a:tabLst>
                <a:tab pos="241300" algn="l"/>
              </a:tabLst>
            </a:pPr>
            <a:r>
              <a:rPr sz="1800" spc="-25" dirty="0">
                <a:latin typeface="Calibri"/>
                <a:cs typeface="Calibri"/>
              </a:rPr>
              <a:t>Testing</a:t>
            </a:r>
            <a:r>
              <a:rPr sz="1800" spc="-45" dirty="0">
                <a:latin typeface="Calibri"/>
                <a:cs typeface="Calibri"/>
              </a:rPr>
              <a:t> </a:t>
            </a:r>
            <a:r>
              <a:rPr sz="1800" spc="-10" dirty="0">
                <a:latin typeface="Calibri"/>
                <a:cs typeface="Calibri"/>
              </a:rPr>
              <a:t>errors.</a:t>
            </a:r>
            <a:endParaRPr sz="1800">
              <a:latin typeface="Calibri"/>
              <a:cs typeface="Calibri"/>
            </a:endParaRPr>
          </a:p>
          <a:p>
            <a:pPr marL="12700">
              <a:lnSpc>
                <a:spcPct val="100000"/>
              </a:lnSpc>
              <a:spcBef>
                <a:spcPts val="780"/>
              </a:spcBef>
            </a:pPr>
            <a:r>
              <a:rPr sz="1800" b="1" spc="-10" dirty="0">
                <a:latin typeface="Calibri"/>
                <a:cs typeface="Calibri"/>
              </a:rPr>
              <a:t>Faults:</a:t>
            </a:r>
            <a:endParaRPr sz="1800">
              <a:latin typeface="Calibri"/>
              <a:cs typeface="Calibri"/>
            </a:endParaRPr>
          </a:p>
        </p:txBody>
      </p:sp>
      <p:sp>
        <p:nvSpPr>
          <p:cNvPr id="9" name="object 9"/>
          <p:cNvSpPr txBox="1"/>
          <p:nvPr/>
        </p:nvSpPr>
        <p:spPr>
          <a:xfrm>
            <a:off x="6289928" y="2833242"/>
            <a:ext cx="5521325" cy="2200910"/>
          </a:xfrm>
          <a:prstGeom prst="rect">
            <a:avLst/>
          </a:prstGeom>
        </p:spPr>
        <p:txBody>
          <a:bodyPr vert="horz" wrap="square" lIns="0" tIns="12700" rIns="0" bIns="0" rtlCol="0">
            <a:spAutoFit/>
          </a:bodyPr>
          <a:lstStyle/>
          <a:p>
            <a:pPr marL="241300" marR="5080" indent="-228600">
              <a:lnSpc>
                <a:spcPct val="100000"/>
              </a:lnSpc>
              <a:spcBef>
                <a:spcPts val="100"/>
              </a:spcBef>
              <a:buFont typeface="Arial MT"/>
              <a:buChar char="•"/>
              <a:tabLst>
                <a:tab pos="241300" algn="l"/>
              </a:tabLst>
            </a:pPr>
            <a:r>
              <a:rPr sz="1800" dirty="0">
                <a:latin typeface="Calibri"/>
                <a:cs typeface="Calibri"/>
              </a:rPr>
              <a:t>A</a:t>
            </a:r>
            <a:r>
              <a:rPr sz="1800" spc="-45" dirty="0">
                <a:latin typeface="Calibri"/>
                <a:cs typeface="Calibri"/>
              </a:rPr>
              <a:t> </a:t>
            </a:r>
            <a:r>
              <a:rPr sz="1800" dirty="0">
                <a:latin typeface="Calibri"/>
                <a:cs typeface="Calibri"/>
              </a:rPr>
              <a:t>fault</a:t>
            </a:r>
            <a:r>
              <a:rPr sz="1800" spc="-40" dirty="0">
                <a:latin typeface="Calibri"/>
                <a:cs typeface="Calibri"/>
              </a:rPr>
              <a:t> </a:t>
            </a:r>
            <a:r>
              <a:rPr sz="1800" dirty="0">
                <a:latin typeface="Calibri"/>
                <a:cs typeface="Calibri"/>
              </a:rPr>
              <a:t>occurs</a:t>
            </a:r>
            <a:r>
              <a:rPr sz="1800" spc="-30" dirty="0">
                <a:latin typeface="Calibri"/>
                <a:cs typeface="Calibri"/>
              </a:rPr>
              <a:t> </a:t>
            </a:r>
            <a:r>
              <a:rPr sz="1800" dirty="0">
                <a:latin typeface="Calibri"/>
                <a:cs typeface="Calibri"/>
              </a:rPr>
              <a:t>when</a:t>
            </a:r>
            <a:r>
              <a:rPr sz="1800" spc="-30" dirty="0">
                <a:latin typeface="Calibri"/>
                <a:cs typeface="Calibri"/>
              </a:rPr>
              <a:t> </a:t>
            </a:r>
            <a:r>
              <a:rPr sz="1800" dirty="0">
                <a:latin typeface="Calibri"/>
                <a:cs typeface="Calibri"/>
              </a:rPr>
              <a:t>a</a:t>
            </a:r>
            <a:r>
              <a:rPr sz="1800" spc="-50" dirty="0">
                <a:latin typeface="Calibri"/>
                <a:cs typeface="Calibri"/>
              </a:rPr>
              <a:t> </a:t>
            </a:r>
            <a:r>
              <a:rPr sz="1800" dirty="0">
                <a:latin typeface="Calibri"/>
                <a:cs typeface="Calibri"/>
              </a:rPr>
              <a:t>human</a:t>
            </a:r>
            <a:r>
              <a:rPr sz="1800" spc="-35" dirty="0">
                <a:latin typeface="Calibri"/>
                <a:cs typeface="Calibri"/>
              </a:rPr>
              <a:t> </a:t>
            </a:r>
            <a:r>
              <a:rPr sz="1800" dirty="0">
                <a:latin typeface="Calibri"/>
                <a:cs typeface="Calibri"/>
              </a:rPr>
              <a:t>error</a:t>
            </a:r>
            <a:r>
              <a:rPr sz="1800" spc="-40" dirty="0">
                <a:latin typeface="Calibri"/>
                <a:cs typeface="Calibri"/>
              </a:rPr>
              <a:t> </a:t>
            </a:r>
            <a:r>
              <a:rPr sz="1800" dirty="0">
                <a:latin typeface="Calibri"/>
                <a:cs typeface="Calibri"/>
              </a:rPr>
              <a:t>results</a:t>
            </a:r>
            <a:r>
              <a:rPr sz="1800" spc="-45" dirty="0">
                <a:latin typeface="Calibri"/>
                <a:cs typeface="Calibri"/>
              </a:rPr>
              <a:t> </a:t>
            </a:r>
            <a:r>
              <a:rPr sz="1800" dirty="0">
                <a:latin typeface="Calibri"/>
                <a:cs typeface="Calibri"/>
              </a:rPr>
              <a:t>in</a:t>
            </a:r>
            <a:r>
              <a:rPr sz="1800" spc="-35" dirty="0">
                <a:latin typeface="Calibri"/>
                <a:cs typeface="Calibri"/>
              </a:rPr>
              <a:t> </a:t>
            </a:r>
            <a:r>
              <a:rPr sz="1800" dirty="0">
                <a:latin typeface="Calibri"/>
                <a:cs typeface="Calibri"/>
              </a:rPr>
              <a:t>a</a:t>
            </a:r>
            <a:r>
              <a:rPr sz="1800" spc="-45" dirty="0">
                <a:latin typeface="Calibri"/>
                <a:cs typeface="Calibri"/>
              </a:rPr>
              <a:t> </a:t>
            </a:r>
            <a:r>
              <a:rPr sz="1800" spc="-10" dirty="0">
                <a:latin typeface="Calibri"/>
                <a:cs typeface="Calibri"/>
              </a:rPr>
              <a:t>mistake</a:t>
            </a:r>
            <a:r>
              <a:rPr sz="1800" spc="-45" dirty="0">
                <a:latin typeface="Calibri"/>
                <a:cs typeface="Calibri"/>
              </a:rPr>
              <a:t> </a:t>
            </a:r>
            <a:r>
              <a:rPr sz="1800" spc="-25" dirty="0">
                <a:latin typeface="Calibri"/>
                <a:cs typeface="Calibri"/>
              </a:rPr>
              <a:t>in </a:t>
            </a:r>
            <a:r>
              <a:rPr sz="1800" dirty="0">
                <a:latin typeface="Calibri"/>
                <a:cs typeface="Calibri"/>
              </a:rPr>
              <a:t>some</a:t>
            </a:r>
            <a:r>
              <a:rPr sz="1800" spc="-40" dirty="0">
                <a:latin typeface="Calibri"/>
                <a:cs typeface="Calibri"/>
              </a:rPr>
              <a:t> </a:t>
            </a:r>
            <a:r>
              <a:rPr sz="1800" dirty="0">
                <a:latin typeface="Calibri"/>
                <a:cs typeface="Calibri"/>
              </a:rPr>
              <a:t>software</a:t>
            </a:r>
            <a:r>
              <a:rPr sz="1800" spc="-35" dirty="0">
                <a:latin typeface="Calibri"/>
                <a:cs typeface="Calibri"/>
              </a:rPr>
              <a:t> </a:t>
            </a:r>
            <a:r>
              <a:rPr sz="1800" spc="-10" dirty="0">
                <a:latin typeface="Calibri"/>
                <a:cs typeface="Calibri"/>
              </a:rPr>
              <a:t>product(s).</a:t>
            </a:r>
            <a:endParaRPr sz="1800">
              <a:latin typeface="Calibri"/>
              <a:cs typeface="Calibri"/>
            </a:endParaRPr>
          </a:p>
          <a:p>
            <a:pPr marL="241300" marR="10795" indent="-228600">
              <a:lnSpc>
                <a:spcPct val="100000"/>
              </a:lnSpc>
              <a:spcBef>
                <a:spcPts val="1005"/>
              </a:spcBef>
              <a:buFont typeface="Arial MT"/>
              <a:buChar char="•"/>
              <a:tabLst>
                <a:tab pos="241300" algn="l"/>
              </a:tabLst>
            </a:pPr>
            <a:r>
              <a:rPr sz="1800" dirty="0">
                <a:latin typeface="Calibri"/>
                <a:cs typeface="Calibri"/>
              </a:rPr>
              <a:t>For</a:t>
            </a:r>
            <a:r>
              <a:rPr sz="1800" spc="-55" dirty="0">
                <a:latin typeface="Calibri"/>
                <a:cs typeface="Calibri"/>
              </a:rPr>
              <a:t> </a:t>
            </a:r>
            <a:r>
              <a:rPr sz="1800" spc="-10" dirty="0">
                <a:latin typeface="Calibri"/>
                <a:cs typeface="Calibri"/>
              </a:rPr>
              <a:t>example,</a:t>
            </a:r>
            <a:r>
              <a:rPr sz="1800" spc="-40" dirty="0">
                <a:latin typeface="Calibri"/>
                <a:cs typeface="Calibri"/>
              </a:rPr>
              <a:t> </a:t>
            </a:r>
            <a:r>
              <a:rPr sz="1800" dirty="0">
                <a:latin typeface="Calibri"/>
                <a:cs typeface="Calibri"/>
              </a:rPr>
              <a:t>a</a:t>
            </a:r>
            <a:r>
              <a:rPr sz="1800" spc="-45" dirty="0">
                <a:latin typeface="Calibri"/>
                <a:cs typeface="Calibri"/>
              </a:rPr>
              <a:t> </a:t>
            </a:r>
            <a:r>
              <a:rPr sz="1800" dirty="0">
                <a:latin typeface="Calibri"/>
                <a:cs typeface="Calibri"/>
              </a:rPr>
              <a:t>developer</a:t>
            </a:r>
            <a:r>
              <a:rPr sz="1800" spc="-30" dirty="0">
                <a:latin typeface="Calibri"/>
                <a:cs typeface="Calibri"/>
              </a:rPr>
              <a:t> </a:t>
            </a:r>
            <a:r>
              <a:rPr sz="1800" dirty="0">
                <a:latin typeface="Calibri"/>
                <a:cs typeface="Calibri"/>
              </a:rPr>
              <a:t>might</a:t>
            </a:r>
            <a:r>
              <a:rPr sz="1800" spc="-45" dirty="0">
                <a:latin typeface="Calibri"/>
                <a:cs typeface="Calibri"/>
              </a:rPr>
              <a:t> </a:t>
            </a:r>
            <a:r>
              <a:rPr sz="1800" spc="-10" dirty="0">
                <a:latin typeface="Calibri"/>
                <a:cs typeface="Calibri"/>
              </a:rPr>
              <a:t>misunderstand</a:t>
            </a:r>
            <a:r>
              <a:rPr sz="1800" spc="-30" dirty="0">
                <a:latin typeface="Calibri"/>
                <a:cs typeface="Calibri"/>
              </a:rPr>
              <a:t> </a:t>
            </a:r>
            <a:r>
              <a:rPr sz="1800" dirty="0">
                <a:latin typeface="Calibri"/>
                <a:cs typeface="Calibri"/>
              </a:rPr>
              <a:t>a</a:t>
            </a:r>
            <a:r>
              <a:rPr sz="1800" spc="-45" dirty="0">
                <a:latin typeface="Calibri"/>
                <a:cs typeface="Calibri"/>
              </a:rPr>
              <a:t> </a:t>
            </a:r>
            <a:r>
              <a:rPr sz="1800" spc="-10" dirty="0">
                <a:latin typeface="Calibri"/>
                <a:cs typeface="Calibri"/>
              </a:rPr>
              <a:t>user- interface</a:t>
            </a:r>
            <a:r>
              <a:rPr sz="1800" spc="-45" dirty="0">
                <a:latin typeface="Calibri"/>
                <a:cs typeface="Calibri"/>
              </a:rPr>
              <a:t> </a:t>
            </a:r>
            <a:r>
              <a:rPr sz="1800" spc="-10" dirty="0">
                <a:latin typeface="Calibri"/>
                <a:cs typeface="Calibri"/>
              </a:rPr>
              <a:t>requirement</a:t>
            </a:r>
            <a:r>
              <a:rPr sz="1800" spc="-45" dirty="0">
                <a:latin typeface="Calibri"/>
                <a:cs typeface="Calibri"/>
              </a:rPr>
              <a:t> </a:t>
            </a:r>
            <a:r>
              <a:rPr sz="1800" dirty="0">
                <a:latin typeface="Calibri"/>
                <a:cs typeface="Calibri"/>
              </a:rPr>
              <a:t>and</a:t>
            </a:r>
            <a:r>
              <a:rPr sz="1800" spc="-35" dirty="0">
                <a:latin typeface="Calibri"/>
                <a:cs typeface="Calibri"/>
              </a:rPr>
              <a:t> </a:t>
            </a:r>
            <a:r>
              <a:rPr sz="1800" spc="-10" dirty="0">
                <a:latin typeface="Calibri"/>
                <a:cs typeface="Calibri"/>
              </a:rPr>
              <a:t>therefore</a:t>
            </a:r>
            <a:r>
              <a:rPr sz="1800" spc="-50" dirty="0">
                <a:latin typeface="Calibri"/>
                <a:cs typeface="Calibri"/>
              </a:rPr>
              <a:t> </a:t>
            </a:r>
            <a:r>
              <a:rPr sz="1800" dirty="0">
                <a:latin typeface="Calibri"/>
                <a:cs typeface="Calibri"/>
              </a:rPr>
              <a:t>create</a:t>
            </a:r>
            <a:r>
              <a:rPr sz="1800" spc="-40" dirty="0">
                <a:latin typeface="Calibri"/>
                <a:cs typeface="Calibri"/>
              </a:rPr>
              <a:t> </a:t>
            </a:r>
            <a:r>
              <a:rPr sz="1800" dirty="0">
                <a:latin typeface="Calibri"/>
                <a:cs typeface="Calibri"/>
              </a:rPr>
              <a:t>a</a:t>
            </a:r>
            <a:r>
              <a:rPr sz="1800" spc="-50" dirty="0">
                <a:latin typeface="Calibri"/>
                <a:cs typeface="Calibri"/>
              </a:rPr>
              <a:t> </a:t>
            </a:r>
            <a:r>
              <a:rPr sz="1800" dirty="0">
                <a:latin typeface="Calibri"/>
                <a:cs typeface="Calibri"/>
              </a:rPr>
              <a:t>design</a:t>
            </a:r>
            <a:r>
              <a:rPr sz="1800" spc="-40" dirty="0">
                <a:latin typeface="Calibri"/>
                <a:cs typeface="Calibri"/>
              </a:rPr>
              <a:t> </a:t>
            </a:r>
            <a:r>
              <a:rPr sz="1800" spc="-20" dirty="0">
                <a:latin typeface="Calibri"/>
                <a:cs typeface="Calibri"/>
              </a:rPr>
              <a:t>that </a:t>
            </a:r>
            <a:r>
              <a:rPr sz="1800" dirty="0">
                <a:latin typeface="Calibri"/>
                <a:cs typeface="Calibri"/>
              </a:rPr>
              <a:t>includes</a:t>
            </a:r>
            <a:r>
              <a:rPr sz="1800" spc="-70" dirty="0">
                <a:latin typeface="Calibri"/>
                <a:cs typeface="Calibri"/>
              </a:rPr>
              <a:t> </a:t>
            </a:r>
            <a:r>
              <a:rPr sz="1800" spc="-10" dirty="0">
                <a:latin typeface="Calibri"/>
                <a:cs typeface="Calibri"/>
              </a:rPr>
              <a:t>misunderstanding.</a:t>
            </a:r>
            <a:endParaRPr sz="1800">
              <a:latin typeface="Calibri"/>
              <a:cs typeface="Calibri"/>
            </a:endParaRPr>
          </a:p>
          <a:p>
            <a:pPr marL="241300" marR="58419" indent="-228600">
              <a:lnSpc>
                <a:spcPct val="100000"/>
              </a:lnSpc>
              <a:spcBef>
                <a:spcPts val="1000"/>
              </a:spcBef>
              <a:buFont typeface="Arial MT"/>
              <a:buChar char="•"/>
              <a:tabLst>
                <a:tab pos="241300" algn="l"/>
              </a:tabLst>
            </a:pPr>
            <a:r>
              <a:rPr sz="1800" dirty="0">
                <a:latin typeface="Calibri"/>
                <a:cs typeface="Calibri"/>
              </a:rPr>
              <a:t>The</a:t>
            </a:r>
            <a:r>
              <a:rPr sz="1800" spc="-50" dirty="0">
                <a:latin typeface="Calibri"/>
                <a:cs typeface="Calibri"/>
              </a:rPr>
              <a:t> </a:t>
            </a:r>
            <a:r>
              <a:rPr sz="1800" dirty="0">
                <a:latin typeface="Calibri"/>
                <a:cs typeface="Calibri"/>
              </a:rPr>
              <a:t>design</a:t>
            </a:r>
            <a:r>
              <a:rPr sz="1800" spc="-30" dirty="0">
                <a:latin typeface="Calibri"/>
                <a:cs typeface="Calibri"/>
              </a:rPr>
              <a:t> </a:t>
            </a:r>
            <a:r>
              <a:rPr sz="1800" dirty="0">
                <a:latin typeface="Calibri"/>
                <a:cs typeface="Calibri"/>
              </a:rPr>
              <a:t>fault</a:t>
            </a:r>
            <a:r>
              <a:rPr sz="1800" spc="-50" dirty="0">
                <a:latin typeface="Calibri"/>
                <a:cs typeface="Calibri"/>
              </a:rPr>
              <a:t> </a:t>
            </a:r>
            <a:r>
              <a:rPr sz="1800" dirty="0">
                <a:latin typeface="Calibri"/>
                <a:cs typeface="Calibri"/>
              </a:rPr>
              <a:t>can</a:t>
            </a:r>
            <a:r>
              <a:rPr sz="1800" spc="-30" dirty="0">
                <a:latin typeface="Calibri"/>
                <a:cs typeface="Calibri"/>
              </a:rPr>
              <a:t> </a:t>
            </a:r>
            <a:r>
              <a:rPr sz="1800" dirty="0">
                <a:latin typeface="Calibri"/>
                <a:cs typeface="Calibri"/>
              </a:rPr>
              <a:t>also</a:t>
            </a:r>
            <a:r>
              <a:rPr sz="1800" spc="-50" dirty="0">
                <a:latin typeface="Calibri"/>
                <a:cs typeface="Calibri"/>
              </a:rPr>
              <a:t> </a:t>
            </a:r>
            <a:r>
              <a:rPr sz="1800" dirty="0">
                <a:latin typeface="Calibri"/>
                <a:cs typeface="Calibri"/>
              </a:rPr>
              <a:t>result</a:t>
            </a:r>
            <a:r>
              <a:rPr sz="1800" spc="-40" dirty="0">
                <a:latin typeface="Calibri"/>
                <a:cs typeface="Calibri"/>
              </a:rPr>
              <a:t> </a:t>
            </a:r>
            <a:r>
              <a:rPr sz="1800" dirty="0">
                <a:latin typeface="Calibri"/>
                <a:cs typeface="Calibri"/>
              </a:rPr>
              <a:t>in</a:t>
            </a:r>
            <a:r>
              <a:rPr sz="1800" spc="-40" dirty="0">
                <a:latin typeface="Calibri"/>
                <a:cs typeface="Calibri"/>
              </a:rPr>
              <a:t> </a:t>
            </a:r>
            <a:r>
              <a:rPr sz="1800" dirty="0">
                <a:latin typeface="Calibri"/>
                <a:cs typeface="Calibri"/>
              </a:rPr>
              <a:t>incorrect</a:t>
            </a:r>
            <a:r>
              <a:rPr sz="1800" spc="-30" dirty="0">
                <a:latin typeface="Calibri"/>
                <a:cs typeface="Calibri"/>
              </a:rPr>
              <a:t> </a:t>
            </a:r>
            <a:r>
              <a:rPr sz="1800" dirty="0">
                <a:latin typeface="Calibri"/>
                <a:cs typeface="Calibri"/>
              </a:rPr>
              <a:t>code,</a:t>
            </a:r>
            <a:r>
              <a:rPr sz="1800" spc="-40" dirty="0">
                <a:latin typeface="Calibri"/>
                <a:cs typeface="Calibri"/>
              </a:rPr>
              <a:t> </a:t>
            </a:r>
            <a:r>
              <a:rPr sz="1800" dirty="0">
                <a:latin typeface="Calibri"/>
                <a:cs typeface="Calibri"/>
              </a:rPr>
              <a:t>as</a:t>
            </a:r>
            <a:r>
              <a:rPr sz="1800" spc="-45" dirty="0">
                <a:latin typeface="Calibri"/>
                <a:cs typeface="Calibri"/>
              </a:rPr>
              <a:t> </a:t>
            </a:r>
            <a:r>
              <a:rPr sz="1800" spc="-20" dirty="0">
                <a:latin typeface="Calibri"/>
                <a:cs typeface="Calibri"/>
              </a:rPr>
              <a:t>well </a:t>
            </a:r>
            <a:r>
              <a:rPr sz="1800" dirty="0">
                <a:latin typeface="Calibri"/>
                <a:cs typeface="Calibri"/>
              </a:rPr>
              <a:t>as</a:t>
            </a:r>
            <a:r>
              <a:rPr sz="1800" spc="-35" dirty="0">
                <a:latin typeface="Calibri"/>
                <a:cs typeface="Calibri"/>
              </a:rPr>
              <a:t> </a:t>
            </a:r>
            <a:r>
              <a:rPr sz="1800" dirty="0">
                <a:latin typeface="Calibri"/>
                <a:cs typeface="Calibri"/>
              </a:rPr>
              <a:t>incorrect</a:t>
            </a:r>
            <a:r>
              <a:rPr sz="1800" spc="-15" dirty="0">
                <a:latin typeface="Calibri"/>
                <a:cs typeface="Calibri"/>
              </a:rPr>
              <a:t> </a:t>
            </a:r>
            <a:r>
              <a:rPr sz="1800" spc="-10" dirty="0">
                <a:latin typeface="Calibri"/>
                <a:cs typeface="Calibri"/>
              </a:rPr>
              <a:t>instructions</a:t>
            </a:r>
            <a:r>
              <a:rPr sz="1800" spc="-20" dirty="0">
                <a:latin typeface="Calibri"/>
                <a:cs typeface="Calibri"/>
              </a:rPr>
              <a:t> </a:t>
            </a:r>
            <a:r>
              <a:rPr sz="1800" dirty="0">
                <a:latin typeface="Calibri"/>
                <a:cs typeface="Calibri"/>
              </a:rPr>
              <a:t>in</a:t>
            </a:r>
            <a:r>
              <a:rPr sz="1800" spc="-20" dirty="0">
                <a:latin typeface="Calibri"/>
                <a:cs typeface="Calibri"/>
              </a:rPr>
              <a:t> </a:t>
            </a:r>
            <a:r>
              <a:rPr sz="1800" dirty="0">
                <a:latin typeface="Calibri"/>
                <a:cs typeface="Calibri"/>
              </a:rPr>
              <a:t>user</a:t>
            </a:r>
            <a:r>
              <a:rPr sz="1800" spc="-35" dirty="0">
                <a:latin typeface="Calibri"/>
                <a:cs typeface="Calibri"/>
              </a:rPr>
              <a:t> </a:t>
            </a:r>
            <a:r>
              <a:rPr sz="1800" spc="-10" dirty="0">
                <a:latin typeface="Calibri"/>
                <a:cs typeface="Calibri"/>
              </a:rPr>
              <a:t>manual.</a:t>
            </a:r>
            <a:endParaRPr sz="1800">
              <a:latin typeface="Calibri"/>
              <a:cs typeface="Calibri"/>
            </a:endParaRPr>
          </a:p>
        </p:txBody>
      </p:sp>
      <p:pic>
        <p:nvPicPr>
          <p:cNvPr id="10" name="object 10"/>
          <p:cNvPicPr/>
          <p:nvPr/>
        </p:nvPicPr>
        <p:blipFill>
          <a:blip r:embed="rId2" cstate="print"/>
          <a:stretch>
            <a:fillRect/>
          </a:stretch>
        </p:blipFill>
        <p:spPr>
          <a:xfrm>
            <a:off x="6713219" y="5167884"/>
            <a:ext cx="4450080" cy="111861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93242" y="562102"/>
            <a:ext cx="23622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Calibri"/>
                <a:cs typeface="Calibri"/>
              </a:rPr>
              <a:t>SS</a:t>
            </a:r>
            <a:endParaRPr sz="1800">
              <a:latin typeface="Calibri"/>
              <a:cs typeface="Calibri"/>
            </a:endParaRPr>
          </a:p>
        </p:txBody>
      </p:sp>
      <p:sp>
        <p:nvSpPr>
          <p:cNvPr id="3" name="object 3"/>
          <p:cNvSpPr txBox="1"/>
          <p:nvPr/>
        </p:nvSpPr>
        <p:spPr>
          <a:xfrm>
            <a:off x="593242" y="1337817"/>
            <a:ext cx="11217910" cy="3493135"/>
          </a:xfrm>
          <a:prstGeom prst="rect">
            <a:avLst/>
          </a:prstGeom>
        </p:spPr>
        <p:txBody>
          <a:bodyPr vert="horz" wrap="square" lIns="0" tIns="12700" rIns="0" bIns="0" rtlCol="0">
            <a:spAutoFit/>
          </a:bodyPr>
          <a:lstStyle/>
          <a:p>
            <a:pPr marL="5909310" marR="66040" indent="-228600">
              <a:lnSpc>
                <a:spcPct val="100000"/>
              </a:lnSpc>
              <a:spcBef>
                <a:spcPts val="100"/>
              </a:spcBef>
              <a:buFont typeface="Arial MT"/>
              <a:buChar char="•"/>
              <a:tabLst>
                <a:tab pos="5909310" algn="l"/>
              </a:tabLst>
            </a:pPr>
            <a:r>
              <a:rPr sz="1800" dirty="0">
                <a:latin typeface="Calibri"/>
                <a:cs typeface="Calibri"/>
              </a:rPr>
              <a:t>A</a:t>
            </a:r>
            <a:r>
              <a:rPr sz="1800" spc="-55" dirty="0">
                <a:latin typeface="Calibri"/>
                <a:cs typeface="Calibri"/>
              </a:rPr>
              <a:t> </a:t>
            </a:r>
            <a:r>
              <a:rPr sz="1800" spc="-10" dirty="0">
                <a:latin typeface="Calibri"/>
                <a:cs typeface="Calibri"/>
              </a:rPr>
              <a:t>system</a:t>
            </a:r>
            <a:r>
              <a:rPr sz="1800" spc="-60" dirty="0">
                <a:latin typeface="Calibri"/>
                <a:cs typeface="Calibri"/>
              </a:rPr>
              <a:t> </a:t>
            </a:r>
            <a:r>
              <a:rPr sz="1800" dirty="0">
                <a:latin typeface="Calibri"/>
                <a:cs typeface="Calibri"/>
              </a:rPr>
              <a:t>failure</a:t>
            </a:r>
            <a:r>
              <a:rPr sz="1800" spc="-40" dirty="0">
                <a:latin typeface="Calibri"/>
                <a:cs typeface="Calibri"/>
              </a:rPr>
              <a:t> </a:t>
            </a:r>
            <a:r>
              <a:rPr sz="1800" dirty="0">
                <a:latin typeface="Calibri"/>
                <a:cs typeface="Calibri"/>
              </a:rPr>
              <a:t>occurs</a:t>
            </a:r>
            <a:r>
              <a:rPr sz="1800" spc="-30" dirty="0">
                <a:latin typeface="Calibri"/>
                <a:cs typeface="Calibri"/>
              </a:rPr>
              <a:t> </a:t>
            </a:r>
            <a:r>
              <a:rPr sz="1800" dirty="0">
                <a:latin typeface="Calibri"/>
                <a:cs typeface="Calibri"/>
              </a:rPr>
              <a:t>when</a:t>
            </a:r>
            <a:r>
              <a:rPr sz="1800" spc="-40" dirty="0">
                <a:latin typeface="Calibri"/>
                <a:cs typeface="Calibri"/>
              </a:rPr>
              <a:t> </a:t>
            </a:r>
            <a:r>
              <a:rPr sz="1800" dirty="0">
                <a:latin typeface="Calibri"/>
                <a:cs typeface="Calibri"/>
              </a:rPr>
              <a:t>the</a:t>
            </a:r>
            <a:r>
              <a:rPr sz="1800" spc="-50" dirty="0">
                <a:latin typeface="Calibri"/>
                <a:cs typeface="Calibri"/>
              </a:rPr>
              <a:t> </a:t>
            </a:r>
            <a:r>
              <a:rPr sz="1800" spc="-10" dirty="0">
                <a:latin typeface="Calibri"/>
                <a:cs typeface="Calibri"/>
              </a:rPr>
              <a:t>system</a:t>
            </a:r>
            <a:r>
              <a:rPr sz="1800" spc="-45" dirty="0">
                <a:latin typeface="Calibri"/>
                <a:cs typeface="Calibri"/>
              </a:rPr>
              <a:t> </a:t>
            </a:r>
            <a:r>
              <a:rPr sz="1800" dirty="0">
                <a:latin typeface="Calibri"/>
                <a:cs typeface="Calibri"/>
              </a:rPr>
              <a:t>fails</a:t>
            </a:r>
            <a:r>
              <a:rPr sz="1800" spc="-55" dirty="0">
                <a:latin typeface="Calibri"/>
                <a:cs typeface="Calibri"/>
              </a:rPr>
              <a:t> </a:t>
            </a:r>
            <a:r>
              <a:rPr sz="1800" dirty="0">
                <a:latin typeface="Calibri"/>
                <a:cs typeface="Calibri"/>
              </a:rPr>
              <a:t>to</a:t>
            </a:r>
            <a:r>
              <a:rPr sz="1800" spc="-55" dirty="0">
                <a:latin typeface="Calibri"/>
                <a:cs typeface="Calibri"/>
              </a:rPr>
              <a:t> </a:t>
            </a:r>
            <a:r>
              <a:rPr sz="1800" spc="-10" dirty="0">
                <a:latin typeface="Calibri"/>
                <a:cs typeface="Calibri"/>
              </a:rPr>
              <a:t>perform </a:t>
            </a:r>
            <a:r>
              <a:rPr sz="1800" dirty="0">
                <a:latin typeface="Calibri"/>
                <a:cs typeface="Calibri"/>
              </a:rPr>
              <a:t>its</a:t>
            </a:r>
            <a:r>
              <a:rPr sz="1800" spc="-70" dirty="0">
                <a:latin typeface="Calibri"/>
                <a:cs typeface="Calibri"/>
              </a:rPr>
              <a:t> </a:t>
            </a:r>
            <a:r>
              <a:rPr sz="1800" dirty="0">
                <a:latin typeface="Calibri"/>
                <a:cs typeface="Calibri"/>
              </a:rPr>
              <a:t>required</a:t>
            </a:r>
            <a:r>
              <a:rPr sz="1800" spc="-45" dirty="0">
                <a:latin typeface="Calibri"/>
                <a:cs typeface="Calibri"/>
              </a:rPr>
              <a:t> </a:t>
            </a:r>
            <a:r>
              <a:rPr sz="1800" spc="-10" dirty="0">
                <a:latin typeface="Calibri"/>
                <a:cs typeface="Calibri"/>
              </a:rPr>
              <a:t>function</a:t>
            </a:r>
            <a:endParaRPr sz="1800">
              <a:latin typeface="Calibri"/>
              <a:cs typeface="Calibri"/>
            </a:endParaRPr>
          </a:p>
          <a:p>
            <a:pPr marL="5909310" marR="118745" indent="-228600">
              <a:lnSpc>
                <a:spcPct val="100000"/>
              </a:lnSpc>
              <a:spcBef>
                <a:spcPts val="994"/>
              </a:spcBef>
              <a:buFont typeface="Arial MT"/>
              <a:buChar char="•"/>
              <a:tabLst>
                <a:tab pos="5909310" algn="l"/>
              </a:tabLst>
            </a:pPr>
            <a:r>
              <a:rPr sz="1800" dirty="0">
                <a:latin typeface="Calibri"/>
                <a:cs typeface="Calibri"/>
              </a:rPr>
              <a:t>Failures</a:t>
            </a:r>
            <a:r>
              <a:rPr sz="1800" spc="-50" dirty="0">
                <a:latin typeface="Calibri"/>
                <a:cs typeface="Calibri"/>
              </a:rPr>
              <a:t> </a:t>
            </a:r>
            <a:r>
              <a:rPr sz="1800" dirty="0">
                <a:latin typeface="Calibri"/>
                <a:cs typeface="Calibri"/>
              </a:rPr>
              <a:t>can</a:t>
            </a:r>
            <a:r>
              <a:rPr sz="1800" spc="-40" dirty="0">
                <a:latin typeface="Calibri"/>
                <a:cs typeface="Calibri"/>
              </a:rPr>
              <a:t> </a:t>
            </a:r>
            <a:r>
              <a:rPr sz="1800" dirty="0">
                <a:latin typeface="Calibri"/>
                <a:cs typeface="Calibri"/>
              </a:rPr>
              <a:t>be</a:t>
            </a:r>
            <a:r>
              <a:rPr sz="1800" spc="-30" dirty="0">
                <a:latin typeface="Calibri"/>
                <a:cs typeface="Calibri"/>
              </a:rPr>
              <a:t> </a:t>
            </a:r>
            <a:r>
              <a:rPr sz="1800" spc="-10" dirty="0">
                <a:latin typeface="Calibri"/>
                <a:cs typeface="Calibri"/>
              </a:rPr>
              <a:t>discovered</a:t>
            </a:r>
            <a:r>
              <a:rPr sz="1800" spc="-55" dirty="0">
                <a:latin typeface="Calibri"/>
                <a:cs typeface="Calibri"/>
              </a:rPr>
              <a:t> </a:t>
            </a:r>
            <a:r>
              <a:rPr sz="1800" dirty="0">
                <a:latin typeface="Calibri"/>
                <a:cs typeface="Calibri"/>
              </a:rPr>
              <a:t>both</a:t>
            </a:r>
            <a:r>
              <a:rPr sz="1800" spc="-35" dirty="0">
                <a:latin typeface="Calibri"/>
                <a:cs typeface="Calibri"/>
              </a:rPr>
              <a:t> </a:t>
            </a:r>
            <a:r>
              <a:rPr sz="1800" dirty="0">
                <a:latin typeface="Calibri"/>
                <a:cs typeface="Calibri"/>
              </a:rPr>
              <a:t>before</a:t>
            </a:r>
            <a:r>
              <a:rPr sz="1800" spc="-50" dirty="0">
                <a:latin typeface="Calibri"/>
                <a:cs typeface="Calibri"/>
              </a:rPr>
              <a:t> </a:t>
            </a:r>
            <a:r>
              <a:rPr sz="1800" dirty="0">
                <a:latin typeface="Calibri"/>
                <a:cs typeface="Calibri"/>
              </a:rPr>
              <a:t>and</a:t>
            </a:r>
            <a:r>
              <a:rPr sz="1800" spc="-35" dirty="0">
                <a:latin typeface="Calibri"/>
                <a:cs typeface="Calibri"/>
              </a:rPr>
              <a:t> </a:t>
            </a:r>
            <a:r>
              <a:rPr sz="1800" dirty="0">
                <a:latin typeface="Calibri"/>
                <a:cs typeface="Calibri"/>
              </a:rPr>
              <a:t>after</a:t>
            </a:r>
            <a:r>
              <a:rPr sz="1800" spc="-50" dirty="0">
                <a:latin typeface="Calibri"/>
                <a:cs typeface="Calibri"/>
              </a:rPr>
              <a:t> </a:t>
            </a:r>
            <a:r>
              <a:rPr sz="1800" spc="-10" dirty="0">
                <a:latin typeface="Calibri"/>
                <a:cs typeface="Calibri"/>
              </a:rPr>
              <a:t>system delivery,</a:t>
            </a:r>
            <a:r>
              <a:rPr sz="1800" spc="-40" dirty="0">
                <a:latin typeface="Calibri"/>
                <a:cs typeface="Calibri"/>
              </a:rPr>
              <a:t> </a:t>
            </a:r>
            <a:r>
              <a:rPr sz="1800" dirty="0">
                <a:latin typeface="Calibri"/>
                <a:cs typeface="Calibri"/>
              </a:rPr>
              <a:t>as</a:t>
            </a:r>
            <a:r>
              <a:rPr sz="1800" spc="-50" dirty="0">
                <a:latin typeface="Calibri"/>
                <a:cs typeface="Calibri"/>
              </a:rPr>
              <a:t> </a:t>
            </a:r>
            <a:r>
              <a:rPr sz="1800" dirty="0">
                <a:latin typeface="Calibri"/>
                <a:cs typeface="Calibri"/>
              </a:rPr>
              <a:t>they</a:t>
            </a:r>
            <a:r>
              <a:rPr sz="1800" spc="-30" dirty="0">
                <a:latin typeface="Calibri"/>
                <a:cs typeface="Calibri"/>
              </a:rPr>
              <a:t> </a:t>
            </a:r>
            <a:r>
              <a:rPr sz="1800" dirty="0">
                <a:latin typeface="Calibri"/>
                <a:cs typeface="Calibri"/>
              </a:rPr>
              <a:t>can</a:t>
            </a:r>
            <a:r>
              <a:rPr sz="1800" spc="-40" dirty="0">
                <a:latin typeface="Calibri"/>
                <a:cs typeface="Calibri"/>
              </a:rPr>
              <a:t> </a:t>
            </a:r>
            <a:r>
              <a:rPr sz="1800" dirty="0">
                <a:latin typeface="Calibri"/>
                <a:cs typeface="Calibri"/>
              </a:rPr>
              <a:t>occur</a:t>
            </a:r>
            <a:r>
              <a:rPr sz="1800" spc="-25" dirty="0">
                <a:latin typeface="Calibri"/>
                <a:cs typeface="Calibri"/>
              </a:rPr>
              <a:t> </a:t>
            </a:r>
            <a:r>
              <a:rPr sz="1800" dirty="0">
                <a:latin typeface="Calibri"/>
                <a:cs typeface="Calibri"/>
              </a:rPr>
              <a:t>in</a:t>
            </a:r>
            <a:r>
              <a:rPr sz="1800" spc="-30" dirty="0">
                <a:latin typeface="Calibri"/>
                <a:cs typeface="Calibri"/>
              </a:rPr>
              <a:t> </a:t>
            </a:r>
            <a:r>
              <a:rPr sz="1800" dirty="0">
                <a:latin typeface="Calibri"/>
                <a:cs typeface="Calibri"/>
              </a:rPr>
              <a:t>testing</a:t>
            </a:r>
            <a:r>
              <a:rPr sz="1800" spc="-30" dirty="0">
                <a:latin typeface="Calibri"/>
                <a:cs typeface="Calibri"/>
              </a:rPr>
              <a:t> </a:t>
            </a:r>
            <a:r>
              <a:rPr sz="1800" dirty="0">
                <a:latin typeface="Calibri"/>
                <a:cs typeface="Calibri"/>
              </a:rPr>
              <a:t>as</a:t>
            </a:r>
            <a:r>
              <a:rPr sz="1800" spc="-40" dirty="0">
                <a:latin typeface="Calibri"/>
                <a:cs typeface="Calibri"/>
              </a:rPr>
              <a:t> </a:t>
            </a:r>
            <a:r>
              <a:rPr sz="1800" dirty="0">
                <a:latin typeface="Calibri"/>
                <a:cs typeface="Calibri"/>
              </a:rPr>
              <a:t>well</a:t>
            </a:r>
            <a:r>
              <a:rPr sz="1800" spc="-40" dirty="0">
                <a:latin typeface="Calibri"/>
                <a:cs typeface="Calibri"/>
              </a:rPr>
              <a:t> </a:t>
            </a:r>
            <a:r>
              <a:rPr sz="1800" dirty="0">
                <a:latin typeface="Calibri"/>
                <a:cs typeface="Calibri"/>
              </a:rPr>
              <a:t>as</a:t>
            </a:r>
            <a:r>
              <a:rPr sz="1800" spc="-50" dirty="0">
                <a:latin typeface="Calibri"/>
                <a:cs typeface="Calibri"/>
              </a:rPr>
              <a:t> </a:t>
            </a:r>
            <a:r>
              <a:rPr sz="1800" spc="-25" dirty="0">
                <a:latin typeface="Calibri"/>
                <a:cs typeface="Calibri"/>
              </a:rPr>
              <a:t>in </a:t>
            </a:r>
            <a:r>
              <a:rPr sz="1800" spc="-10" dirty="0">
                <a:latin typeface="Calibri"/>
                <a:cs typeface="Calibri"/>
              </a:rPr>
              <a:t>operation.</a:t>
            </a:r>
            <a:endParaRPr sz="1800">
              <a:latin typeface="Calibri"/>
              <a:cs typeface="Calibri"/>
            </a:endParaRPr>
          </a:p>
          <a:p>
            <a:pPr marL="5909310" marR="5080" indent="-228600">
              <a:lnSpc>
                <a:spcPct val="100000"/>
              </a:lnSpc>
              <a:spcBef>
                <a:spcPts val="1010"/>
              </a:spcBef>
              <a:buFont typeface="Arial MT"/>
              <a:buChar char="•"/>
              <a:tabLst>
                <a:tab pos="5909310" algn="l"/>
              </a:tabLst>
            </a:pPr>
            <a:r>
              <a:rPr sz="1800" dirty="0">
                <a:latin typeface="Calibri"/>
                <a:cs typeface="Calibri"/>
              </a:rPr>
              <a:t>Faults</a:t>
            </a:r>
            <a:r>
              <a:rPr sz="1800" spc="-50" dirty="0">
                <a:latin typeface="Calibri"/>
                <a:cs typeface="Calibri"/>
              </a:rPr>
              <a:t> </a:t>
            </a:r>
            <a:r>
              <a:rPr sz="1800" spc="-10" dirty="0">
                <a:latin typeface="Calibri"/>
                <a:cs typeface="Calibri"/>
              </a:rPr>
              <a:t>represent</a:t>
            </a:r>
            <a:r>
              <a:rPr sz="1800" spc="-50" dirty="0">
                <a:latin typeface="Calibri"/>
                <a:cs typeface="Calibri"/>
              </a:rPr>
              <a:t> </a:t>
            </a:r>
            <a:r>
              <a:rPr sz="1800" spc="-10" dirty="0">
                <a:latin typeface="Calibri"/>
                <a:cs typeface="Calibri"/>
              </a:rPr>
              <a:t>problems</a:t>
            </a:r>
            <a:r>
              <a:rPr sz="1800" spc="-45" dirty="0">
                <a:latin typeface="Calibri"/>
                <a:cs typeface="Calibri"/>
              </a:rPr>
              <a:t> </a:t>
            </a:r>
            <a:r>
              <a:rPr sz="1800" dirty="0">
                <a:latin typeface="Calibri"/>
                <a:cs typeface="Calibri"/>
              </a:rPr>
              <a:t>that</a:t>
            </a:r>
            <a:r>
              <a:rPr sz="1800" spc="-45" dirty="0">
                <a:latin typeface="Calibri"/>
                <a:cs typeface="Calibri"/>
              </a:rPr>
              <a:t> </a:t>
            </a:r>
            <a:r>
              <a:rPr sz="1800" dirty="0">
                <a:latin typeface="Calibri"/>
                <a:cs typeface="Calibri"/>
              </a:rPr>
              <a:t>the</a:t>
            </a:r>
            <a:r>
              <a:rPr sz="1800" spc="-30" dirty="0">
                <a:latin typeface="Calibri"/>
                <a:cs typeface="Calibri"/>
              </a:rPr>
              <a:t> </a:t>
            </a:r>
            <a:r>
              <a:rPr sz="1800" b="1" dirty="0">
                <a:solidFill>
                  <a:srgbClr val="6F2F9F"/>
                </a:solidFill>
                <a:latin typeface="Calibri"/>
                <a:cs typeface="Calibri"/>
              </a:rPr>
              <a:t>developer</a:t>
            </a:r>
            <a:r>
              <a:rPr sz="1800" b="1" spc="-70" dirty="0">
                <a:solidFill>
                  <a:srgbClr val="6F2F9F"/>
                </a:solidFill>
                <a:latin typeface="Calibri"/>
                <a:cs typeface="Calibri"/>
              </a:rPr>
              <a:t> </a:t>
            </a:r>
            <a:r>
              <a:rPr sz="1800" dirty="0">
                <a:latin typeface="Calibri"/>
                <a:cs typeface="Calibri"/>
              </a:rPr>
              <a:t>sees,</a:t>
            </a:r>
            <a:r>
              <a:rPr sz="1800" spc="-60" dirty="0">
                <a:latin typeface="Calibri"/>
                <a:cs typeface="Calibri"/>
              </a:rPr>
              <a:t> </a:t>
            </a:r>
            <a:r>
              <a:rPr sz="1800" spc="-10" dirty="0">
                <a:latin typeface="Calibri"/>
                <a:cs typeface="Calibri"/>
              </a:rPr>
              <a:t>while </a:t>
            </a:r>
            <a:r>
              <a:rPr sz="1800" dirty="0">
                <a:latin typeface="Calibri"/>
                <a:cs typeface="Calibri"/>
              </a:rPr>
              <a:t>failures</a:t>
            </a:r>
            <a:r>
              <a:rPr sz="1800" spc="-30" dirty="0">
                <a:latin typeface="Calibri"/>
                <a:cs typeface="Calibri"/>
              </a:rPr>
              <a:t> </a:t>
            </a:r>
            <a:r>
              <a:rPr sz="1800" dirty="0">
                <a:latin typeface="Calibri"/>
                <a:cs typeface="Calibri"/>
              </a:rPr>
              <a:t>are</a:t>
            </a:r>
            <a:r>
              <a:rPr sz="1800" spc="-40" dirty="0">
                <a:latin typeface="Calibri"/>
                <a:cs typeface="Calibri"/>
              </a:rPr>
              <a:t> </a:t>
            </a:r>
            <a:r>
              <a:rPr sz="1800" spc="-10" dirty="0">
                <a:latin typeface="Calibri"/>
                <a:cs typeface="Calibri"/>
              </a:rPr>
              <a:t>problems</a:t>
            </a:r>
            <a:r>
              <a:rPr sz="1800" spc="-40" dirty="0">
                <a:latin typeface="Calibri"/>
                <a:cs typeface="Calibri"/>
              </a:rPr>
              <a:t> </a:t>
            </a:r>
            <a:r>
              <a:rPr sz="1800" dirty="0">
                <a:latin typeface="Calibri"/>
                <a:cs typeface="Calibri"/>
              </a:rPr>
              <a:t>that</a:t>
            </a:r>
            <a:r>
              <a:rPr sz="1800" spc="-50" dirty="0">
                <a:latin typeface="Calibri"/>
                <a:cs typeface="Calibri"/>
              </a:rPr>
              <a:t> </a:t>
            </a:r>
            <a:r>
              <a:rPr sz="1800" dirty="0">
                <a:latin typeface="Calibri"/>
                <a:cs typeface="Calibri"/>
              </a:rPr>
              <a:t>the</a:t>
            </a:r>
            <a:r>
              <a:rPr sz="1800" spc="-15" dirty="0">
                <a:latin typeface="Calibri"/>
                <a:cs typeface="Calibri"/>
              </a:rPr>
              <a:t> </a:t>
            </a:r>
            <a:r>
              <a:rPr sz="1800" b="1" dirty="0">
                <a:solidFill>
                  <a:srgbClr val="6F2F9F"/>
                </a:solidFill>
                <a:latin typeface="Calibri"/>
                <a:cs typeface="Calibri"/>
              </a:rPr>
              <a:t>user</a:t>
            </a:r>
            <a:r>
              <a:rPr sz="1800" b="1" spc="-65" dirty="0">
                <a:solidFill>
                  <a:srgbClr val="6F2F9F"/>
                </a:solidFill>
                <a:latin typeface="Calibri"/>
                <a:cs typeface="Calibri"/>
              </a:rPr>
              <a:t> </a:t>
            </a:r>
            <a:r>
              <a:rPr sz="1800" spc="-10" dirty="0">
                <a:latin typeface="Calibri"/>
                <a:cs typeface="Calibri"/>
              </a:rPr>
              <a:t>sees.</a:t>
            </a:r>
            <a:endParaRPr sz="1800">
              <a:latin typeface="Calibri"/>
              <a:cs typeface="Calibri"/>
            </a:endParaRPr>
          </a:p>
          <a:p>
            <a:pPr>
              <a:lnSpc>
                <a:spcPct val="100000"/>
              </a:lnSpc>
              <a:spcBef>
                <a:spcPts val="1500"/>
              </a:spcBef>
            </a:pPr>
            <a:endParaRPr sz="1800">
              <a:latin typeface="Calibri"/>
              <a:cs typeface="Calibri"/>
            </a:endParaRPr>
          </a:p>
          <a:p>
            <a:pPr marL="12700" marR="5875020" algn="just">
              <a:lnSpc>
                <a:spcPct val="100000"/>
              </a:lnSpc>
            </a:pPr>
            <a:r>
              <a:rPr sz="1800" b="1" dirty="0">
                <a:solidFill>
                  <a:srgbClr val="FF0000"/>
                </a:solidFill>
                <a:latin typeface="Calibri"/>
                <a:cs typeface="Calibri"/>
              </a:rPr>
              <a:t>Note:</a:t>
            </a:r>
            <a:r>
              <a:rPr sz="1800" b="1" spc="420" dirty="0">
                <a:solidFill>
                  <a:srgbClr val="FF0000"/>
                </a:solidFill>
                <a:latin typeface="Calibri"/>
                <a:cs typeface="Calibri"/>
              </a:rPr>
              <a:t> </a:t>
            </a:r>
            <a:r>
              <a:rPr sz="1800" dirty="0">
                <a:latin typeface="Calibri"/>
                <a:cs typeface="Calibri"/>
              </a:rPr>
              <a:t>A</a:t>
            </a:r>
            <a:r>
              <a:rPr sz="1800" spc="425" dirty="0">
                <a:latin typeface="Calibri"/>
                <a:cs typeface="Calibri"/>
              </a:rPr>
              <a:t> </a:t>
            </a:r>
            <a:r>
              <a:rPr sz="1800" dirty="0">
                <a:latin typeface="Calibri"/>
                <a:cs typeface="Calibri"/>
              </a:rPr>
              <a:t>fault</a:t>
            </a:r>
            <a:r>
              <a:rPr sz="1800" spc="430" dirty="0">
                <a:latin typeface="Calibri"/>
                <a:cs typeface="Calibri"/>
              </a:rPr>
              <a:t> </a:t>
            </a:r>
            <a:r>
              <a:rPr sz="1800" dirty="0">
                <a:latin typeface="Calibri"/>
                <a:cs typeface="Calibri"/>
              </a:rPr>
              <a:t>(bug)</a:t>
            </a:r>
            <a:r>
              <a:rPr sz="1800" spc="445" dirty="0">
                <a:latin typeface="Calibri"/>
                <a:cs typeface="Calibri"/>
              </a:rPr>
              <a:t> </a:t>
            </a:r>
            <a:r>
              <a:rPr sz="1800" dirty="0">
                <a:latin typeface="Calibri"/>
                <a:cs typeface="Calibri"/>
              </a:rPr>
              <a:t>can</a:t>
            </a:r>
            <a:r>
              <a:rPr sz="1800" spc="430" dirty="0">
                <a:latin typeface="Calibri"/>
                <a:cs typeface="Calibri"/>
              </a:rPr>
              <a:t> </a:t>
            </a:r>
            <a:r>
              <a:rPr sz="1800" dirty="0">
                <a:latin typeface="Calibri"/>
                <a:cs typeface="Calibri"/>
              </a:rPr>
              <a:t>go</a:t>
            </a:r>
            <a:r>
              <a:rPr sz="1800" spc="434" dirty="0">
                <a:latin typeface="Calibri"/>
                <a:cs typeface="Calibri"/>
              </a:rPr>
              <a:t> </a:t>
            </a:r>
            <a:r>
              <a:rPr sz="1800" dirty="0">
                <a:latin typeface="Calibri"/>
                <a:cs typeface="Calibri"/>
              </a:rPr>
              <a:t>undetected</a:t>
            </a:r>
            <a:r>
              <a:rPr sz="1800" spc="434" dirty="0">
                <a:latin typeface="Calibri"/>
                <a:cs typeface="Calibri"/>
              </a:rPr>
              <a:t> </a:t>
            </a:r>
            <a:r>
              <a:rPr sz="1800" dirty="0">
                <a:latin typeface="Calibri"/>
                <a:cs typeface="Calibri"/>
              </a:rPr>
              <a:t>until</a:t>
            </a:r>
            <a:r>
              <a:rPr sz="1800" spc="430" dirty="0">
                <a:latin typeface="Calibri"/>
                <a:cs typeface="Calibri"/>
              </a:rPr>
              <a:t> </a:t>
            </a:r>
            <a:r>
              <a:rPr sz="1800" dirty="0">
                <a:latin typeface="Calibri"/>
                <a:cs typeface="Calibri"/>
              </a:rPr>
              <a:t>a</a:t>
            </a:r>
            <a:r>
              <a:rPr sz="1800" spc="425" dirty="0">
                <a:latin typeface="Calibri"/>
                <a:cs typeface="Calibri"/>
              </a:rPr>
              <a:t> </a:t>
            </a:r>
            <a:r>
              <a:rPr sz="1800" spc="-10" dirty="0">
                <a:latin typeface="Calibri"/>
                <a:cs typeface="Calibri"/>
              </a:rPr>
              <a:t>failure </a:t>
            </a:r>
            <a:r>
              <a:rPr sz="1800" dirty="0">
                <a:latin typeface="Calibri"/>
                <a:cs typeface="Calibri"/>
              </a:rPr>
              <a:t>occurs,</a:t>
            </a:r>
            <a:r>
              <a:rPr sz="1800" spc="30" dirty="0">
                <a:latin typeface="Calibri"/>
                <a:cs typeface="Calibri"/>
              </a:rPr>
              <a:t> </a:t>
            </a:r>
            <a:r>
              <a:rPr sz="1800" dirty="0">
                <a:latin typeface="Calibri"/>
                <a:cs typeface="Calibri"/>
              </a:rPr>
              <a:t>which</a:t>
            </a:r>
            <a:r>
              <a:rPr sz="1800" spc="45" dirty="0">
                <a:latin typeface="Calibri"/>
                <a:cs typeface="Calibri"/>
              </a:rPr>
              <a:t> </a:t>
            </a:r>
            <a:r>
              <a:rPr sz="1800" dirty="0">
                <a:latin typeface="Calibri"/>
                <a:cs typeface="Calibri"/>
              </a:rPr>
              <a:t>is</a:t>
            </a:r>
            <a:r>
              <a:rPr sz="1800" spc="40" dirty="0">
                <a:latin typeface="Calibri"/>
                <a:cs typeface="Calibri"/>
              </a:rPr>
              <a:t> </a:t>
            </a:r>
            <a:r>
              <a:rPr sz="1800" dirty="0">
                <a:latin typeface="Calibri"/>
                <a:cs typeface="Calibri"/>
              </a:rPr>
              <a:t>when</a:t>
            </a:r>
            <a:r>
              <a:rPr sz="1800" spc="45" dirty="0">
                <a:latin typeface="Calibri"/>
                <a:cs typeface="Calibri"/>
              </a:rPr>
              <a:t> </a:t>
            </a:r>
            <a:r>
              <a:rPr sz="1800" dirty="0">
                <a:latin typeface="Calibri"/>
                <a:cs typeface="Calibri"/>
              </a:rPr>
              <a:t>a</a:t>
            </a:r>
            <a:r>
              <a:rPr sz="1800" spc="35" dirty="0">
                <a:latin typeface="Calibri"/>
                <a:cs typeface="Calibri"/>
              </a:rPr>
              <a:t> </a:t>
            </a:r>
            <a:r>
              <a:rPr sz="1800" dirty="0">
                <a:latin typeface="Calibri"/>
                <a:cs typeface="Calibri"/>
              </a:rPr>
              <a:t>user</a:t>
            </a:r>
            <a:r>
              <a:rPr sz="1800" spc="35" dirty="0">
                <a:latin typeface="Calibri"/>
                <a:cs typeface="Calibri"/>
              </a:rPr>
              <a:t> </a:t>
            </a:r>
            <a:r>
              <a:rPr sz="1800" dirty="0">
                <a:latin typeface="Calibri"/>
                <a:cs typeface="Calibri"/>
              </a:rPr>
              <a:t>or</a:t>
            </a:r>
            <a:r>
              <a:rPr sz="1800" spc="35" dirty="0">
                <a:latin typeface="Calibri"/>
                <a:cs typeface="Calibri"/>
              </a:rPr>
              <a:t> </a:t>
            </a:r>
            <a:r>
              <a:rPr sz="1800" dirty="0">
                <a:latin typeface="Calibri"/>
                <a:cs typeface="Calibri"/>
              </a:rPr>
              <a:t>tester</a:t>
            </a:r>
            <a:r>
              <a:rPr sz="1800" spc="35" dirty="0">
                <a:latin typeface="Calibri"/>
                <a:cs typeface="Calibri"/>
              </a:rPr>
              <a:t> </a:t>
            </a:r>
            <a:r>
              <a:rPr sz="1800" dirty="0">
                <a:latin typeface="Calibri"/>
                <a:cs typeface="Calibri"/>
              </a:rPr>
              <a:t>perceives</a:t>
            </a:r>
            <a:r>
              <a:rPr sz="1800" spc="45" dirty="0">
                <a:latin typeface="Calibri"/>
                <a:cs typeface="Calibri"/>
              </a:rPr>
              <a:t> </a:t>
            </a:r>
            <a:r>
              <a:rPr sz="1800" dirty="0">
                <a:latin typeface="Calibri"/>
                <a:cs typeface="Calibri"/>
              </a:rPr>
              <a:t>that</a:t>
            </a:r>
            <a:r>
              <a:rPr sz="1800" spc="30" dirty="0">
                <a:latin typeface="Calibri"/>
                <a:cs typeface="Calibri"/>
              </a:rPr>
              <a:t> </a:t>
            </a:r>
            <a:r>
              <a:rPr sz="1800" spc="-25" dirty="0">
                <a:latin typeface="Calibri"/>
                <a:cs typeface="Calibri"/>
              </a:rPr>
              <a:t>the </a:t>
            </a:r>
            <a:r>
              <a:rPr sz="1800" spc="-10" dirty="0">
                <a:latin typeface="Calibri"/>
                <a:cs typeface="Calibri"/>
              </a:rPr>
              <a:t>system</a:t>
            </a:r>
            <a:r>
              <a:rPr sz="1800" spc="-45" dirty="0">
                <a:latin typeface="Calibri"/>
                <a:cs typeface="Calibri"/>
              </a:rPr>
              <a:t> </a:t>
            </a:r>
            <a:r>
              <a:rPr sz="1800" dirty="0">
                <a:latin typeface="Calibri"/>
                <a:cs typeface="Calibri"/>
              </a:rPr>
              <a:t>is</a:t>
            </a:r>
            <a:r>
              <a:rPr sz="1800" spc="-40" dirty="0">
                <a:latin typeface="Calibri"/>
                <a:cs typeface="Calibri"/>
              </a:rPr>
              <a:t> </a:t>
            </a:r>
            <a:r>
              <a:rPr sz="1800" dirty="0">
                <a:latin typeface="Calibri"/>
                <a:cs typeface="Calibri"/>
              </a:rPr>
              <a:t>not</a:t>
            </a:r>
            <a:r>
              <a:rPr sz="1800" spc="-30" dirty="0">
                <a:latin typeface="Calibri"/>
                <a:cs typeface="Calibri"/>
              </a:rPr>
              <a:t> </a:t>
            </a:r>
            <a:r>
              <a:rPr sz="1800" dirty="0">
                <a:latin typeface="Calibri"/>
                <a:cs typeface="Calibri"/>
              </a:rPr>
              <a:t>delivering</a:t>
            </a:r>
            <a:r>
              <a:rPr sz="1800" spc="-20" dirty="0">
                <a:latin typeface="Calibri"/>
                <a:cs typeface="Calibri"/>
              </a:rPr>
              <a:t> </a:t>
            </a:r>
            <a:r>
              <a:rPr sz="1800" dirty="0">
                <a:latin typeface="Calibri"/>
                <a:cs typeface="Calibri"/>
              </a:rPr>
              <a:t>the</a:t>
            </a:r>
            <a:r>
              <a:rPr sz="1800" spc="-25" dirty="0">
                <a:latin typeface="Calibri"/>
                <a:cs typeface="Calibri"/>
              </a:rPr>
              <a:t> </a:t>
            </a:r>
            <a:r>
              <a:rPr sz="1800" spc="-10" dirty="0">
                <a:latin typeface="Calibri"/>
                <a:cs typeface="Calibri"/>
              </a:rPr>
              <a:t>expected</a:t>
            </a:r>
            <a:r>
              <a:rPr sz="1800" spc="-40" dirty="0">
                <a:latin typeface="Calibri"/>
                <a:cs typeface="Calibri"/>
              </a:rPr>
              <a:t> </a:t>
            </a:r>
            <a:r>
              <a:rPr sz="1800" spc="-10" dirty="0">
                <a:latin typeface="Calibri"/>
                <a:cs typeface="Calibri"/>
              </a:rPr>
              <a:t>service.</a:t>
            </a:r>
            <a:endParaRPr sz="1800">
              <a:latin typeface="Calibri"/>
              <a:cs typeface="Calibri"/>
            </a:endParaRPr>
          </a:p>
        </p:txBody>
      </p:sp>
      <p:sp>
        <p:nvSpPr>
          <p:cNvPr id="4" name="object 4"/>
          <p:cNvSpPr txBox="1"/>
          <p:nvPr/>
        </p:nvSpPr>
        <p:spPr>
          <a:xfrm>
            <a:off x="6261353" y="461518"/>
            <a:ext cx="2569210" cy="775335"/>
          </a:xfrm>
          <a:prstGeom prst="rect">
            <a:avLst/>
          </a:prstGeom>
        </p:spPr>
        <p:txBody>
          <a:bodyPr vert="horz" wrap="square" lIns="0" tIns="113030" rIns="0" bIns="0" rtlCol="0">
            <a:spAutoFit/>
          </a:bodyPr>
          <a:lstStyle/>
          <a:p>
            <a:pPr marL="12700">
              <a:lnSpc>
                <a:spcPct val="100000"/>
              </a:lnSpc>
              <a:spcBef>
                <a:spcPts val="890"/>
              </a:spcBef>
            </a:pPr>
            <a:r>
              <a:rPr sz="1800" b="1" spc="-10" dirty="0">
                <a:latin typeface="Calibri"/>
                <a:cs typeface="Calibri"/>
              </a:rPr>
              <a:t>Failure:</a:t>
            </a:r>
            <a:endParaRPr sz="1800">
              <a:latin typeface="Calibri"/>
              <a:cs typeface="Calibri"/>
            </a:endParaRPr>
          </a:p>
          <a:p>
            <a:pPr marL="12700">
              <a:lnSpc>
                <a:spcPct val="100000"/>
              </a:lnSpc>
              <a:spcBef>
                <a:spcPts val="790"/>
              </a:spcBef>
            </a:pPr>
            <a:r>
              <a:rPr sz="1800" b="1" spc="-10" dirty="0">
                <a:solidFill>
                  <a:srgbClr val="FF0000"/>
                </a:solidFill>
                <a:latin typeface="Calibri"/>
                <a:cs typeface="Calibri"/>
              </a:rPr>
              <a:t>Failures</a:t>
            </a:r>
            <a:r>
              <a:rPr sz="1800" b="1" spc="-40" dirty="0">
                <a:solidFill>
                  <a:srgbClr val="FF0000"/>
                </a:solidFill>
                <a:latin typeface="Calibri"/>
                <a:cs typeface="Calibri"/>
              </a:rPr>
              <a:t> </a:t>
            </a:r>
            <a:r>
              <a:rPr sz="1800" b="1" dirty="0">
                <a:solidFill>
                  <a:srgbClr val="FF0000"/>
                </a:solidFill>
                <a:latin typeface="Calibri"/>
                <a:cs typeface="Calibri"/>
              </a:rPr>
              <a:t>can</a:t>
            </a:r>
            <a:r>
              <a:rPr sz="1800" b="1" spc="-15" dirty="0">
                <a:solidFill>
                  <a:srgbClr val="FF0000"/>
                </a:solidFill>
                <a:latin typeface="Calibri"/>
                <a:cs typeface="Calibri"/>
              </a:rPr>
              <a:t> </a:t>
            </a:r>
            <a:r>
              <a:rPr sz="1800" b="1" dirty="0">
                <a:solidFill>
                  <a:srgbClr val="FF0000"/>
                </a:solidFill>
                <a:latin typeface="Calibri"/>
                <a:cs typeface="Calibri"/>
              </a:rPr>
              <a:t>be</a:t>
            </a:r>
            <a:r>
              <a:rPr sz="1800" b="1" spc="-10" dirty="0">
                <a:solidFill>
                  <a:srgbClr val="FF0000"/>
                </a:solidFill>
                <a:latin typeface="Calibri"/>
                <a:cs typeface="Calibri"/>
              </a:rPr>
              <a:t> </a:t>
            </a:r>
            <a:r>
              <a:rPr sz="1800" b="1" dirty="0">
                <a:solidFill>
                  <a:srgbClr val="FF0000"/>
                </a:solidFill>
                <a:latin typeface="Calibri"/>
                <a:cs typeface="Calibri"/>
              </a:rPr>
              <a:t>defined</a:t>
            </a:r>
            <a:r>
              <a:rPr sz="1800" b="1" spc="-40" dirty="0">
                <a:solidFill>
                  <a:srgbClr val="FF0000"/>
                </a:solidFill>
                <a:latin typeface="Calibri"/>
                <a:cs typeface="Calibri"/>
              </a:rPr>
              <a:t> </a:t>
            </a:r>
            <a:r>
              <a:rPr sz="1800" b="1" dirty="0">
                <a:solidFill>
                  <a:srgbClr val="FF0000"/>
                </a:solidFill>
                <a:latin typeface="Calibri"/>
                <a:cs typeface="Calibri"/>
              </a:rPr>
              <a:t>as </a:t>
            </a:r>
            <a:r>
              <a:rPr sz="1800" b="1" spc="-50" dirty="0">
                <a:solidFill>
                  <a:srgbClr val="FF0000"/>
                </a:solidFill>
                <a:latin typeface="Calibri"/>
                <a:cs typeface="Calibri"/>
              </a:rPr>
              <a:t>:</a:t>
            </a:r>
            <a:endParaRPr sz="1800">
              <a:latin typeface="Calibri"/>
              <a:cs typeface="Calibri"/>
            </a:endParaRPr>
          </a:p>
        </p:txBody>
      </p:sp>
      <p:pic>
        <p:nvPicPr>
          <p:cNvPr id="5" name="object 5"/>
          <p:cNvPicPr/>
          <p:nvPr/>
        </p:nvPicPr>
        <p:blipFill>
          <a:blip r:embed="rId2" cstate="print"/>
          <a:stretch>
            <a:fillRect/>
          </a:stretch>
        </p:blipFill>
        <p:spPr>
          <a:xfrm>
            <a:off x="806195" y="1036319"/>
            <a:ext cx="4920996" cy="2535936"/>
          </a:xfrm>
          <a:prstGeom prst="rect">
            <a:avLst/>
          </a:prstGeom>
        </p:spPr>
      </p:pic>
      <p:pic>
        <p:nvPicPr>
          <p:cNvPr id="6" name="object 6"/>
          <p:cNvPicPr/>
          <p:nvPr/>
        </p:nvPicPr>
        <p:blipFill>
          <a:blip r:embed="rId3" cstate="print"/>
          <a:stretch>
            <a:fillRect/>
          </a:stretch>
        </p:blipFill>
        <p:spPr>
          <a:xfrm>
            <a:off x="6897623" y="3944111"/>
            <a:ext cx="4267200" cy="12192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93242" y="562102"/>
            <a:ext cx="391541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a:cs typeface="Calibri"/>
              </a:rPr>
              <a:t>All</a:t>
            </a:r>
            <a:r>
              <a:rPr sz="1800" b="1" spc="-30" dirty="0">
                <a:latin typeface="Calibri"/>
                <a:cs typeface="Calibri"/>
              </a:rPr>
              <a:t> </a:t>
            </a:r>
            <a:r>
              <a:rPr sz="1800" b="1" dirty="0">
                <a:latin typeface="Calibri"/>
                <a:cs typeface="Calibri"/>
              </a:rPr>
              <a:t>these</a:t>
            </a:r>
            <a:r>
              <a:rPr sz="1800" b="1" spc="-40" dirty="0">
                <a:latin typeface="Calibri"/>
                <a:cs typeface="Calibri"/>
              </a:rPr>
              <a:t> </a:t>
            </a:r>
            <a:r>
              <a:rPr sz="1800" b="1" dirty="0">
                <a:latin typeface="Calibri"/>
                <a:cs typeface="Calibri"/>
              </a:rPr>
              <a:t>terms</a:t>
            </a:r>
            <a:r>
              <a:rPr sz="1800" b="1" spc="-30" dirty="0">
                <a:latin typeface="Calibri"/>
                <a:cs typeface="Calibri"/>
              </a:rPr>
              <a:t> </a:t>
            </a:r>
            <a:r>
              <a:rPr sz="1800" b="1" dirty="0">
                <a:latin typeface="Calibri"/>
                <a:cs typeface="Calibri"/>
              </a:rPr>
              <a:t>are</a:t>
            </a:r>
            <a:r>
              <a:rPr sz="1800" b="1" spc="-15" dirty="0">
                <a:latin typeface="Calibri"/>
                <a:cs typeface="Calibri"/>
              </a:rPr>
              <a:t> </a:t>
            </a:r>
            <a:r>
              <a:rPr sz="1800" b="1" spc="-10" dirty="0">
                <a:latin typeface="Calibri"/>
                <a:cs typeface="Calibri"/>
              </a:rPr>
              <a:t>related</a:t>
            </a:r>
            <a:r>
              <a:rPr sz="1800" b="1" spc="-50" dirty="0">
                <a:latin typeface="Calibri"/>
                <a:cs typeface="Calibri"/>
              </a:rPr>
              <a:t> </a:t>
            </a:r>
            <a:r>
              <a:rPr sz="1800" b="1" dirty="0">
                <a:latin typeface="Calibri"/>
                <a:cs typeface="Calibri"/>
              </a:rPr>
              <a:t>to</a:t>
            </a:r>
            <a:r>
              <a:rPr sz="1800" b="1" spc="-25" dirty="0">
                <a:latin typeface="Calibri"/>
                <a:cs typeface="Calibri"/>
              </a:rPr>
              <a:t> </a:t>
            </a:r>
            <a:r>
              <a:rPr sz="1800" b="1" dirty="0">
                <a:latin typeface="Calibri"/>
                <a:cs typeface="Calibri"/>
              </a:rPr>
              <a:t>each</a:t>
            </a:r>
            <a:r>
              <a:rPr sz="1800" b="1" spc="-35" dirty="0">
                <a:latin typeface="Calibri"/>
                <a:cs typeface="Calibri"/>
              </a:rPr>
              <a:t> </a:t>
            </a:r>
            <a:r>
              <a:rPr sz="1800" b="1" spc="-10" dirty="0">
                <a:latin typeface="Calibri"/>
                <a:cs typeface="Calibri"/>
              </a:rPr>
              <a:t>other:</a:t>
            </a:r>
            <a:endParaRPr sz="1800">
              <a:latin typeface="Calibri"/>
              <a:cs typeface="Calibri"/>
            </a:endParaRPr>
          </a:p>
        </p:txBody>
      </p:sp>
      <p:sp>
        <p:nvSpPr>
          <p:cNvPr id="3" name="object 3"/>
          <p:cNvSpPr txBox="1"/>
          <p:nvPr/>
        </p:nvSpPr>
        <p:spPr>
          <a:xfrm>
            <a:off x="593242" y="2833242"/>
            <a:ext cx="5328920" cy="3150235"/>
          </a:xfrm>
          <a:prstGeom prst="rect">
            <a:avLst/>
          </a:prstGeom>
        </p:spPr>
        <p:txBody>
          <a:bodyPr vert="horz" wrap="square" lIns="0" tIns="12700" rIns="0" bIns="0" rtlCol="0">
            <a:spAutoFit/>
          </a:bodyPr>
          <a:lstStyle/>
          <a:p>
            <a:pPr marL="12700" marR="7620" algn="just">
              <a:lnSpc>
                <a:spcPct val="100000"/>
              </a:lnSpc>
              <a:spcBef>
                <a:spcPts val="100"/>
              </a:spcBef>
            </a:pPr>
            <a:r>
              <a:rPr sz="1800" dirty="0">
                <a:latin typeface="Calibri"/>
                <a:cs typeface="Calibri"/>
              </a:rPr>
              <a:t>We</a:t>
            </a:r>
            <a:r>
              <a:rPr sz="1800" spc="130" dirty="0">
                <a:latin typeface="Calibri"/>
                <a:cs typeface="Calibri"/>
              </a:rPr>
              <a:t> </a:t>
            </a:r>
            <a:r>
              <a:rPr sz="1800" dirty="0">
                <a:latin typeface="Calibri"/>
                <a:cs typeface="Calibri"/>
              </a:rPr>
              <a:t>can</a:t>
            </a:r>
            <a:r>
              <a:rPr sz="1800" spc="135" dirty="0">
                <a:latin typeface="Calibri"/>
                <a:cs typeface="Calibri"/>
              </a:rPr>
              <a:t> </a:t>
            </a:r>
            <a:r>
              <a:rPr sz="1800" dirty="0">
                <a:latin typeface="Calibri"/>
                <a:cs typeface="Calibri"/>
              </a:rPr>
              <a:t>see</a:t>
            </a:r>
            <a:r>
              <a:rPr sz="1800" spc="130" dirty="0">
                <a:latin typeface="Calibri"/>
                <a:cs typeface="Calibri"/>
              </a:rPr>
              <a:t> </a:t>
            </a:r>
            <a:r>
              <a:rPr sz="1800" dirty="0">
                <a:latin typeface="Calibri"/>
                <a:cs typeface="Calibri"/>
              </a:rPr>
              <a:t>that</a:t>
            </a:r>
            <a:r>
              <a:rPr sz="1800" spc="125" dirty="0">
                <a:latin typeface="Calibri"/>
                <a:cs typeface="Calibri"/>
              </a:rPr>
              <a:t> </a:t>
            </a:r>
            <a:r>
              <a:rPr sz="1800" dirty="0">
                <a:latin typeface="Calibri"/>
                <a:cs typeface="Calibri"/>
              </a:rPr>
              <a:t>defects</a:t>
            </a:r>
            <a:r>
              <a:rPr sz="1800" spc="135" dirty="0">
                <a:latin typeface="Calibri"/>
                <a:cs typeface="Calibri"/>
              </a:rPr>
              <a:t> </a:t>
            </a:r>
            <a:r>
              <a:rPr sz="1800" dirty="0">
                <a:latin typeface="Calibri"/>
                <a:cs typeface="Calibri"/>
              </a:rPr>
              <a:t>(i.e.,</a:t>
            </a:r>
            <a:r>
              <a:rPr sz="1800" spc="125" dirty="0">
                <a:latin typeface="Calibri"/>
                <a:cs typeface="Calibri"/>
              </a:rPr>
              <a:t> </a:t>
            </a:r>
            <a:r>
              <a:rPr sz="1800" dirty="0">
                <a:latin typeface="Calibri"/>
                <a:cs typeface="Calibri"/>
              </a:rPr>
              <a:t>bugs)</a:t>
            </a:r>
            <a:r>
              <a:rPr sz="1800" spc="125" dirty="0">
                <a:latin typeface="Calibri"/>
                <a:cs typeface="Calibri"/>
              </a:rPr>
              <a:t> </a:t>
            </a:r>
            <a:r>
              <a:rPr sz="1800" dirty="0">
                <a:latin typeface="Calibri"/>
                <a:cs typeface="Calibri"/>
              </a:rPr>
              <a:t>and</a:t>
            </a:r>
            <a:r>
              <a:rPr sz="1800" spc="135" dirty="0">
                <a:latin typeface="Calibri"/>
                <a:cs typeface="Calibri"/>
              </a:rPr>
              <a:t> </a:t>
            </a:r>
            <a:r>
              <a:rPr sz="1800" dirty="0">
                <a:latin typeface="Calibri"/>
                <a:cs typeface="Calibri"/>
              </a:rPr>
              <a:t>errors</a:t>
            </a:r>
            <a:r>
              <a:rPr sz="1800" spc="135" dirty="0">
                <a:latin typeface="Calibri"/>
                <a:cs typeface="Calibri"/>
              </a:rPr>
              <a:t> </a:t>
            </a:r>
            <a:r>
              <a:rPr sz="1800" dirty="0">
                <a:latin typeface="Calibri"/>
                <a:cs typeface="Calibri"/>
              </a:rPr>
              <a:t>can</a:t>
            </a:r>
            <a:r>
              <a:rPr sz="1800" spc="135" dirty="0">
                <a:latin typeface="Calibri"/>
                <a:cs typeface="Calibri"/>
              </a:rPr>
              <a:t> </a:t>
            </a:r>
            <a:r>
              <a:rPr sz="1800" spc="-20" dirty="0">
                <a:latin typeface="Calibri"/>
                <a:cs typeface="Calibri"/>
              </a:rPr>
              <a:t>lead </a:t>
            </a:r>
            <a:r>
              <a:rPr sz="1800" dirty="0">
                <a:latin typeface="Calibri"/>
                <a:cs typeface="Calibri"/>
              </a:rPr>
              <a:t>to</a:t>
            </a:r>
            <a:r>
              <a:rPr sz="1800" spc="235" dirty="0">
                <a:latin typeface="Calibri"/>
                <a:cs typeface="Calibri"/>
              </a:rPr>
              <a:t> </a:t>
            </a:r>
            <a:r>
              <a:rPr sz="1800" dirty="0">
                <a:latin typeface="Calibri"/>
                <a:cs typeface="Calibri"/>
              </a:rPr>
              <a:t>failures,</a:t>
            </a:r>
            <a:r>
              <a:rPr sz="1800" spc="235" dirty="0">
                <a:latin typeface="Calibri"/>
                <a:cs typeface="Calibri"/>
              </a:rPr>
              <a:t> </a:t>
            </a:r>
            <a:r>
              <a:rPr sz="1800" dirty="0">
                <a:latin typeface="Calibri"/>
                <a:cs typeface="Calibri"/>
              </a:rPr>
              <a:t>and</a:t>
            </a:r>
            <a:r>
              <a:rPr sz="1800" spc="260" dirty="0">
                <a:latin typeface="Calibri"/>
                <a:cs typeface="Calibri"/>
              </a:rPr>
              <a:t> </a:t>
            </a:r>
            <a:r>
              <a:rPr sz="1800" dirty="0">
                <a:latin typeface="Calibri"/>
                <a:cs typeface="Calibri"/>
              </a:rPr>
              <a:t>errors</a:t>
            </a:r>
            <a:r>
              <a:rPr sz="1800" spc="229" dirty="0">
                <a:latin typeface="Calibri"/>
                <a:cs typeface="Calibri"/>
              </a:rPr>
              <a:t> </a:t>
            </a:r>
            <a:r>
              <a:rPr sz="1800" dirty="0">
                <a:latin typeface="Calibri"/>
                <a:cs typeface="Calibri"/>
              </a:rPr>
              <a:t>can</a:t>
            </a:r>
            <a:r>
              <a:rPr sz="1800" spc="245" dirty="0">
                <a:latin typeface="Calibri"/>
                <a:cs typeface="Calibri"/>
              </a:rPr>
              <a:t> </a:t>
            </a:r>
            <a:r>
              <a:rPr sz="1800" dirty="0">
                <a:latin typeface="Calibri"/>
                <a:cs typeface="Calibri"/>
              </a:rPr>
              <a:t>contribute</a:t>
            </a:r>
            <a:r>
              <a:rPr sz="1800" spc="260" dirty="0">
                <a:latin typeface="Calibri"/>
                <a:cs typeface="Calibri"/>
              </a:rPr>
              <a:t> </a:t>
            </a:r>
            <a:r>
              <a:rPr sz="1800" dirty="0">
                <a:latin typeface="Calibri"/>
                <a:cs typeface="Calibri"/>
              </a:rPr>
              <a:t>to</a:t>
            </a:r>
            <a:r>
              <a:rPr sz="1800" spc="235" dirty="0">
                <a:latin typeface="Calibri"/>
                <a:cs typeface="Calibri"/>
              </a:rPr>
              <a:t> </a:t>
            </a:r>
            <a:r>
              <a:rPr sz="1800" dirty="0">
                <a:latin typeface="Calibri"/>
                <a:cs typeface="Calibri"/>
              </a:rPr>
              <a:t>defects</a:t>
            </a:r>
            <a:r>
              <a:rPr sz="1800" spc="250" dirty="0">
                <a:latin typeface="Calibri"/>
                <a:cs typeface="Calibri"/>
              </a:rPr>
              <a:t> </a:t>
            </a:r>
            <a:r>
              <a:rPr sz="1800" dirty="0">
                <a:latin typeface="Calibri"/>
                <a:cs typeface="Calibri"/>
              </a:rPr>
              <a:t>in</a:t>
            </a:r>
            <a:r>
              <a:rPr sz="1800" spc="254" dirty="0">
                <a:latin typeface="Calibri"/>
                <a:cs typeface="Calibri"/>
              </a:rPr>
              <a:t> </a:t>
            </a:r>
            <a:r>
              <a:rPr sz="1800" spc="-25" dirty="0">
                <a:latin typeface="Calibri"/>
                <a:cs typeface="Calibri"/>
              </a:rPr>
              <a:t>the </a:t>
            </a:r>
            <a:r>
              <a:rPr sz="1800" dirty="0">
                <a:latin typeface="Calibri"/>
                <a:cs typeface="Calibri"/>
              </a:rPr>
              <a:t>software</a:t>
            </a:r>
            <a:r>
              <a:rPr sz="1800" spc="-50" dirty="0">
                <a:latin typeface="Calibri"/>
                <a:cs typeface="Calibri"/>
              </a:rPr>
              <a:t> </a:t>
            </a:r>
            <a:r>
              <a:rPr sz="1800" spc="-10" dirty="0">
                <a:latin typeface="Calibri"/>
                <a:cs typeface="Calibri"/>
              </a:rPr>
              <a:t>development</a:t>
            </a:r>
            <a:r>
              <a:rPr sz="1800" spc="-50" dirty="0">
                <a:latin typeface="Calibri"/>
                <a:cs typeface="Calibri"/>
              </a:rPr>
              <a:t> </a:t>
            </a:r>
            <a:r>
              <a:rPr sz="1800" dirty="0">
                <a:latin typeface="Calibri"/>
                <a:cs typeface="Calibri"/>
              </a:rPr>
              <a:t>and</a:t>
            </a:r>
            <a:r>
              <a:rPr sz="1800" spc="-45" dirty="0">
                <a:latin typeface="Calibri"/>
                <a:cs typeface="Calibri"/>
              </a:rPr>
              <a:t> </a:t>
            </a:r>
            <a:r>
              <a:rPr sz="1800" dirty="0">
                <a:latin typeface="Calibri"/>
                <a:cs typeface="Calibri"/>
              </a:rPr>
              <a:t>testing</a:t>
            </a:r>
            <a:r>
              <a:rPr sz="1800" spc="-40" dirty="0">
                <a:latin typeface="Calibri"/>
                <a:cs typeface="Calibri"/>
              </a:rPr>
              <a:t> </a:t>
            </a:r>
            <a:r>
              <a:rPr sz="1800" spc="-10" dirty="0">
                <a:latin typeface="Calibri"/>
                <a:cs typeface="Calibri"/>
              </a:rPr>
              <a:t>process.</a:t>
            </a:r>
            <a:endParaRPr sz="1800">
              <a:latin typeface="Calibri"/>
              <a:cs typeface="Calibri"/>
            </a:endParaRPr>
          </a:p>
          <a:p>
            <a:pPr marL="12700" algn="just">
              <a:lnSpc>
                <a:spcPct val="100000"/>
              </a:lnSpc>
              <a:spcBef>
                <a:spcPts val="1010"/>
              </a:spcBef>
            </a:pPr>
            <a:r>
              <a:rPr sz="1800" b="1" dirty="0">
                <a:latin typeface="Calibri"/>
                <a:cs typeface="Calibri"/>
              </a:rPr>
              <a:t>Example:</a:t>
            </a:r>
            <a:r>
              <a:rPr sz="1800" b="1" spc="-45" dirty="0">
                <a:latin typeface="Calibri"/>
                <a:cs typeface="Calibri"/>
              </a:rPr>
              <a:t> </a:t>
            </a:r>
            <a:r>
              <a:rPr sz="1800" b="1" dirty="0">
                <a:latin typeface="Calibri"/>
                <a:cs typeface="Calibri"/>
              </a:rPr>
              <a:t>Online</a:t>
            </a:r>
            <a:r>
              <a:rPr sz="1800" b="1" spc="-20" dirty="0">
                <a:latin typeface="Calibri"/>
                <a:cs typeface="Calibri"/>
              </a:rPr>
              <a:t> </a:t>
            </a:r>
            <a:r>
              <a:rPr sz="1800" b="1" dirty="0">
                <a:latin typeface="Calibri"/>
                <a:cs typeface="Calibri"/>
              </a:rPr>
              <a:t>Banking</a:t>
            </a:r>
            <a:r>
              <a:rPr sz="1800" b="1" spc="-55" dirty="0">
                <a:latin typeface="Calibri"/>
                <a:cs typeface="Calibri"/>
              </a:rPr>
              <a:t> </a:t>
            </a:r>
            <a:r>
              <a:rPr sz="1800" b="1" spc="-10" dirty="0">
                <a:latin typeface="Calibri"/>
                <a:cs typeface="Calibri"/>
              </a:rPr>
              <a:t>Application</a:t>
            </a:r>
            <a:endParaRPr sz="1800">
              <a:latin typeface="Calibri"/>
              <a:cs typeface="Calibri"/>
            </a:endParaRPr>
          </a:p>
          <a:p>
            <a:pPr marL="12700" marR="5080" algn="just">
              <a:lnSpc>
                <a:spcPct val="100000"/>
              </a:lnSpc>
              <a:spcBef>
                <a:spcPts val="994"/>
              </a:spcBef>
            </a:pPr>
            <a:r>
              <a:rPr sz="1800" dirty="0">
                <a:latin typeface="Calibri"/>
                <a:cs typeface="Calibri"/>
              </a:rPr>
              <a:t>Let’s</a:t>
            </a:r>
            <a:r>
              <a:rPr sz="1800" spc="-20" dirty="0">
                <a:latin typeface="Calibri"/>
                <a:cs typeface="Calibri"/>
              </a:rPr>
              <a:t> </a:t>
            </a:r>
            <a:r>
              <a:rPr sz="1800" dirty="0">
                <a:latin typeface="Calibri"/>
                <a:cs typeface="Calibri"/>
              </a:rPr>
              <a:t>consider</a:t>
            </a:r>
            <a:r>
              <a:rPr sz="1800" spc="-25" dirty="0">
                <a:latin typeface="Calibri"/>
                <a:cs typeface="Calibri"/>
              </a:rPr>
              <a:t> </a:t>
            </a:r>
            <a:r>
              <a:rPr sz="1800" dirty="0">
                <a:latin typeface="Calibri"/>
                <a:cs typeface="Calibri"/>
              </a:rPr>
              <a:t>an</a:t>
            </a:r>
            <a:r>
              <a:rPr sz="1800" spc="-15" dirty="0">
                <a:latin typeface="Calibri"/>
                <a:cs typeface="Calibri"/>
              </a:rPr>
              <a:t> </a:t>
            </a:r>
            <a:r>
              <a:rPr sz="1800" dirty="0">
                <a:latin typeface="Calibri"/>
                <a:cs typeface="Calibri"/>
              </a:rPr>
              <a:t>online</a:t>
            </a:r>
            <a:r>
              <a:rPr sz="1800" spc="-10" dirty="0">
                <a:latin typeface="Calibri"/>
                <a:cs typeface="Calibri"/>
              </a:rPr>
              <a:t> </a:t>
            </a:r>
            <a:r>
              <a:rPr sz="1800" dirty="0">
                <a:latin typeface="Calibri"/>
                <a:cs typeface="Calibri"/>
              </a:rPr>
              <a:t>banking application</a:t>
            </a:r>
            <a:r>
              <a:rPr sz="1800" spc="-10" dirty="0">
                <a:latin typeface="Calibri"/>
                <a:cs typeface="Calibri"/>
              </a:rPr>
              <a:t> </a:t>
            </a:r>
            <a:r>
              <a:rPr sz="1800" dirty="0">
                <a:latin typeface="Calibri"/>
                <a:cs typeface="Calibri"/>
              </a:rPr>
              <a:t>designed</a:t>
            </a:r>
            <a:r>
              <a:rPr sz="1800" spc="-15" dirty="0">
                <a:latin typeface="Calibri"/>
                <a:cs typeface="Calibri"/>
              </a:rPr>
              <a:t> </a:t>
            </a:r>
            <a:r>
              <a:rPr sz="1800" spc="-25" dirty="0">
                <a:latin typeface="Calibri"/>
                <a:cs typeface="Calibri"/>
              </a:rPr>
              <a:t>for </a:t>
            </a:r>
            <a:r>
              <a:rPr sz="1800" dirty="0">
                <a:latin typeface="Calibri"/>
                <a:cs typeface="Calibri"/>
              </a:rPr>
              <a:t>various</a:t>
            </a:r>
            <a:r>
              <a:rPr sz="1800" spc="220" dirty="0">
                <a:latin typeface="Calibri"/>
                <a:cs typeface="Calibri"/>
              </a:rPr>
              <a:t> </a:t>
            </a:r>
            <a:r>
              <a:rPr sz="1800" dirty="0">
                <a:latin typeface="Calibri"/>
                <a:cs typeface="Calibri"/>
              </a:rPr>
              <a:t>banking</a:t>
            </a:r>
            <a:r>
              <a:rPr sz="1800" spc="229" dirty="0">
                <a:latin typeface="Calibri"/>
                <a:cs typeface="Calibri"/>
              </a:rPr>
              <a:t> </a:t>
            </a:r>
            <a:r>
              <a:rPr sz="1800" dirty="0">
                <a:latin typeface="Calibri"/>
                <a:cs typeface="Calibri"/>
              </a:rPr>
              <a:t>transactions,</a:t>
            </a:r>
            <a:r>
              <a:rPr sz="1800" spc="215" dirty="0">
                <a:latin typeface="Calibri"/>
                <a:cs typeface="Calibri"/>
              </a:rPr>
              <a:t> </a:t>
            </a:r>
            <a:r>
              <a:rPr sz="1800" dirty="0">
                <a:latin typeface="Calibri"/>
                <a:cs typeface="Calibri"/>
              </a:rPr>
              <a:t>such</a:t>
            </a:r>
            <a:r>
              <a:rPr sz="1800" spc="235" dirty="0">
                <a:latin typeface="Calibri"/>
                <a:cs typeface="Calibri"/>
              </a:rPr>
              <a:t> </a:t>
            </a:r>
            <a:r>
              <a:rPr sz="1800" dirty="0">
                <a:latin typeface="Calibri"/>
                <a:cs typeface="Calibri"/>
              </a:rPr>
              <a:t>as</a:t>
            </a:r>
            <a:r>
              <a:rPr sz="1800" spc="225" dirty="0">
                <a:latin typeface="Calibri"/>
                <a:cs typeface="Calibri"/>
              </a:rPr>
              <a:t> </a:t>
            </a:r>
            <a:r>
              <a:rPr sz="1800" dirty="0">
                <a:latin typeface="Calibri"/>
                <a:cs typeface="Calibri"/>
              </a:rPr>
              <a:t>checking</a:t>
            </a:r>
            <a:r>
              <a:rPr sz="1800" spc="245" dirty="0">
                <a:latin typeface="Calibri"/>
                <a:cs typeface="Calibri"/>
              </a:rPr>
              <a:t> </a:t>
            </a:r>
            <a:r>
              <a:rPr sz="1800" spc="-10" dirty="0">
                <a:latin typeface="Calibri"/>
                <a:cs typeface="Calibri"/>
              </a:rPr>
              <a:t>account </a:t>
            </a:r>
            <a:r>
              <a:rPr sz="1800" dirty="0">
                <a:latin typeface="Calibri"/>
                <a:cs typeface="Calibri"/>
              </a:rPr>
              <a:t>balances,</a:t>
            </a:r>
            <a:r>
              <a:rPr sz="1800" spc="-55" dirty="0">
                <a:latin typeface="Calibri"/>
                <a:cs typeface="Calibri"/>
              </a:rPr>
              <a:t> </a:t>
            </a:r>
            <a:r>
              <a:rPr sz="1800" spc="-10" dirty="0">
                <a:latin typeface="Calibri"/>
                <a:cs typeface="Calibri"/>
              </a:rPr>
              <a:t>transferring</a:t>
            </a:r>
            <a:r>
              <a:rPr sz="1800" spc="-50" dirty="0">
                <a:latin typeface="Calibri"/>
                <a:cs typeface="Calibri"/>
              </a:rPr>
              <a:t> </a:t>
            </a:r>
            <a:r>
              <a:rPr sz="1800" dirty="0">
                <a:latin typeface="Calibri"/>
                <a:cs typeface="Calibri"/>
              </a:rPr>
              <a:t>funds,</a:t>
            </a:r>
            <a:r>
              <a:rPr sz="1800" spc="-50" dirty="0">
                <a:latin typeface="Calibri"/>
                <a:cs typeface="Calibri"/>
              </a:rPr>
              <a:t> </a:t>
            </a:r>
            <a:r>
              <a:rPr sz="1800" dirty="0">
                <a:latin typeface="Calibri"/>
                <a:cs typeface="Calibri"/>
              </a:rPr>
              <a:t>and</a:t>
            </a:r>
            <a:r>
              <a:rPr sz="1800" spc="-55" dirty="0">
                <a:latin typeface="Calibri"/>
                <a:cs typeface="Calibri"/>
              </a:rPr>
              <a:t> </a:t>
            </a:r>
            <a:r>
              <a:rPr sz="1800" dirty="0">
                <a:latin typeface="Calibri"/>
                <a:cs typeface="Calibri"/>
              </a:rPr>
              <a:t>paying</a:t>
            </a:r>
            <a:r>
              <a:rPr sz="1800" spc="-45" dirty="0">
                <a:latin typeface="Calibri"/>
                <a:cs typeface="Calibri"/>
              </a:rPr>
              <a:t> </a:t>
            </a:r>
            <a:r>
              <a:rPr sz="1800" spc="-10" dirty="0">
                <a:latin typeface="Calibri"/>
                <a:cs typeface="Calibri"/>
              </a:rPr>
              <a:t>bills.</a:t>
            </a:r>
            <a:endParaRPr sz="1800">
              <a:latin typeface="Calibri"/>
              <a:cs typeface="Calibri"/>
            </a:endParaRPr>
          </a:p>
          <a:p>
            <a:pPr marL="12700" marR="6985" algn="just">
              <a:lnSpc>
                <a:spcPct val="100000"/>
              </a:lnSpc>
              <a:spcBef>
                <a:spcPts val="994"/>
              </a:spcBef>
            </a:pPr>
            <a:r>
              <a:rPr sz="1800" dirty="0">
                <a:latin typeface="Calibri"/>
                <a:cs typeface="Calibri"/>
              </a:rPr>
              <a:t>During</a:t>
            </a:r>
            <a:r>
              <a:rPr sz="1800" spc="55" dirty="0">
                <a:latin typeface="Calibri"/>
                <a:cs typeface="Calibri"/>
              </a:rPr>
              <a:t>  </a:t>
            </a:r>
            <a:r>
              <a:rPr sz="1800" dirty="0">
                <a:latin typeface="Calibri"/>
                <a:cs typeface="Calibri"/>
              </a:rPr>
              <a:t>various</a:t>
            </a:r>
            <a:r>
              <a:rPr sz="1800" spc="60" dirty="0">
                <a:latin typeface="Calibri"/>
                <a:cs typeface="Calibri"/>
              </a:rPr>
              <a:t>  </a:t>
            </a:r>
            <a:r>
              <a:rPr sz="1800" dirty="0">
                <a:latin typeface="Calibri"/>
                <a:cs typeface="Calibri"/>
              </a:rPr>
              <a:t>phases</a:t>
            </a:r>
            <a:r>
              <a:rPr sz="1800" spc="50" dirty="0">
                <a:latin typeface="Calibri"/>
                <a:cs typeface="Calibri"/>
              </a:rPr>
              <a:t>  </a:t>
            </a:r>
            <a:r>
              <a:rPr sz="1800" dirty="0">
                <a:latin typeface="Calibri"/>
                <a:cs typeface="Calibri"/>
              </a:rPr>
              <a:t>of</a:t>
            </a:r>
            <a:r>
              <a:rPr sz="1800" spc="55" dirty="0">
                <a:latin typeface="Calibri"/>
                <a:cs typeface="Calibri"/>
              </a:rPr>
              <a:t>  </a:t>
            </a:r>
            <a:r>
              <a:rPr sz="1800" dirty="0">
                <a:latin typeface="Calibri"/>
                <a:cs typeface="Calibri"/>
              </a:rPr>
              <a:t>software</a:t>
            </a:r>
            <a:r>
              <a:rPr sz="1800" spc="55" dirty="0">
                <a:latin typeface="Calibri"/>
                <a:cs typeface="Calibri"/>
              </a:rPr>
              <a:t>  </a:t>
            </a:r>
            <a:r>
              <a:rPr sz="1800" dirty="0">
                <a:latin typeface="Calibri"/>
                <a:cs typeface="Calibri"/>
              </a:rPr>
              <a:t>development,</a:t>
            </a:r>
            <a:r>
              <a:rPr sz="1800" spc="50" dirty="0">
                <a:latin typeface="Calibri"/>
                <a:cs typeface="Calibri"/>
              </a:rPr>
              <a:t>  </a:t>
            </a:r>
            <a:r>
              <a:rPr sz="1800" spc="-25" dirty="0">
                <a:latin typeface="Calibri"/>
                <a:cs typeface="Calibri"/>
              </a:rPr>
              <a:t>the </a:t>
            </a:r>
            <a:r>
              <a:rPr sz="1800" dirty="0">
                <a:latin typeface="Calibri"/>
                <a:cs typeface="Calibri"/>
              </a:rPr>
              <a:t>team</a:t>
            </a:r>
            <a:r>
              <a:rPr sz="1800" spc="-45" dirty="0">
                <a:latin typeface="Calibri"/>
                <a:cs typeface="Calibri"/>
              </a:rPr>
              <a:t> </a:t>
            </a:r>
            <a:r>
              <a:rPr sz="1800" spc="-10" dirty="0">
                <a:latin typeface="Calibri"/>
                <a:cs typeface="Calibri"/>
              </a:rPr>
              <a:t>examines</a:t>
            </a:r>
            <a:r>
              <a:rPr sz="1800" spc="-45" dirty="0">
                <a:latin typeface="Calibri"/>
                <a:cs typeface="Calibri"/>
              </a:rPr>
              <a:t> </a:t>
            </a:r>
            <a:r>
              <a:rPr sz="1800" dirty="0">
                <a:latin typeface="Calibri"/>
                <a:cs typeface="Calibri"/>
              </a:rPr>
              <a:t>the</a:t>
            </a:r>
            <a:r>
              <a:rPr sz="1800" spc="-50" dirty="0">
                <a:latin typeface="Calibri"/>
                <a:cs typeface="Calibri"/>
              </a:rPr>
              <a:t> </a:t>
            </a:r>
            <a:r>
              <a:rPr sz="1800" spc="-10" dirty="0">
                <a:latin typeface="Calibri"/>
                <a:cs typeface="Calibri"/>
              </a:rPr>
              <a:t>application’s</a:t>
            </a:r>
            <a:r>
              <a:rPr sz="1800" spc="-35" dirty="0">
                <a:latin typeface="Calibri"/>
                <a:cs typeface="Calibri"/>
              </a:rPr>
              <a:t> </a:t>
            </a:r>
            <a:r>
              <a:rPr sz="1800" dirty="0">
                <a:latin typeface="Calibri"/>
                <a:cs typeface="Calibri"/>
              </a:rPr>
              <a:t>functionalities</a:t>
            </a:r>
            <a:r>
              <a:rPr sz="1800" spc="-45" dirty="0">
                <a:latin typeface="Calibri"/>
                <a:cs typeface="Calibri"/>
              </a:rPr>
              <a:t> </a:t>
            </a:r>
            <a:r>
              <a:rPr sz="1800" dirty="0">
                <a:latin typeface="Calibri"/>
                <a:cs typeface="Calibri"/>
              </a:rPr>
              <a:t>to</a:t>
            </a:r>
            <a:r>
              <a:rPr sz="1800" spc="-55" dirty="0">
                <a:latin typeface="Calibri"/>
                <a:cs typeface="Calibri"/>
              </a:rPr>
              <a:t> </a:t>
            </a:r>
            <a:r>
              <a:rPr sz="1800" spc="-10" dirty="0">
                <a:latin typeface="Calibri"/>
                <a:cs typeface="Calibri"/>
              </a:rPr>
              <a:t>ensure </a:t>
            </a:r>
            <a:r>
              <a:rPr sz="1800" dirty="0">
                <a:latin typeface="Calibri"/>
                <a:cs typeface="Calibri"/>
              </a:rPr>
              <a:t>it</a:t>
            </a:r>
            <a:r>
              <a:rPr sz="1800" spc="-30" dirty="0">
                <a:latin typeface="Calibri"/>
                <a:cs typeface="Calibri"/>
              </a:rPr>
              <a:t> </a:t>
            </a:r>
            <a:r>
              <a:rPr sz="1800" dirty="0">
                <a:latin typeface="Calibri"/>
                <a:cs typeface="Calibri"/>
              </a:rPr>
              <a:t>meets</a:t>
            </a:r>
            <a:r>
              <a:rPr sz="1800" spc="-45" dirty="0">
                <a:latin typeface="Calibri"/>
                <a:cs typeface="Calibri"/>
              </a:rPr>
              <a:t> </a:t>
            </a:r>
            <a:r>
              <a:rPr sz="1800" dirty="0">
                <a:latin typeface="Calibri"/>
                <a:cs typeface="Calibri"/>
              </a:rPr>
              <a:t>the</a:t>
            </a:r>
            <a:r>
              <a:rPr sz="1800" spc="-25" dirty="0">
                <a:latin typeface="Calibri"/>
                <a:cs typeface="Calibri"/>
              </a:rPr>
              <a:t> </a:t>
            </a:r>
            <a:r>
              <a:rPr sz="1800" dirty="0">
                <a:latin typeface="Calibri"/>
                <a:cs typeface="Calibri"/>
              </a:rPr>
              <a:t>desired</a:t>
            </a:r>
            <a:r>
              <a:rPr sz="1800" spc="-15" dirty="0">
                <a:latin typeface="Calibri"/>
                <a:cs typeface="Calibri"/>
              </a:rPr>
              <a:t> </a:t>
            </a:r>
            <a:r>
              <a:rPr sz="1800" spc="-10" dirty="0">
                <a:latin typeface="Calibri"/>
                <a:cs typeface="Calibri"/>
              </a:rPr>
              <a:t>requirements:</a:t>
            </a:r>
            <a:endParaRPr sz="1800">
              <a:latin typeface="Calibri"/>
              <a:cs typeface="Calibri"/>
            </a:endParaRPr>
          </a:p>
        </p:txBody>
      </p:sp>
      <p:sp>
        <p:nvSpPr>
          <p:cNvPr id="4" name="object 4"/>
          <p:cNvSpPr txBox="1"/>
          <p:nvPr/>
        </p:nvSpPr>
        <p:spPr>
          <a:xfrm>
            <a:off x="6346952" y="539242"/>
            <a:ext cx="301625" cy="452120"/>
          </a:xfrm>
          <a:prstGeom prst="rect">
            <a:avLst/>
          </a:prstGeom>
        </p:spPr>
        <p:txBody>
          <a:bodyPr vert="horz" wrap="square" lIns="0" tIns="12065" rIns="0" bIns="0" rtlCol="0">
            <a:spAutoFit/>
          </a:bodyPr>
          <a:lstStyle/>
          <a:p>
            <a:pPr marL="12700">
              <a:lnSpc>
                <a:spcPct val="100000"/>
              </a:lnSpc>
              <a:spcBef>
                <a:spcPts val="95"/>
              </a:spcBef>
            </a:pPr>
            <a:r>
              <a:rPr sz="2800" spc="-50" dirty="0">
                <a:latin typeface="Calibri"/>
                <a:cs typeface="Calibri"/>
              </a:rPr>
              <a:t>fd</a:t>
            </a:r>
            <a:endParaRPr sz="2800">
              <a:latin typeface="Calibri"/>
              <a:cs typeface="Calibri"/>
            </a:endParaRPr>
          </a:p>
        </p:txBody>
      </p:sp>
      <p:pic>
        <p:nvPicPr>
          <p:cNvPr id="5" name="object 5"/>
          <p:cNvPicPr/>
          <p:nvPr/>
        </p:nvPicPr>
        <p:blipFill>
          <a:blip r:embed="rId2" cstate="print"/>
          <a:stretch>
            <a:fillRect/>
          </a:stretch>
        </p:blipFill>
        <p:spPr>
          <a:xfrm>
            <a:off x="638555" y="1467611"/>
            <a:ext cx="4572000" cy="1046988"/>
          </a:xfrm>
          <a:prstGeom prst="rect">
            <a:avLst/>
          </a:prstGeom>
        </p:spPr>
      </p:pic>
      <p:pic>
        <p:nvPicPr>
          <p:cNvPr id="6" name="object 6"/>
          <p:cNvPicPr/>
          <p:nvPr/>
        </p:nvPicPr>
        <p:blipFill>
          <a:blip r:embed="rId3" cstate="print"/>
          <a:stretch>
            <a:fillRect/>
          </a:stretch>
        </p:blipFill>
        <p:spPr>
          <a:xfrm>
            <a:off x="7303007" y="1054607"/>
            <a:ext cx="3049505" cy="427939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93242" y="562102"/>
            <a:ext cx="534797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In</a:t>
            </a:r>
            <a:r>
              <a:rPr sz="1800" spc="25" dirty="0">
                <a:latin typeface="Calibri"/>
                <a:cs typeface="Calibri"/>
              </a:rPr>
              <a:t> </a:t>
            </a:r>
            <a:r>
              <a:rPr sz="1800" dirty="0">
                <a:latin typeface="Calibri"/>
                <a:cs typeface="Calibri"/>
              </a:rPr>
              <a:t>one</a:t>
            </a:r>
            <a:r>
              <a:rPr sz="1800" spc="30" dirty="0">
                <a:latin typeface="Calibri"/>
                <a:cs typeface="Calibri"/>
              </a:rPr>
              <a:t> </a:t>
            </a:r>
            <a:r>
              <a:rPr sz="1800" dirty="0">
                <a:latin typeface="Calibri"/>
                <a:cs typeface="Calibri"/>
              </a:rPr>
              <a:t>scenario,</a:t>
            </a:r>
            <a:r>
              <a:rPr sz="1800" spc="35" dirty="0">
                <a:latin typeface="Calibri"/>
                <a:cs typeface="Calibri"/>
              </a:rPr>
              <a:t> </a:t>
            </a:r>
            <a:r>
              <a:rPr sz="1800" dirty="0">
                <a:latin typeface="Calibri"/>
                <a:cs typeface="Calibri"/>
              </a:rPr>
              <a:t>a</a:t>
            </a:r>
            <a:r>
              <a:rPr sz="1800" spc="30" dirty="0">
                <a:latin typeface="Calibri"/>
                <a:cs typeface="Calibri"/>
              </a:rPr>
              <a:t> </a:t>
            </a:r>
            <a:r>
              <a:rPr sz="1800" dirty="0">
                <a:latin typeface="Calibri"/>
                <a:cs typeface="Calibri"/>
              </a:rPr>
              <a:t>tester</a:t>
            </a:r>
            <a:r>
              <a:rPr sz="1800" spc="25" dirty="0">
                <a:latin typeface="Calibri"/>
                <a:cs typeface="Calibri"/>
              </a:rPr>
              <a:t> </a:t>
            </a:r>
            <a:r>
              <a:rPr sz="1800" dirty="0">
                <a:latin typeface="Calibri"/>
                <a:cs typeface="Calibri"/>
              </a:rPr>
              <a:t>attempts</a:t>
            </a:r>
            <a:r>
              <a:rPr sz="1800" spc="30" dirty="0">
                <a:latin typeface="Calibri"/>
                <a:cs typeface="Calibri"/>
              </a:rPr>
              <a:t> </a:t>
            </a:r>
            <a:r>
              <a:rPr sz="1800" dirty="0">
                <a:latin typeface="Calibri"/>
                <a:cs typeface="Calibri"/>
              </a:rPr>
              <a:t>to</a:t>
            </a:r>
            <a:r>
              <a:rPr sz="1800" spc="25" dirty="0">
                <a:latin typeface="Calibri"/>
                <a:cs typeface="Calibri"/>
              </a:rPr>
              <a:t> </a:t>
            </a:r>
            <a:r>
              <a:rPr sz="1800" dirty="0">
                <a:latin typeface="Calibri"/>
                <a:cs typeface="Calibri"/>
              </a:rPr>
              <a:t>transfer</a:t>
            </a:r>
            <a:r>
              <a:rPr sz="1800" spc="25" dirty="0">
                <a:latin typeface="Calibri"/>
                <a:cs typeface="Calibri"/>
              </a:rPr>
              <a:t> </a:t>
            </a:r>
            <a:r>
              <a:rPr sz="1800" dirty="0">
                <a:latin typeface="Calibri"/>
                <a:cs typeface="Calibri"/>
              </a:rPr>
              <a:t>funds</a:t>
            </a:r>
            <a:r>
              <a:rPr sz="1800" spc="30" dirty="0">
                <a:latin typeface="Calibri"/>
                <a:cs typeface="Calibri"/>
              </a:rPr>
              <a:t> </a:t>
            </a:r>
            <a:r>
              <a:rPr sz="1800" spc="-20" dirty="0">
                <a:latin typeface="Calibri"/>
                <a:cs typeface="Calibri"/>
              </a:rPr>
              <a:t>from</a:t>
            </a:r>
            <a:endParaRPr sz="1800">
              <a:latin typeface="Calibri"/>
              <a:cs typeface="Calibri"/>
            </a:endParaRPr>
          </a:p>
        </p:txBody>
      </p:sp>
      <p:sp>
        <p:nvSpPr>
          <p:cNvPr id="3" name="object 3"/>
          <p:cNvSpPr txBox="1"/>
          <p:nvPr/>
        </p:nvSpPr>
        <p:spPr>
          <a:xfrm>
            <a:off x="593242" y="808990"/>
            <a:ext cx="5345430" cy="299720"/>
          </a:xfrm>
          <a:prstGeom prst="rect">
            <a:avLst/>
          </a:prstGeom>
        </p:spPr>
        <p:txBody>
          <a:bodyPr vert="horz" wrap="square" lIns="0" tIns="12700" rIns="0" bIns="0" rtlCol="0">
            <a:spAutoFit/>
          </a:bodyPr>
          <a:lstStyle/>
          <a:p>
            <a:pPr marL="12700">
              <a:lnSpc>
                <a:spcPct val="100000"/>
              </a:lnSpc>
              <a:spcBef>
                <a:spcPts val="100"/>
              </a:spcBef>
              <a:tabLst>
                <a:tab pos="545465" algn="l"/>
                <a:tab pos="1463040" algn="l"/>
                <a:tab pos="1837055" algn="l"/>
                <a:tab pos="2757170" algn="l"/>
                <a:tab pos="3427729" algn="l"/>
                <a:tab pos="3837940" algn="l"/>
                <a:tab pos="4598670" algn="l"/>
              </a:tabLst>
            </a:pPr>
            <a:r>
              <a:rPr sz="1800" spc="-25" dirty="0">
                <a:latin typeface="Calibri"/>
                <a:cs typeface="Calibri"/>
              </a:rPr>
              <a:t>one</a:t>
            </a:r>
            <a:r>
              <a:rPr sz="1800" dirty="0">
                <a:latin typeface="Calibri"/>
                <a:cs typeface="Calibri"/>
              </a:rPr>
              <a:t>	</a:t>
            </a:r>
            <a:r>
              <a:rPr sz="1800" spc="-10" dirty="0">
                <a:latin typeface="Calibri"/>
                <a:cs typeface="Calibri"/>
              </a:rPr>
              <a:t>account</a:t>
            </a:r>
            <a:r>
              <a:rPr sz="1800" dirty="0">
                <a:latin typeface="Calibri"/>
                <a:cs typeface="Calibri"/>
              </a:rPr>
              <a:t>	</a:t>
            </a:r>
            <a:r>
              <a:rPr sz="1800" spc="-25" dirty="0">
                <a:latin typeface="Calibri"/>
                <a:cs typeface="Calibri"/>
              </a:rPr>
              <a:t>to</a:t>
            </a:r>
            <a:r>
              <a:rPr sz="1800" dirty="0">
                <a:latin typeface="Calibri"/>
                <a:cs typeface="Calibri"/>
              </a:rPr>
              <a:t>	</a:t>
            </a:r>
            <a:r>
              <a:rPr sz="1800" spc="-10" dirty="0">
                <a:latin typeface="Calibri"/>
                <a:cs typeface="Calibri"/>
              </a:rPr>
              <a:t>another</a:t>
            </a:r>
            <a:r>
              <a:rPr sz="1800" dirty="0">
                <a:latin typeface="Calibri"/>
                <a:cs typeface="Calibri"/>
              </a:rPr>
              <a:t>	</a:t>
            </a:r>
            <a:r>
              <a:rPr sz="1800" spc="-20" dirty="0">
                <a:latin typeface="Calibri"/>
                <a:cs typeface="Calibri"/>
              </a:rPr>
              <a:t>using</a:t>
            </a:r>
            <a:r>
              <a:rPr sz="1800" dirty="0">
                <a:latin typeface="Calibri"/>
                <a:cs typeface="Calibri"/>
              </a:rPr>
              <a:t>	</a:t>
            </a:r>
            <a:r>
              <a:rPr sz="1800" spc="-25" dirty="0">
                <a:latin typeface="Calibri"/>
                <a:cs typeface="Calibri"/>
              </a:rPr>
              <a:t>an</a:t>
            </a:r>
            <a:r>
              <a:rPr sz="1800" dirty="0">
                <a:latin typeface="Calibri"/>
                <a:cs typeface="Calibri"/>
              </a:rPr>
              <a:t>	</a:t>
            </a:r>
            <a:r>
              <a:rPr sz="1800" spc="-10" dirty="0">
                <a:latin typeface="Calibri"/>
                <a:cs typeface="Calibri"/>
              </a:rPr>
              <a:t>online</a:t>
            </a:r>
            <a:r>
              <a:rPr sz="1800" dirty="0">
                <a:latin typeface="Calibri"/>
                <a:cs typeface="Calibri"/>
              </a:rPr>
              <a:t>	</a:t>
            </a:r>
            <a:r>
              <a:rPr sz="1800" spc="-10" dirty="0">
                <a:latin typeface="Calibri"/>
                <a:cs typeface="Calibri"/>
              </a:rPr>
              <a:t>banking</a:t>
            </a:r>
            <a:endParaRPr sz="1800">
              <a:latin typeface="Calibri"/>
              <a:cs typeface="Calibri"/>
            </a:endParaRPr>
          </a:p>
        </p:txBody>
      </p:sp>
      <p:sp>
        <p:nvSpPr>
          <p:cNvPr id="4" name="object 4"/>
          <p:cNvSpPr txBox="1"/>
          <p:nvPr/>
        </p:nvSpPr>
        <p:spPr>
          <a:xfrm>
            <a:off x="593242" y="955294"/>
            <a:ext cx="5349240" cy="5368290"/>
          </a:xfrm>
          <a:prstGeom prst="rect">
            <a:avLst/>
          </a:prstGeom>
        </p:spPr>
        <p:txBody>
          <a:bodyPr vert="horz" wrap="square" lIns="0" tIns="113030" rIns="0" bIns="0" rtlCol="0">
            <a:spAutoFit/>
          </a:bodyPr>
          <a:lstStyle/>
          <a:p>
            <a:pPr marL="12700">
              <a:lnSpc>
                <a:spcPct val="100000"/>
              </a:lnSpc>
              <a:spcBef>
                <a:spcPts val="890"/>
              </a:spcBef>
            </a:pPr>
            <a:r>
              <a:rPr sz="1800" spc="-10" dirty="0">
                <a:latin typeface="Calibri"/>
                <a:cs typeface="Calibri"/>
              </a:rPr>
              <a:t>application.</a:t>
            </a:r>
            <a:endParaRPr sz="1800">
              <a:latin typeface="Calibri"/>
              <a:cs typeface="Calibri"/>
            </a:endParaRPr>
          </a:p>
          <a:p>
            <a:pPr marL="12700" marR="7620">
              <a:lnSpc>
                <a:spcPts val="1939"/>
              </a:lnSpc>
              <a:spcBef>
                <a:spcPts val="1040"/>
              </a:spcBef>
            </a:pPr>
            <a:r>
              <a:rPr sz="1800" spc="-10" dirty="0">
                <a:latin typeface="Calibri"/>
                <a:cs typeface="Calibri"/>
              </a:rPr>
              <a:t>However,</a:t>
            </a:r>
            <a:r>
              <a:rPr sz="1800" spc="105" dirty="0">
                <a:latin typeface="Calibri"/>
                <a:cs typeface="Calibri"/>
              </a:rPr>
              <a:t> </a:t>
            </a:r>
            <a:r>
              <a:rPr sz="1800" dirty="0">
                <a:latin typeface="Calibri"/>
                <a:cs typeface="Calibri"/>
              </a:rPr>
              <a:t>the</a:t>
            </a:r>
            <a:r>
              <a:rPr sz="1800" spc="114" dirty="0">
                <a:latin typeface="Calibri"/>
                <a:cs typeface="Calibri"/>
              </a:rPr>
              <a:t> </a:t>
            </a:r>
            <a:r>
              <a:rPr sz="1800" dirty="0">
                <a:latin typeface="Calibri"/>
                <a:cs typeface="Calibri"/>
              </a:rPr>
              <a:t>application</a:t>
            </a:r>
            <a:r>
              <a:rPr sz="1800" spc="125" dirty="0">
                <a:latin typeface="Calibri"/>
                <a:cs typeface="Calibri"/>
              </a:rPr>
              <a:t> </a:t>
            </a:r>
            <a:r>
              <a:rPr sz="1800" dirty="0">
                <a:latin typeface="Calibri"/>
                <a:cs typeface="Calibri"/>
              </a:rPr>
              <a:t>allows</a:t>
            </a:r>
            <a:r>
              <a:rPr sz="1800" spc="114" dirty="0">
                <a:latin typeface="Calibri"/>
                <a:cs typeface="Calibri"/>
              </a:rPr>
              <a:t> </a:t>
            </a:r>
            <a:r>
              <a:rPr sz="1800" dirty="0">
                <a:latin typeface="Calibri"/>
                <a:cs typeface="Calibri"/>
              </a:rPr>
              <a:t>the</a:t>
            </a:r>
            <a:r>
              <a:rPr sz="1800" spc="120" dirty="0">
                <a:latin typeface="Calibri"/>
                <a:cs typeface="Calibri"/>
              </a:rPr>
              <a:t> </a:t>
            </a:r>
            <a:r>
              <a:rPr sz="1800" dirty="0">
                <a:latin typeface="Calibri"/>
                <a:cs typeface="Calibri"/>
              </a:rPr>
              <a:t>transfer</a:t>
            </a:r>
            <a:r>
              <a:rPr sz="1800" spc="100" dirty="0">
                <a:latin typeface="Calibri"/>
                <a:cs typeface="Calibri"/>
              </a:rPr>
              <a:t> </a:t>
            </a:r>
            <a:r>
              <a:rPr sz="1800" dirty="0">
                <a:latin typeface="Calibri"/>
                <a:cs typeface="Calibri"/>
              </a:rPr>
              <a:t>to</a:t>
            </a:r>
            <a:r>
              <a:rPr sz="1800" spc="105" dirty="0">
                <a:latin typeface="Calibri"/>
                <a:cs typeface="Calibri"/>
              </a:rPr>
              <a:t> </a:t>
            </a:r>
            <a:r>
              <a:rPr sz="1800" spc="-10" dirty="0">
                <a:latin typeface="Calibri"/>
                <a:cs typeface="Calibri"/>
              </a:rPr>
              <a:t>proceed </a:t>
            </a:r>
            <a:r>
              <a:rPr sz="1800" dirty="0">
                <a:latin typeface="Calibri"/>
                <a:cs typeface="Calibri"/>
              </a:rPr>
              <a:t>even</a:t>
            </a:r>
            <a:r>
              <a:rPr sz="1800" spc="-40" dirty="0">
                <a:latin typeface="Calibri"/>
                <a:cs typeface="Calibri"/>
              </a:rPr>
              <a:t> </a:t>
            </a:r>
            <a:r>
              <a:rPr sz="1800" dirty="0">
                <a:latin typeface="Calibri"/>
                <a:cs typeface="Calibri"/>
              </a:rPr>
              <a:t>if</a:t>
            </a:r>
            <a:r>
              <a:rPr sz="1800" spc="-35" dirty="0">
                <a:latin typeface="Calibri"/>
                <a:cs typeface="Calibri"/>
              </a:rPr>
              <a:t> </a:t>
            </a:r>
            <a:r>
              <a:rPr sz="1800" dirty="0">
                <a:latin typeface="Calibri"/>
                <a:cs typeface="Calibri"/>
              </a:rPr>
              <a:t>the</a:t>
            </a:r>
            <a:r>
              <a:rPr sz="1800" spc="-45" dirty="0">
                <a:latin typeface="Calibri"/>
                <a:cs typeface="Calibri"/>
              </a:rPr>
              <a:t> </a:t>
            </a:r>
            <a:r>
              <a:rPr sz="1800" dirty="0">
                <a:latin typeface="Calibri"/>
                <a:cs typeface="Calibri"/>
              </a:rPr>
              <a:t>sender’s</a:t>
            </a:r>
            <a:r>
              <a:rPr sz="1800" spc="-35" dirty="0">
                <a:latin typeface="Calibri"/>
                <a:cs typeface="Calibri"/>
              </a:rPr>
              <a:t> </a:t>
            </a:r>
            <a:r>
              <a:rPr sz="1800" dirty="0">
                <a:latin typeface="Calibri"/>
                <a:cs typeface="Calibri"/>
              </a:rPr>
              <a:t>account</a:t>
            </a:r>
            <a:r>
              <a:rPr sz="1800" spc="-35" dirty="0">
                <a:latin typeface="Calibri"/>
                <a:cs typeface="Calibri"/>
              </a:rPr>
              <a:t> </a:t>
            </a:r>
            <a:r>
              <a:rPr sz="1800" dirty="0">
                <a:latin typeface="Calibri"/>
                <a:cs typeface="Calibri"/>
              </a:rPr>
              <a:t>has</a:t>
            </a:r>
            <a:r>
              <a:rPr sz="1800" spc="-40" dirty="0">
                <a:latin typeface="Calibri"/>
                <a:cs typeface="Calibri"/>
              </a:rPr>
              <a:t> </a:t>
            </a:r>
            <a:r>
              <a:rPr sz="1800" spc="-10" dirty="0">
                <a:latin typeface="Calibri"/>
                <a:cs typeface="Calibri"/>
              </a:rPr>
              <a:t>insufficient</a:t>
            </a:r>
            <a:r>
              <a:rPr sz="1800" spc="-45" dirty="0">
                <a:latin typeface="Calibri"/>
                <a:cs typeface="Calibri"/>
              </a:rPr>
              <a:t> </a:t>
            </a:r>
            <a:r>
              <a:rPr sz="1800" spc="-10" dirty="0">
                <a:latin typeface="Calibri"/>
                <a:cs typeface="Calibri"/>
              </a:rPr>
              <a:t>funds.</a:t>
            </a:r>
            <a:endParaRPr sz="1800">
              <a:latin typeface="Calibri"/>
              <a:cs typeface="Calibri"/>
            </a:endParaRPr>
          </a:p>
          <a:p>
            <a:pPr marL="12700">
              <a:lnSpc>
                <a:spcPct val="100000"/>
              </a:lnSpc>
              <a:spcBef>
                <a:spcPts val="760"/>
              </a:spcBef>
            </a:pPr>
            <a:r>
              <a:rPr sz="1800" dirty="0">
                <a:latin typeface="Calibri"/>
                <a:cs typeface="Calibri"/>
              </a:rPr>
              <a:t>This</a:t>
            </a:r>
            <a:r>
              <a:rPr sz="1800" spc="-35" dirty="0">
                <a:latin typeface="Calibri"/>
                <a:cs typeface="Calibri"/>
              </a:rPr>
              <a:t> </a:t>
            </a:r>
            <a:r>
              <a:rPr sz="1800" dirty="0">
                <a:latin typeface="Calibri"/>
                <a:cs typeface="Calibri"/>
              </a:rPr>
              <a:t>means</a:t>
            </a:r>
            <a:r>
              <a:rPr sz="1800" spc="-25" dirty="0">
                <a:latin typeface="Calibri"/>
                <a:cs typeface="Calibri"/>
              </a:rPr>
              <a:t> </a:t>
            </a:r>
            <a:r>
              <a:rPr sz="1800" dirty="0">
                <a:latin typeface="Calibri"/>
                <a:cs typeface="Calibri"/>
              </a:rPr>
              <a:t>that</a:t>
            </a:r>
            <a:r>
              <a:rPr sz="1800" spc="-35" dirty="0">
                <a:latin typeface="Calibri"/>
                <a:cs typeface="Calibri"/>
              </a:rPr>
              <a:t> </a:t>
            </a:r>
            <a:r>
              <a:rPr sz="1800" dirty="0">
                <a:latin typeface="Calibri"/>
                <a:cs typeface="Calibri"/>
              </a:rPr>
              <a:t>there</a:t>
            </a:r>
            <a:r>
              <a:rPr sz="1800" spc="-30" dirty="0">
                <a:latin typeface="Calibri"/>
                <a:cs typeface="Calibri"/>
              </a:rPr>
              <a:t> </a:t>
            </a:r>
            <a:r>
              <a:rPr sz="1800" dirty="0">
                <a:latin typeface="Calibri"/>
                <a:cs typeface="Calibri"/>
              </a:rPr>
              <a:t>is</a:t>
            </a:r>
            <a:r>
              <a:rPr sz="1800" spc="-15" dirty="0">
                <a:latin typeface="Calibri"/>
                <a:cs typeface="Calibri"/>
              </a:rPr>
              <a:t> </a:t>
            </a:r>
            <a:r>
              <a:rPr sz="1800" dirty="0">
                <a:latin typeface="Calibri"/>
                <a:cs typeface="Calibri"/>
              </a:rPr>
              <a:t>a</a:t>
            </a:r>
            <a:r>
              <a:rPr sz="1800" spc="-35" dirty="0">
                <a:latin typeface="Calibri"/>
                <a:cs typeface="Calibri"/>
              </a:rPr>
              <a:t> </a:t>
            </a:r>
            <a:r>
              <a:rPr sz="1800" b="1" dirty="0">
                <a:solidFill>
                  <a:srgbClr val="6F2F9F"/>
                </a:solidFill>
                <a:latin typeface="Calibri"/>
                <a:cs typeface="Calibri"/>
              </a:rPr>
              <a:t>defect</a:t>
            </a:r>
            <a:r>
              <a:rPr sz="1800" b="1" spc="-50" dirty="0">
                <a:solidFill>
                  <a:srgbClr val="6F2F9F"/>
                </a:solidFill>
                <a:latin typeface="Calibri"/>
                <a:cs typeface="Calibri"/>
              </a:rPr>
              <a:t> </a:t>
            </a:r>
            <a:r>
              <a:rPr sz="1800" dirty="0">
                <a:latin typeface="Calibri"/>
                <a:cs typeface="Calibri"/>
              </a:rPr>
              <a:t>in</a:t>
            </a:r>
            <a:r>
              <a:rPr sz="1800" spc="-20" dirty="0">
                <a:latin typeface="Calibri"/>
                <a:cs typeface="Calibri"/>
              </a:rPr>
              <a:t> </a:t>
            </a:r>
            <a:r>
              <a:rPr sz="1800" dirty="0">
                <a:latin typeface="Calibri"/>
                <a:cs typeface="Calibri"/>
              </a:rPr>
              <a:t>the</a:t>
            </a:r>
            <a:r>
              <a:rPr sz="1800" spc="-15" dirty="0">
                <a:latin typeface="Calibri"/>
                <a:cs typeface="Calibri"/>
              </a:rPr>
              <a:t> </a:t>
            </a:r>
            <a:r>
              <a:rPr sz="1800" spc="-10" dirty="0">
                <a:latin typeface="Calibri"/>
                <a:cs typeface="Calibri"/>
              </a:rPr>
              <a:t>system.</a:t>
            </a:r>
            <a:endParaRPr sz="1800">
              <a:latin typeface="Calibri"/>
              <a:cs typeface="Calibri"/>
            </a:endParaRPr>
          </a:p>
          <a:p>
            <a:pPr marL="12700" marR="5080">
              <a:lnSpc>
                <a:spcPts val="1939"/>
              </a:lnSpc>
              <a:spcBef>
                <a:spcPts val="1025"/>
              </a:spcBef>
            </a:pPr>
            <a:r>
              <a:rPr sz="1800" dirty="0">
                <a:latin typeface="Calibri"/>
                <a:cs typeface="Calibri"/>
              </a:rPr>
              <a:t>We</a:t>
            </a:r>
            <a:r>
              <a:rPr sz="1800" spc="330" dirty="0">
                <a:latin typeface="Calibri"/>
                <a:cs typeface="Calibri"/>
              </a:rPr>
              <a:t> </a:t>
            </a:r>
            <a:r>
              <a:rPr sz="1800" dirty="0">
                <a:latin typeface="Calibri"/>
                <a:cs typeface="Calibri"/>
              </a:rPr>
              <a:t>find</a:t>
            </a:r>
            <a:r>
              <a:rPr sz="1800" spc="335" dirty="0">
                <a:latin typeface="Calibri"/>
                <a:cs typeface="Calibri"/>
              </a:rPr>
              <a:t> </a:t>
            </a:r>
            <a:r>
              <a:rPr sz="1800" dirty="0">
                <a:latin typeface="Calibri"/>
                <a:cs typeface="Calibri"/>
              </a:rPr>
              <a:t>a</a:t>
            </a:r>
            <a:r>
              <a:rPr sz="1800" spc="340" dirty="0">
                <a:latin typeface="Calibri"/>
                <a:cs typeface="Calibri"/>
              </a:rPr>
              <a:t> </a:t>
            </a:r>
            <a:r>
              <a:rPr sz="1800" b="1" dirty="0">
                <a:solidFill>
                  <a:srgbClr val="6F2F9F"/>
                </a:solidFill>
                <a:latin typeface="Calibri"/>
                <a:cs typeface="Calibri"/>
              </a:rPr>
              <a:t>bug</a:t>
            </a:r>
            <a:r>
              <a:rPr sz="1800" b="1" spc="330" dirty="0">
                <a:solidFill>
                  <a:srgbClr val="6F2F9F"/>
                </a:solidFill>
                <a:latin typeface="Calibri"/>
                <a:cs typeface="Calibri"/>
              </a:rPr>
              <a:t> </a:t>
            </a:r>
            <a:r>
              <a:rPr sz="1800" dirty="0">
                <a:latin typeface="Calibri"/>
                <a:cs typeface="Calibri"/>
              </a:rPr>
              <a:t>in</a:t>
            </a:r>
            <a:r>
              <a:rPr sz="1800" spc="335" dirty="0">
                <a:latin typeface="Calibri"/>
                <a:cs typeface="Calibri"/>
              </a:rPr>
              <a:t> </a:t>
            </a:r>
            <a:r>
              <a:rPr sz="1800" dirty="0">
                <a:latin typeface="Calibri"/>
                <a:cs typeface="Calibri"/>
              </a:rPr>
              <a:t>the</a:t>
            </a:r>
            <a:r>
              <a:rPr sz="1800" spc="340" dirty="0">
                <a:latin typeface="Calibri"/>
                <a:cs typeface="Calibri"/>
              </a:rPr>
              <a:t> </a:t>
            </a:r>
            <a:r>
              <a:rPr sz="1800" dirty="0">
                <a:latin typeface="Calibri"/>
                <a:cs typeface="Calibri"/>
              </a:rPr>
              <a:t>application</a:t>
            </a:r>
            <a:r>
              <a:rPr sz="1800" spc="340" dirty="0">
                <a:latin typeface="Calibri"/>
                <a:cs typeface="Calibri"/>
              </a:rPr>
              <a:t> </a:t>
            </a:r>
            <a:r>
              <a:rPr sz="1800" dirty="0">
                <a:latin typeface="Calibri"/>
                <a:cs typeface="Calibri"/>
              </a:rPr>
              <a:t>that</a:t>
            </a:r>
            <a:r>
              <a:rPr sz="1800" spc="325" dirty="0">
                <a:latin typeface="Calibri"/>
                <a:cs typeface="Calibri"/>
              </a:rPr>
              <a:t> </a:t>
            </a:r>
            <a:r>
              <a:rPr sz="1800" dirty="0">
                <a:latin typeface="Calibri"/>
                <a:cs typeface="Calibri"/>
              </a:rPr>
              <a:t>allows</a:t>
            </a:r>
            <a:r>
              <a:rPr sz="1800" spc="345" dirty="0">
                <a:latin typeface="Calibri"/>
                <a:cs typeface="Calibri"/>
              </a:rPr>
              <a:t> </a:t>
            </a:r>
            <a:r>
              <a:rPr sz="1800" spc="-10" dirty="0">
                <a:latin typeface="Calibri"/>
                <a:cs typeface="Calibri"/>
              </a:rPr>
              <a:t>transfers </a:t>
            </a:r>
            <a:r>
              <a:rPr sz="1800" dirty="0">
                <a:latin typeface="Calibri"/>
                <a:cs typeface="Calibri"/>
              </a:rPr>
              <a:t>without</a:t>
            </a:r>
            <a:r>
              <a:rPr sz="1800" spc="-50" dirty="0">
                <a:latin typeface="Calibri"/>
                <a:cs typeface="Calibri"/>
              </a:rPr>
              <a:t> </a:t>
            </a:r>
            <a:r>
              <a:rPr sz="1800" dirty="0">
                <a:latin typeface="Calibri"/>
                <a:cs typeface="Calibri"/>
              </a:rPr>
              <a:t>verifying</a:t>
            </a:r>
            <a:r>
              <a:rPr sz="1800" spc="-70" dirty="0">
                <a:latin typeface="Calibri"/>
                <a:cs typeface="Calibri"/>
              </a:rPr>
              <a:t> </a:t>
            </a:r>
            <a:r>
              <a:rPr sz="1800" dirty="0">
                <a:latin typeface="Calibri"/>
                <a:cs typeface="Calibri"/>
              </a:rPr>
              <a:t>the</a:t>
            </a:r>
            <a:r>
              <a:rPr sz="1800" spc="-55" dirty="0">
                <a:latin typeface="Calibri"/>
                <a:cs typeface="Calibri"/>
              </a:rPr>
              <a:t> </a:t>
            </a:r>
            <a:r>
              <a:rPr sz="1800" dirty="0">
                <a:latin typeface="Calibri"/>
                <a:cs typeface="Calibri"/>
              </a:rPr>
              <a:t>sender’s</a:t>
            </a:r>
            <a:r>
              <a:rPr sz="1800" spc="-70" dirty="0">
                <a:latin typeface="Calibri"/>
                <a:cs typeface="Calibri"/>
              </a:rPr>
              <a:t> </a:t>
            </a:r>
            <a:r>
              <a:rPr sz="1800" dirty="0">
                <a:latin typeface="Calibri"/>
                <a:cs typeface="Calibri"/>
              </a:rPr>
              <a:t>account</a:t>
            </a:r>
            <a:r>
              <a:rPr sz="1800" spc="-50" dirty="0">
                <a:latin typeface="Calibri"/>
                <a:cs typeface="Calibri"/>
              </a:rPr>
              <a:t> </a:t>
            </a:r>
            <a:r>
              <a:rPr sz="1800" spc="-10" dirty="0">
                <a:latin typeface="Calibri"/>
                <a:cs typeface="Calibri"/>
              </a:rPr>
              <a:t>balance.</a:t>
            </a:r>
            <a:endParaRPr sz="1800">
              <a:latin typeface="Calibri"/>
              <a:cs typeface="Calibri"/>
            </a:endParaRPr>
          </a:p>
          <a:p>
            <a:pPr marL="12700">
              <a:lnSpc>
                <a:spcPts val="2050"/>
              </a:lnSpc>
              <a:spcBef>
                <a:spcPts val="770"/>
              </a:spcBef>
            </a:pPr>
            <a:r>
              <a:rPr sz="1800" dirty="0">
                <a:latin typeface="Calibri"/>
                <a:cs typeface="Calibri"/>
              </a:rPr>
              <a:t>After</a:t>
            </a:r>
            <a:r>
              <a:rPr sz="1800" spc="250" dirty="0">
                <a:latin typeface="Calibri"/>
                <a:cs typeface="Calibri"/>
              </a:rPr>
              <a:t> </a:t>
            </a:r>
            <a:r>
              <a:rPr sz="1800" dirty="0">
                <a:latin typeface="Calibri"/>
                <a:cs typeface="Calibri"/>
              </a:rPr>
              <a:t>identifying</a:t>
            </a:r>
            <a:r>
              <a:rPr sz="1800" spc="270" dirty="0">
                <a:latin typeface="Calibri"/>
                <a:cs typeface="Calibri"/>
              </a:rPr>
              <a:t> </a:t>
            </a:r>
            <a:r>
              <a:rPr sz="1800" dirty="0">
                <a:latin typeface="Calibri"/>
                <a:cs typeface="Calibri"/>
              </a:rPr>
              <a:t>the</a:t>
            </a:r>
            <a:r>
              <a:rPr sz="1800" spc="265" dirty="0">
                <a:latin typeface="Calibri"/>
                <a:cs typeface="Calibri"/>
              </a:rPr>
              <a:t> </a:t>
            </a:r>
            <a:r>
              <a:rPr sz="1800" dirty="0">
                <a:latin typeface="Calibri"/>
                <a:cs typeface="Calibri"/>
              </a:rPr>
              <a:t>issue,</a:t>
            </a:r>
            <a:r>
              <a:rPr sz="1800" spc="250" dirty="0">
                <a:latin typeface="Calibri"/>
                <a:cs typeface="Calibri"/>
              </a:rPr>
              <a:t> </a:t>
            </a:r>
            <a:r>
              <a:rPr sz="1800" dirty="0">
                <a:latin typeface="Calibri"/>
                <a:cs typeface="Calibri"/>
              </a:rPr>
              <a:t>we</a:t>
            </a:r>
            <a:r>
              <a:rPr sz="1800" spc="265" dirty="0">
                <a:latin typeface="Calibri"/>
                <a:cs typeface="Calibri"/>
              </a:rPr>
              <a:t> </a:t>
            </a:r>
            <a:r>
              <a:rPr sz="1800" dirty="0">
                <a:latin typeface="Calibri"/>
                <a:cs typeface="Calibri"/>
              </a:rPr>
              <a:t>report</a:t>
            </a:r>
            <a:r>
              <a:rPr sz="1800" spc="260" dirty="0">
                <a:latin typeface="Calibri"/>
                <a:cs typeface="Calibri"/>
              </a:rPr>
              <a:t> </a:t>
            </a:r>
            <a:r>
              <a:rPr sz="1800" dirty="0">
                <a:latin typeface="Calibri"/>
                <a:cs typeface="Calibri"/>
              </a:rPr>
              <a:t>it</a:t>
            </a:r>
            <a:r>
              <a:rPr sz="1800" spc="245" dirty="0">
                <a:latin typeface="Calibri"/>
                <a:cs typeface="Calibri"/>
              </a:rPr>
              <a:t> </a:t>
            </a:r>
            <a:r>
              <a:rPr sz="1800" dirty="0">
                <a:latin typeface="Calibri"/>
                <a:cs typeface="Calibri"/>
              </a:rPr>
              <a:t>and</a:t>
            </a:r>
            <a:r>
              <a:rPr sz="1800" spc="270" dirty="0">
                <a:latin typeface="Calibri"/>
                <a:cs typeface="Calibri"/>
              </a:rPr>
              <a:t> </a:t>
            </a:r>
            <a:r>
              <a:rPr sz="1800" dirty="0">
                <a:latin typeface="Calibri"/>
                <a:cs typeface="Calibri"/>
              </a:rPr>
              <a:t>log</a:t>
            </a:r>
            <a:r>
              <a:rPr sz="1800" spc="260" dirty="0">
                <a:latin typeface="Calibri"/>
                <a:cs typeface="Calibri"/>
              </a:rPr>
              <a:t> </a:t>
            </a:r>
            <a:r>
              <a:rPr sz="1800" dirty="0">
                <a:latin typeface="Calibri"/>
                <a:cs typeface="Calibri"/>
              </a:rPr>
              <a:t>it</a:t>
            </a:r>
            <a:r>
              <a:rPr sz="1800" spc="265" dirty="0">
                <a:latin typeface="Calibri"/>
                <a:cs typeface="Calibri"/>
              </a:rPr>
              <a:t> </a:t>
            </a:r>
            <a:r>
              <a:rPr sz="1800" dirty="0">
                <a:latin typeface="Calibri"/>
                <a:cs typeface="Calibri"/>
              </a:rPr>
              <a:t>as</a:t>
            </a:r>
            <a:r>
              <a:rPr sz="1800" spc="250" dirty="0">
                <a:latin typeface="Calibri"/>
                <a:cs typeface="Calibri"/>
              </a:rPr>
              <a:t> </a:t>
            </a:r>
            <a:r>
              <a:rPr sz="1800" spc="-50" dirty="0">
                <a:latin typeface="Calibri"/>
                <a:cs typeface="Calibri"/>
              </a:rPr>
              <a:t>a</a:t>
            </a:r>
            <a:endParaRPr sz="1800">
              <a:latin typeface="Calibri"/>
              <a:cs typeface="Calibri"/>
            </a:endParaRPr>
          </a:p>
          <a:p>
            <a:pPr marL="12700">
              <a:lnSpc>
                <a:spcPts val="2050"/>
              </a:lnSpc>
            </a:pPr>
            <a:r>
              <a:rPr sz="1800" b="1" spc="-20" dirty="0">
                <a:solidFill>
                  <a:srgbClr val="6F2F9F"/>
                </a:solidFill>
                <a:latin typeface="Calibri"/>
                <a:cs typeface="Calibri"/>
              </a:rPr>
              <a:t>bug.</a:t>
            </a:r>
            <a:endParaRPr sz="1800">
              <a:latin typeface="Calibri"/>
              <a:cs typeface="Calibri"/>
            </a:endParaRPr>
          </a:p>
          <a:p>
            <a:pPr marL="12700" marR="6985" algn="just">
              <a:lnSpc>
                <a:spcPts val="1939"/>
              </a:lnSpc>
              <a:spcBef>
                <a:spcPts val="1030"/>
              </a:spcBef>
            </a:pPr>
            <a:r>
              <a:rPr sz="1800" dirty="0">
                <a:latin typeface="Calibri"/>
                <a:cs typeface="Calibri"/>
              </a:rPr>
              <a:t>Our</a:t>
            </a:r>
            <a:r>
              <a:rPr sz="1800" spc="155" dirty="0">
                <a:latin typeface="Calibri"/>
                <a:cs typeface="Calibri"/>
              </a:rPr>
              <a:t> </a:t>
            </a:r>
            <a:r>
              <a:rPr sz="1800" dirty="0">
                <a:latin typeface="Calibri"/>
                <a:cs typeface="Calibri"/>
              </a:rPr>
              <a:t>analysis</a:t>
            </a:r>
            <a:r>
              <a:rPr sz="1800" spc="175" dirty="0">
                <a:latin typeface="Calibri"/>
                <a:cs typeface="Calibri"/>
              </a:rPr>
              <a:t> </a:t>
            </a:r>
            <a:r>
              <a:rPr sz="1800" dirty="0">
                <a:latin typeface="Calibri"/>
                <a:cs typeface="Calibri"/>
              </a:rPr>
              <a:t>indicates</a:t>
            </a:r>
            <a:r>
              <a:rPr sz="1800" spc="180" dirty="0">
                <a:latin typeface="Calibri"/>
                <a:cs typeface="Calibri"/>
              </a:rPr>
              <a:t> </a:t>
            </a:r>
            <a:r>
              <a:rPr sz="1800" dirty="0">
                <a:latin typeface="Calibri"/>
                <a:cs typeface="Calibri"/>
              </a:rPr>
              <a:t>that</a:t>
            </a:r>
            <a:r>
              <a:rPr sz="1800" spc="165" dirty="0">
                <a:latin typeface="Calibri"/>
                <a:cs typeface="Calibri"/>
              </a:rPr>
              <a:t> </a:t>
            </a:r>
            <a:r>
              <a:rPr sz="1800" dirty="0">
                <a:latin typeface="Calibri"/>
                <a:cs typeface="Calibri"/>
              </a:rPr>
              <a:t>the</a:t>
            </a:r>
            <a:r>
              <a:rPr sz="1800" spc="180" dirty="0">
                <a:latin typeface="Calibri"/>
                <a:cs typeface="Calibri"/>
              </a:rPr>
              <a:t> </a:t>
            </a:r>
            <a:r>
              <a:rPr sz="1800" dirty="0">
                <a:latin typeface="Calibri"/>
                <a:cs typeface="Calibri"/>
              </a:rPr>
              <a:t>root</a:t>
            </a:r>
            <a:r>
              <a:rPr sz="1800" spc="160" dirty="0">
                <a:latin typeface="Calibri"/>
                <a:cs typeface="Calibri"/>
              </a:rPr>
              <a:t> </a:t>
            </a:r>
            <a:r>
              <a:rPr sz="1800" dirty="0">
                <a:latin typeface="Calibri"/>
                <a:cs typeface="Calibri"/>
              </a:rPr>
              <a:t>cause</a:t>
            </a:r>
            <a:r>
              <a:rPr sz="1800" spc="185" dirty="0">
                <a:latin typeface="Calibri"/>
                <a:cs typeface="Calibri"/>
              </a:rPr>
              <a:t> </a:t>
            </a:r>
            <a:r>
              <a:rPr sz="1800" dirty="0">
                <a:latin typeface="Calibri"/>
                <a:cs typeface="Calibri"/>
              </a:rPr>
              <a:t>of</a:t>
            </a:r>
            <a:r>
              <a:rPr sz="1800" spc="175" dirty="0">
                <a:latin typeface="Calibri"/>
                <a:cs typeface="Calibri"/>
              </a:rPr>
              <a:t> </a:t>
            </a:r>
            <a:r>
              <a:rPr sz="1800" dirty="0">
                <a:latin typeface="Calibri"/>
                <a:cs typeface="Calibri"/>
              </a:rPr>
              <a:t>this</a:t>
            </a:r>
            <a:r>
              <a:rPr sz="1800" spc="170" dirty="0">
                <a:latin typeface="Calibri"/>
                <a:cs typeface="Calibri"/>
              </a:rPr>
              <a:t> </a:t>
            </a:r>
            <a:r>
              <a:rPr sz="1800" dirty="0">
                <a:latin typeface="Calibri"/>
                <a:cs typeface="Calibri"/>
              </a:rPr>
              <a:t>bug</a:t>
            </a:r>
            <a:r>
              <a:rPr sz="1800" spc="175" dirty="0">
                <a:latin typeface="Calibri"/>
                <a:cs typeface="Calibri"/>
              </a:rPr>
              <a:t> </a:t>
            </a:r>
            <a:r>
              <a:rPr sz="1800" spc="-25" dirty="0">
                <a:latin typeface="Calibri"/>
                <a:cs typeface="Calibri"/>
              </a:rPr>
              <a:t>is </a:t>
            </a:r>
            <a:r>
              <a:rPr sz="1800" dirty="0">
                <a:latin typeface="Calibri"/>
                <a:cs typeface="Calibri"/>
              </a:rPr>
              <a:t>the</a:t>
            </a:r>
            <a:r>
              <a:rPr sz="1800" spc="395" dirty="0">
                <a:latin typeface="Calibri"/>
                <a:cs typeface="Calibri"/>
              </a:rPr>
              <a:t> </a:t>
            </a:r>
            <a:r>
              <a:rPr sz="1800" dirty="0">
                <a:latin typeface="Calibri"/>
                <a:cs typeface="Calibri"/>
              </a:rPr>
              <a:t>absence</a:t>
            </a:r>
            <a:r>
              <a:rPr sz="1800" spc="409" dirty="0">
                <a:latin typeface="Calibri"/>
                <a:cs typeface="Calibri"/>
              </a:rPr>
              <a:t> </a:t>
            </a:r>
            <a:r>
              <a:rPr sz="1800" dirty="0">
                <a:latin typeface="Calibri"/>
                <a:cs typeface="Calibri"/>
              </a:rPr>
              <a:t>of</a:t>
            </a:r>
            <a:r>
              <a:rPr sz="1800" spc="405" dirty="0">
                <a:latin typeface="Calibri"/>
                <a:cs typeface="Calibri"/>
              </a:rPr>
              <a:t> </a:t>
            </a:r>
            <a:r>
              <a:rPr sz="1800" dirty="0">
                <a:latin typeface="Calibri"/>
                <a:cs typeface="Calibri"/>
              </a:rPr>
              <a:t>confirmation</a:t>
            </a:r>
            <a:r>
              <a:rPr sz="1800" spc="385" dirty="0">
                <a:latin typeface="Calibri"/>
                <a:cs typeface="Calibri"/>
              </a:rPr>
              <a:t> </a:t>
            </a:r>
            <a:r>
              <a:rPr sz="1800" dirty="0">
                <a:latin typeface="Calibri"/>
                <a:cs typeface="Calibri"/>
              </a:rPr>
              <a:t>for</a:t>
            </a:r>
            <a:r>
              <a:rPr sz="1800" spc="390" dirty="0">
                <a:latin typeface="Calibri"/>
                <a:cs typeface="Calibri"/>
              </a:rPr>
              <a:t> </a:t>
            </a:r>
            <a:r>
              <a:rPr sz="1800" dirty="0">
                <a:latin typeface="Calibri"/>
                <a:cs typeface="Calibri"/>
              </a:rPr>
              <a:t>the</a:t>
            </a:r>
            <a:r>
              <a:rPr sz="1800" spc="409" dirty="0">
                <a:latin typeface="Calibri"/>
                <a:cs typeface="Calibri"/>
              </a:rPr>
              <a:t> </a:t>
            </a:r>
            <a:r>
              <a:rPr sz="1800" dirty="0">
                <a:latin typeface="Calibri"/>
                <a:cs typeface="Calibri"/>
              </a:rPr>
              <a:t>sender’s</a:t>
            </a:r>
            <a:r>
              <a:rPr sz="1800" spc="400" dirty="0">
                <a:latin typeface="Calibri"/>
                <a:cs typeface="Calibri"/>
              </a:rPr>
              <a:t> </a:t>
            </a:r>
            <a:r>
              <a:rPr sz="1800" spc="-10" dirty="0">
                <a:latin typeface="Calibri"/>
                <a:cs typeface="Calibri"/>
              </a:rPr>
              <a:t>account balance.</a:t>
            </a:r>
            <a:endParaRPr sz="1800">
              <a:latin typeface="Calibri"/>
              <a:cs typeface="Calibri"/>
            </a:endParaRPr>
          </a:p>
          <a:p>
            <a:pPr marL="12700" marR="7620" algn="just">
              <a:lnSpc>
                <a:spcPts val="1939"/>
              </a:lnSpc>
              <a:spcBef>
                <a:spcPts val="1010"/>
              </a:spcBef>
            </a:pPr>
            <a:r>
              <a:rPr sz="1800" dirty="0">
                <a:latin typeface="Calibri"/>
                <a:cs typeface="Calibri"/>
              </a:rPr>
              <a:t>Then,</a:t>
            </a:r>
            <a:r>
              <a:rPr sz="1800" spc="-40" dirty="0">
                <a:latin typeface="Calibri"/>
                <a:cs typeface="Calibri"/>
              </a:rPr>
              <a:t> </a:t>
            </a:r>
            <a:r>
              <a:rPr sz="1800" dirty="0">
                <a:latin typeface="Calibri"/>
                <a:cs typeface="Calibri"/>
              </a:rPr>
              <a:t>a</a:t>
            </a:r>
            <a:r>
              <a:rPr sz="1800" spc="-40" dirty="0">
                <a:latin typeface="Calibri"/>
                <a:cs typeface="Calibri"/>
              </a:rPr>
              <a:t> </a:t>
            </a:r>
            <a:r>
              <a:rPr sz="1800" dirty="0">
                <a:latin typeface="Calibri"/>
                <a:cs typeface="Calibri"/>
              </a:rPr>
              <a:t>developer</a:t>
            </a:r>
            <a:r>
              <a:rPr sz="1800" spc="-30" dirty="0">
                <a:latin typeface="Calibri"/>
                <a:cs typeface="Calibri"/>
              </a:rPr>
              <a:t> </a:t>
            </a:r>
            <a:r>
              <a:rPr sz="1800" dirty="0">
                <a:latin typeface="Calibri"/>
                <a:cs typeface="Calibri"/>
              </a:rPr>
              <a:t>analyzes</a:t>
            </a:r>
            <a:r>
              <a:rPr sz="1800" spc="-30" dirty="0">
                <a:latin typeface="Calibri"/>
                <a:cs typeface="Calibri"/>
              </a:rPr>
              <a:t> </a:t>
            </a:r>
            <a:r>
              <a:rPr sz="1800" dirty="0">
                <a:latin typeface="Calibri"/>
                <a:cs typeface="Calibri"/>
              </a:rPr>
              <a:t>the</a:t>
            </a:r>
            <a:r>
              <a:rPr sz="1800" spc="-35" dirty="0">
                <a:latin typeface="Calibri"/>
                <a:cs typeface="Calibri"/>
              </a:rPr>
              <a:t> </a:t>
            </a:r>
            <a:r>
              <a:rPr sz="1800" dirty="0">
                <a:latin typeface="Calibri"/>
                <a:cs typeface="Calibri"/>
              </a:rPr>
              <a:t>code</a:t>
            </a:r>
            <a:r>
              <a:rPr sz="1800" spc="-35" dirty="0">
                <a:latin typeface="Calibri"/>
                <a:cs typeface="Calibri"/>
              </a:rPr>
              <a:t> </a:t>
            </a:r>
            <a:r>
              <a:rPr sz="1800" dirty="0">
                <a:latin typeface="Calibri"/>
                <a:cs typeface="Calibri"/>
              </a:rPr>
              <a:t>responsible</a:t>
            </a:r>
            <a:r>
              <a:rPr sz="1800" spc="-25" dirty="0">
                <a:latin typeface="Calibri"/>
                <a:cs typeface="Calibri"/>
              </a:rPr>
              <a:t> </a:t>
            </a:r>
            <a:r>
              <a:rPr sz="1800" dirty="0">
                <a:latin typeface="Calibri"/>
                <a:cs typeface="Calibri"/>
              </a:rPr>
              <a:t>for</a:t>
            </a:r>
            <a:r>
              <a:rPr sz="1800" spc="-45" dirty="0">
                <a:latin typeface="Calibri"/>
                <a:cs typeface="Calibri"/>
              </a:rPr>
              <a:t> </a:t>
            </a:r>
            <a:r>
              <a:rPr sz="1800" spc="-20" dirty="0">
                <a:latin typeface="Calibri"/>
                <a:cs typeface="Calibri"/>
              </a:rPr>
              <a:t>fund transfers</a:t>
            </a:r>
            <a:r>
              <a:rPr sz="1800" spc="-50" dirty="0">
                <a:latin typeface="Calibri"/>
                <a:cs typeface="Calibri"/>
              </a:rPr>
              <a:t> </a:t>
            </a:r>
            <a:r>
              <a:rPr sz="1800" dirty="0">
                <a:latin typeface="Calibri"/>
                <a:cs typeface="Calibri"/>
              </a:rPr>
              <a:t>during</a:t>
            </a:r>
            <a:r>
              <a:rPr sz="1800" spc="-15" dirty="0">
                <a:latin typeface="Calibri"/>
                <a:cs typeface="Calibri"/>
              </a:rPr>
              <a:t> </a:t>
            </a:r>
            <a:r>
              <a:rPr sz="1800" dirty="0">
                <a:latin typeface="Calibri"/>
                <a:cs typeface="Calibri"/>
              </a:rPr>
              <a:t>the</a:t>
            </a:r>
            <a:r>
              <a:rPr sz="1800" spc="-25" dirty="0">
                <a:latin typeface="Calibri"/>
                <a:cs typeface="Calibri"/>
              </a:rPr>
              <a:t> </a:t>
            </a:r>
            <a:r>
              <a:rPr sz="1800" dirty="0">
                <a:latin typeface="Calibri"/>
                <a:cs typeface="Calibri"/>
              </a:rPr>
              <a:t>code</a:t>
            </a:r>
            <a:r>
              <a:rPr sz="1800" spc="-20" dirty="0">
                <a:latin typeface="Calibri"/>
                <a:cs typeface="Calibri"/>
              </a:rPr>
              <a:t> </a:t>
            </a:r>
            <a:r>
              <a:rPr sz="1800" spc="-10" dirty="0">
                <a:latin typeface="Calibri"/>
                <a:cs typeface="Calibri"/>
              </a:rPr>
              <a:t>review.</a:t>
            </a:r>
            <a:endParaRPr sz="1800">
              <a:latin typeface="Calibri"/>
              <a:cs typeface="Calibri"/>
            </a:endParaRPr>
          </a:p>
          <a:p>
            <a:pPr marL="12700" marR="8255" algn="just">
              <a:lnSpc>
                <a:spcPts val="1939"/>
              </a:lnSpc>
              <a:spcBef>
                <a:spcPts val="1015"/>
              </a:spcBef>
            </a:pPr>
            <a:r>
              <a:rPr sz="1800" dirty="0">
                <a:latin typeface="Calibri"/>
                <a:cs typeface="Calibri"/>
              </a:rPr>
              <a:t>The</a:t>
            </a:r>
            <a:r>
              <a:rPr sz="1800" spc="465" dirty="0">
                <a:latin typeface="Calibri"/>
                <a:cs typeface="Calibri"/>
              </a:rPr>
              <a:t> </a:t>
            </a:r>
            <a:r>
              <a:rPr sz="1800" dirty="0">
                <a:latin typeface="Calibri"/>
                <a:cs typeface="Calibri"/>
              </a:rPr>
              <a:t>developer</a:t>
            </a:r>
            <a:r>
              <a:rPr sz="1800" spc="465" dirty="0">
                <a:latin typeface="Calibri"/>
                <a:cs typeface="Calibri"/>
              </a:rPr>
              <a:t> </a:t>
            </a:r>
            <a:r>
              <a:rPr sz="1800" dirty="0">
                <a:latin typeface="Calibri"/>
                <a:cs typeface="Calibri"/>
              </a:rPr>
              <a:t>identifies</a:t>
            </a:r>
            <a:r>
              <a:rPr sz="1800" spc="475" dirty="0">
                <a:latin typeface="Calibri"/>
                <a:cs typeface="Calibri"/>
              </a:rPr>
              <a:t> </a:t>
            </a:r>
            <a:r>
              <a:rPr sz="1800" dirty="0">
                <a:latin typeface="Calibri"/>
                <a:cs typeface="Calibri"/>
              </a:rPr>
              <a:t>an</a:t>
            </a:r>
            <a:r>
              <a:rPr sz="1800" spc="465" dirty="0">
                <a:latin typeface="Calibri"/>
                <a:cs typeface="Calibri"/>
              </a:rPr>
              <a:t> </a:t>
            </a:r>
            <a:r>
              <a:rPr sz="1800" b="1" dirty="0">
                <a:solidFill>
                  <a:srgbClr val="6F2F9F"/>
                </a:solidFill>
                <a:latin typeface="Calibri"/>
                <a:cs typeface="Calibri"/>
              </a:rPr>
              <a:t>error</a:t>
            </a:r>
            <a:r>
              <a:rPr sz="1800" b="1" spc="470" dirty="0">
                <a:solidFill>
                  <a:srgbClr val="6F2F9F"/>
                </a:solidFill>
                <a:latin typeface="Calibri"/>
                <a:cs typeface="Calibri"/>
              </a:rPr>
              <a:t> </a:t>
            </a:r>
            <a:r>
              <a:rPr sz="1800" dirty="0">
                <a:latin typeface="Calibri"/>
                <a:cs typeface="Calibri"/>
              </a:rPr>
              <a:t>where</a:t>
            </a:r>
            <a:r>
              <a:rPr sz="1800" spc="475" dirty="0">
                <a:latin typeface="Calibri"/>
                <a:cs typeface="Calibri"/>
              </a:rPr>
              <a:t> </a:t>
            </a:r>
            <a:r>
              <a:rPr sz="1800" dirty="0">
                <a:latin typeface="Calibri"/>
                <a:cs typeface="Calibri"/>
              </a:rPr>
              <a:t>an</a:t>
            </a:r>
            <a:r>
              <a:rPr sz="1800" spc="470" dirty="0">
                <a:latin typeface="Calibri"/>
                <a:cs typeface="Calibri"/>
              </a:rPr>
              <a:t> </a:t>
            </a:r>
            <a:r>
              <a:rPr sz="1800" spc="-10" dirty="0">
                <a:latin typeface="Calibri"/>
                <a:cs typeface="Calibri"/>
              </a:rPr>
              <a:t>incorrect </a:t>
            </a:r>
            <a:r>
              <a:rPr sz="1800" dirty="0">
                <a:latin typeface="Calibri"/>
                <a:cs typeface="Calibri"/>
              </a:rPr>
              <a:t>variable</a:t>
            </a:r>
            <a:r>
              <a:rPr sz="1800" spc="-45" dirty="0">
                <a:latin typeface="Calibri"/>
                <a:cs typeface="Calibri"/>
              </a:rPr>
              <a:t> </a:t>
            </a:r>
            <a:r>
              <a:rPr sz="1800" dirty="0">
                <a:latin typeface="Calibri"/>
                <a:cs typeface="Calibri"/>
              </a:rPr>
              <a:t>is</a:t>
            </a:r>
            <a:r>
              <a:rPr sz="1800" spc="-45" dirty="0">
                <a:latin typeface="Calibri"/>
                <a:cs typeface="Calibri"/>
              </a:rPr>
              <a:t> </a:t>
            </a:r>
            <a:r>
              <a:rPr sz="1800" dirty="0">
                <a:latin typeface="Calibri"/>
                <a:cs typeface="Calibri"/>
              </a:rPr>
              <a:t>used</a:t>
            </a:r>
            <a:r>
              <a:rPr sz="1800" spc="-50" dirty="0">
                <a:latin typeface="Calibri"/>
                <a:cs typeface="Calibri"/>
              </a:rPr>
              <a:t> </a:t>
            </a:r>
            <a:r>
              <a:rPr sz="1800" dirty="0">
                <a:latin typeface="Calibri"/>
                <a:cs typeface="Calibri"/>
              </a:rPr>
              <a:t>for</a:t>
            </a:r>
            <a:r>
              <a:rPr sz="1800" spc="-55" dirty="0">
                <a:latin typeface="Calibri"/>
                <a:cs typeface="Calibri"/>
              </a:rPr>
              <a:t> </a:t>
            </a:r>
            <a:r>
              <a:rPr sz="1800" dirty="0">
                <a:latin typeface="Calibri"/>
                <a:cs typeface="Calibri"/>
              </a:rPr>
              <a:t>account</a:t>
            </a:r>
            <a:r>
              <a:rPr sz="1800" spc="-40" dirty="0">
                <a:latin typeface="Calibri"/>
                <a:cs typeface="Calibri"/>
              </a:rPr>
              <a:t> </a:t>
            </a:r>
            <a:r>
              <a:rPr sz="1800" dirty="0">
                <a:latin typeface="Calibri"/>
                <a:cs typeface="Calibri"/>
              </a:rPr>
              <a:t>balance</a:t>
            </a:r>
            <a:r>
              <a:rPr sz="1800" spc="-35" dirty="0">
                <a:latin typeface="Calibri"/>
                <a:cs typeface="Calibri"/>
              </a:rPr>
              <a:t> </a:t>
            </a:r>
            <a:r>
              <a:rPr sz="1800" spc="-10" dirty="0">
                <a:latin typeface="Calibri"/>
                <a:cs typeface="Calibri"/>
              </a:rPr>
              <a:t>validation.</a:t>
            </a:r>
            <a:endParaRPr sz="1800">
              <a:latin typeface="Calibri"/>
              <a:cs typeface="Calibri"/>
            </a:endParaRPr>
          </a:p>
          <a:p>
            <a:pPr marL="12700" marR="5715" algn="just">
              <a:lnSpc>
                <a:spcPts val="1939"/>
              </a:lnSpc>
              <a:spcBef>
                <a:spcPts val="1005"/>
              </a:spcBef>
            </a:pPr>
            <a:r>
              <a:rPr sz="1800" dirty="0">
                <a:latin typeface="Calibri"/>
                <a:cs typeface="Calibri"/>
              </a:rPr>
              <a:t>This</a:t>
            </a:r>
            <a:r>
              <a:rPr sz="1800" spc="190" dirty="0">
                <a:latin typeface="Calibri"/>
                <a:cs typeface="Calibri"/>
              </a:rPr>
              <a:t> </a:t>
            </a:r>
            <a:r>
              <a:rPr sz="1800" b="1" dirty="0">
                <a:solidFill>
                  <a:srgbClr val="6F2F9F"/>
                </a:solidFill>
                <a:latin typeface="Calibri"/>
                <a:cs typeface="Calibri"/>
              </a:rPr>
              <a:t>error</a:t>
            </a:r>
            <a:r>
              <a:rPr sz="1800" b="1" spc="195" dirty="0">
                <a:solidFill>
                  <a:srgbClr val="6F2F9F"/>
                </a:solidFill>
                <a:latin typeface="Calibri"/>
                <a:cs typeface="Calibri"/>
              </a:rPr>
              <a:t> </a:t>
            </a:r>
            <a:r>
              <a:rPr sz="1800" dirty="0">
                <a:latin typeface="Calibri"/>
                <a:cs typeface="Calibri"/>
              </a:rPr>
              <a:t>could</a:t>
            </a:r>
            <a:r>
              <a:rPr sz="1800" spc="190" dirty="0">
                <a:latin typeface="Calibri"/>
                <a:cs typeface="Calibri"/>
              </a:rPr>
              <a:t> </a:t>
            </a:r>
            <a:r>
              <a:rPr sz="1800" dirty="0">
                <a:latin typeface="Calibri"/>
                <a:cs typeface="Calibri"/>
              </a:rPr>
              <a:t>potentially</a:t>
            </a:r>
            <a:r>
              <a:rPr sz="1800" spc="185" dirty="0">
                <a:latin typeface="Calibri"/>
                <a:cs typeface="Calibri"/>
              </a:rPr>
              <a:t> </a:t>
            </a:r>
            <a:r>
              <a:rPr sz="1800" dirty="0">
                <a:latin typeface="Calibri"/>
                <a:cs typeface="Calibri"/>
              </a:rPr>
              <a:t>lead</a:t>
            </a:r>
            <a:r>
              <a:rPr sz="1800" spc="210" dirty="0">
                <a:latin typeface="Calibri"/>
                <a:cs typeface="Calibri"/>
              </a:rPr>
              <a:t> </a:t>
            </a:r>
            <a:r>
              <a:rPr sz="1800" dirty="0">
                <a:latin typeface="Calibri"/>
                <a:cs typeface="Calibri"/>
              </a:rPr>
              <a:t>to</a:t>
            </a:r>
            <a:r>
              <a:rPr sz="1800" spc="190" dirty="0">
                <a:latin typeface="Calibri"/>
                <a:cs typeface="Calibri"/>
              </a:rPr>
              <a:t> </a:t>
            </a:r>
            <a:r>
              <a:rPr sz="1800" dirty="0">
                <a:latin typeface="Calibri"/>
                <a:cs typeface="Calibri"/>
              </a:rPr>
              <a:t>further</a:t>
            </a:r>
            <a:r>
              <a:rPr sz="1800" spc="190" dirty="0">
                <a:latin typeface="Calibri"/>
                <a:cs typeface="Calibri"/>
              </a:rPr>
              <a:t> </a:t>
            </a:r>
            <a:r>
              <a:rPr sz="1800" dirty="0">
                <a:latin typeface="Calibri"/>
                <a:cs typeface="Calibri"/>
              </a:rPr>
              <a:t>issues</a:t>
            </a:r>
            <a:r>
              <a:rPr sz="1800" spc="195" dirty="0">
                <a:latin typeface="Calibri"/>
                <a:cs typeface="Calibri"/>
              </a:rPr>
              <a:t> </a:t>
            </a:r>
            <a:r>
              <a:rPr sz="1800" dirty="0">
                <a:latin typeface="Calibri"/>
                <a:cs typeface="Calibri"/>
              </a:rPr>
              <a:t>if</a:t>
            </a:r>
            <a:r>
              <a:rPr sz="1800" spc="195" dirty="0">
                <a:latin typeface="Calibri"/>
                <a:cs typeface="Calibri"/>
              </a:rPr>
              <a:t> </a:t>
            </a:r>
            <a:r>
              <a:rPr sz="1800" spc="-20" dirty="0">
                <a:latin typeface="Calibri"/>
                <a:cs typeface="Calibri"/>
              </a:rPr>
              <a:t>left </a:t>
            </a:r>
            <a:r>
              <a:rPr sz="1800" spc="-10" dirty="0">
                <a:latin typeface="Calibri"/>
                <a:cs typeface="Calibri"/>
              </a:rPr>
              <a:t>unresolved.</a:t>
            </a:r>
            <a:endParaRPr sz="1800">
              <a:latin typeface="Calibri"/>
              <a:cs typeface="Calibri"/>
            </a:endParaRPr>
          </a:p>
        </p:txBody>
      </p:sp>
      <p:sp>
        <p:nvSpPr>
          <p:cNvPr id="5" name="object 5"/>
          <p:cNvSpPr txBox="1"/>
          <p:nvPr/>
        </p:nvSpPr>
        <p:spPr>
          <a:xfrm>
            <a:off x="6251828" y="562102"/>
            <a:ext cx="320294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Software</a:t>
            </a:r>
            <a:r>
              <a:rPr sz="1800" spc="-60" dirty="0">
                <a:latin typeface="Calibri"/>
                <a:cs typeface="Calibri"/>
              </a:rPr>
              <a:t> </a:t>
            </a:r>
            <a:r>
              <a:rPr sz="1800" spc="-25" dirty="0">
                <a:latin typeface="Calibri"/>
                <a:cs typeface="Calibri"/>
              </a:rPr>
              <a:t>Testing</a:t>
            </a:r>
            <a:r>
              <a:rPr sz="1800" spc="-60" dirty="0">
                <a:latin typeface="Calibri"/>
                <a:cs typeface="Calibri"/>
              </a:rPr>
              <a:t> </a:t>
            </a:r>
            <a:r>
              <a:rPr sz="1800" dirty="0">
                <a:latin typeface="Calibri"/>
                <a:cs typeface="Calibri"/>
              </a:rPr>
              <a:t>Life</a:t>
            </a:r>
            <a:r>
              <a:rPr sz="1800" spc="-50" dirty="0">
                <a:latin typeface="Calibri"/>
                <a:cs typeface="Calibri"/>
              </a:rPr>
              <a:t> </a:t>
            </a:r>
            <a:r>
              <a:rPr sz="1800" dirty="0">
                <a:latin typeface="Calibri"/>
                <a:cs typeface="Calibri"/>
              </a:rPr>
              <a:t>Cycle</a:t>
            </a:r>
            <a:r>
              <a:rPr sz="1800" spc="-55" dirty="0">
                <a:latin typeface="Calibri"/>
                <a:cs typeface="Calibri"/>
              </a:rPr>
              <a:t> </a:t>
            </a:r>
            <a:r>
              <a:rPr sz="1800" spc="-10" dirty="0">
                <a:latin typeface="Calibri"/>
                <a:cs typeface="Calibri"/>
              </a:rPr>
              <a:t>(STLC)?</a:t>
            </a:r>
            <a:endParaRPr sz="1800">
              <a:latin typeface="Calibri"/>
              <a:cs typeface="Calibri"/>
            </a:endParaRPr>
          </a:p>
        </p:txBody>
      </p:sp>
      <p:sp>
        <p:nvSpPr>
          <p:cNvPr id="6" name="object 6"/>
          <p:cNvSpPr txBox="1"/>
          <p:nvPr/>
        </p:nvSpPr>
        <p:spPr>
          <a:xfrm>
            <a:off x="6251828" y="964438"/>
            <a:ext cx="5585460" cy="1249680"/>
          </a:xfrm>
          <a:prstGeom prst="rect">
            <a:avLst/>
          </a:prstGeom>
        </p:spPr>
        <p:txBody>
          <a:bodyPr vert="horz" wrap="square" lIns="0" tIns="12700" rIns="0" bIns="0" rtlCol="0">
            <a:spAutoFit/>
          </a:bodyPr>
          <a:lstStyle/>
          <a:p>
            <a:pPr marL="241300" marR="5080" indent="-228600" algn="just">
              <a:lnSpc>
                <a:spcPct val="100000"/>
              </a:lnSpc>
              <a:spcBef>
                <a:spcPts val="100"/>
              </a:spcBef>
              <a:buFont typeface="Arial MT"/>
              <a:buChar char="•"/>
              <a:tabLst>
                <a:tab pos="241300" algn="l"/>
              </a:tabLst>
            </a:pPr>
            <a:r>
              <a:rPr sz="1800" dirty="0">
                <a:latin typeface="Calibri"/>
                <a:cs typeface="Calibri"/>
              </a:rPr>
              <a:t>Software</a:t>
            </a:r>
            <a:r>
              <a:rPr sz="1800" spc="114" dirty="0">
                <a:latin typeface="Calibri"/>
                <a:cs typeface="Calibri"/>
              </a:rPr>
              <a:t>  </a:t>
            </a:r>
            <a:r>
              <a:rPr sz="1800" dirty="0">
                <a:latin typeface="Calibri"/>
                <a:cs typeface="Calibri"/>
              </a:rPr>
              <a:t>Testing</a:t>
            </a:r>
            <a:r>
              <a:rPr sz="1800" spc="114" dirty="0">
                <a:latin typeface="Calibri"/>
                <a:cs typeface="Calibri"/>
              </a:rPr>
              <a:t>  </a:t>
            </a:r>
            <a:r>
              <a:rPr sz="1800" dirty="0">
                <a:latin typeface="Calibri"/>
                <a:cs typeface="Calibri"/>
              </a:rPr>
              <a:t>Life</a:t>
            </a:r>
            <a:r>
              <a:rPr sz="1800" spc="114" dirty="0">
                <a:latin typeface="Calibri"/>
                <a:cs typeface="Calibri"/>
              </a:rPr>
              <a:t>  </a:t>
            </a:r>
            <a:r>
              <a:rPr sz="1800" dirty="0">
                <a:latin typeface="Calibri"/>
                <a:cs typeface="Calibri"/>
              </a:rPr>
              <a:t>Cycle</a:t>
            </a:r>
            <a:r>
              <a:rPr sz="1800" spc="114" dirty="0">
                <a:latin typeface="Calibri"/>
                <a:cs typeface="Calibri"/>
              </a:rPr>
              <a:t>  </a:t>
            </a:r>
            <a:r>
              <a:rPr sz="1800" dirty="0">
                <a:latin typeface="Calibri"/>
                <a:cs typeface="Calibri"/>
              </a:rPr>
              <a:t>(STLC)</a:t>
            </a:r>
            <a:r>
              <a:rPr sz="1800" spc="114" dirty="0">
                <a:latin typeface="Calibri"/>
                <a:cs typeface="Calibri"/>
              </a:rPr>
              <a:t>  </a:t>
            </a:r>
            <a:r>
              <a:rPr sz="1800" dirty="0">
                <a:latin typeface="Calibri"/>
                <a:cs typeface="Calibri"/>
              </a:rPr>
              <a:t>is</a:t>
            </a:r>
            <a:r>
              <a:rPr sz="1800" spc="120" dirty="0">
                <a:latin typeface="Calibri"/>
                <a:cs typeface="Calibri"/>
              </a:rPr>
              <a:t>  </a:t>
            </a:r>
            <a:r>
              <a:rPr sz="1800" dirty="0">
                <a:latin typeface="Calibri"/>
                <a:cs typeface="Calibri"/>
              </a:rPr>
              <a:t>a</a:t>
            </a:r>
            <a:r>
              <a:rPr sz="1800" spc="114" dirty="0">
                <a:latin typeface="Calibri"/>
                <a:cs typeface="Calibri"/>
              </a:rPr>
              <a:t>  </a:t>
            </a:r>
            <a:r>
              <a:rPr sz="1800" dirty="0">
                <a:latin typeface="Calibri"/>
                <a:cs typeface="Calibri"/>
              </a:rPr>
              <a:t>sequence</a:t>
            </a:r>
            <a:r>
              <a:rPr sz="1800" spc="120" dirty="0">
                <a:latin typeface="Calibri"/>
                <a:cs typeface="Calibri"/>
              </a:rPr>
              <a:t>  </a:t>
            </a:r>
            <a:r>
              <a:rPr sz="1800" spc="-25" dirty="0">
                <a:latin typeface="Calibri"/>
                <a:cs typeface="Calibri"/>
              </a:rPr>
              <a:t>of </a:t>
            </a:r>
            <a:r>
              <a:rPr sz="1800" dirty="0">
                <a:latin typeface="Calibri"/>
                <a:cs typeface="Calibri"/>
              </a:rPr>
              <a:t>specific</a:t>
            </a:r>
            <a:r>
              <a:rPr sz="1800" spc="-40" dirty="0">
                <a:latin typeface="Calibri"/>
                <a:cs typeface="Calibri"/>
              </a:rPr>
              <a:t> </a:t>
            </a:r>
            <a:r>
              <a:rPr sz="1800" dirty="0">
                <a:latin typeface="Calibri"/>
                <a:cs typeface="Calibri"/>
              </a:rPr>
              <a:t>activities</a:t>
            </a:r>
            <a:r>
              <a:rPr sz="1800" spc="-35" dirty="0">
                <a:latin typeface="Calibri"/>
                <a:cs typeface="Calibri"/>
              </a:rPr>
              <a:t> </a:t>
            </a:r>
            <a:r>
              <a:rPr sz="1800" dirty="0">
                <a:latin typeface="Calibri"/>
                <a:cs typeface="Calibri"/>
              </a:rPr>
              <a:t>conducted</a:t>
            </a:r>
            <a:r>
              <a:rPr sz="1800" spc="-40" dirty="0">
                <a:latin typeface="Calibri"/>
                <a:cs typeface="Calibri"/>
              </a:rPr>
              <a:t> </a:t>
            </a:r>
            <a:r>
              <a:rPr sz="1800" dirty="0">
                <a:latin typeface="Calibri"/>
                <a:cs typeface="Calibri"/>
              </a:rPr>
              <a:t>during</a:t>
            </a:r>
            <a:r>
              <a:rPr sz="1800" spc="-30" dirty="0">
                <a:latin typeface="Calibri"/>
                <a:cs typeface="Calibri"/>
              </a:rPr>
              <a:t> </a:t>
            </a:r>
            <a:r>
              <a:rPr sz="1800" dirty="0">
                <a:latin typeface="Calibri"/>
                <a:cs typeface="Calibri"/>
              </a:rPr>
              <a:t>the</a:t>
            </a:r>
            <a:r>
              <a:rPr sz="1800" spc="-40" dirty="0">
                <a:latin typeface="Calibri"/>
                <a:cs typeface="Calibri"/>
              </a:rPr>
              <a:t> </a:t>
            </a:r>
            <a:r>
              <a:rPr sz="1800" dirty="0">
                <a:latin typeface="Calibri"/>
                <a:cs typeface="Calibri"/>
              </a:rPr>
              <a:t>testing</a:t>
            </a:r>
            <a:r>
              <a:rPr sz="1800" spc="-30" dirty="0">
                <a:latin typeface="Calibri"/>
                <a:cs typeface="Calibri"/>
              </a:rPr>
              <a:t> </a:t>
            </a:r>
            <a:r>
              <a:rPr sz="1800" dirty="0">
                <a:latin typeface="Calibri"/>
                <a:cs typeface="Calibri"/>
              </a:rPr>
              <a:t>process</a:t>
            </a:r>
            <a:r>
              <a:rPr sz="1800" spc="-40" dirty="0">
                <a:latin typeface="Calibri"/>
                <a:cs typeface="Calibri"/>
              </a:rPr>
              <a:t> </a:t>
            </a:r>
            <a:r>
              <a:rPr sz="1800" spc="-25" dirty="0">
                <a:latin typeface="Calibri"/>
                <a:cs typeface="Calibri"/>
              </a:rPr>
              <a:t>to </a:t>
            </a:r>
            <a:r>
              <a:rPr sz="1800" dirty="0">
                <a:latin typeface="Calibri"/>
                <a:cs typeface="Calibri"/>
              </a:rPr>
              <a:t>ensure</a:t>
            </a:r>
            <a:r>
              <a:rPr sz="1800" spc="-45" dirty="0">
                <a:latin typeface="Calibri"/>
                <a:cs typeface="Calibri"/>
              </a:rPr>
              <a:t> </a:t>
            </a:r>
            <a:r>
              <a:rPr sz="1800" dirty="0">
                <a:latin typeface="Calibri"/>
                <a:cs typeface="Calibri"/>
              </a:rPr>
              <a:t>software</a:t>
            </a:r>
            <a:r>
              <a:rPr sz="1800" spc="-50" dirty="0">
                <a:latin typeface="Calibri"/>
                <a:cs typeface="Calibri"/>
              </a:rPr>
              <a:t> </a:t>
            </a:r>
            <a:r>
              <a:rPr sz="1800" dirty="0">
                <a:latin typeface="Calibri"/>
                <a:cs typeface="Calibri"/>
              </a:rPr>
              <a:t>quality</a:t>
            </a:r>
            <a:r>
              <a:rPr sz="1800" spc="-30" dirty="0">
                <a:latin typeface="Calibri"/>
                <a:cs typeface="Calibri"/>
              </a:rPr>
              <a:t> </a:t>
            </a:r>
            <a:r>
              <a:rPr sz="1800" dirty="0">
                <a:latin typeface="Calibri"/>
                <a:cs typeface="Calibri"/>
              </a:rPr>
              <a:t>goals</a:t>
            </a:r>
            <a:r>
              <a:rPr sz="1800" spc="-65" dirty="0">
                <a:latin typeface="Calibri"/>
                <a:cs typeface="Calibri"/>
              </a:rPr>
              <a:t> </a:t>
            </a:r>
            <a:r>
              <a:rPr sz="1800" dirty="0">
                <a:latin typeface="Calibri"/>
                <a:cs typeface="Calibri"/>
              </a:rPr>
              <a:t>are</a:t>
            </a:r>
            <a:r>
              <a:rPr sz="1800" spc="-40" dirty="0">
                <a:latin typeface="Calibri"/>
                <a:cs typeface="Calibri"/>
              </a:rPr>
              <a:t> </a:t>
            </a:r>
            <a:r>
              <a:rPr sz="1800" spc="-20" dirty="0">
                <a:latin typeface="Calibri"/>
                <a:cs typeface="Calibri"/>
              </a:rPr>
              <a:t>met.</a:t>
            </a:r>
            <a:endParaRPr sz="1800">
              <a:latin typeface="Calibri"/>
              <a:cs typeface="Calibri"/>
            </a:endParaRPr>
          </a:p>
          <a:p>
            <a:pPr marL="240665" indent="-227965" algn="just">
              <a:lnSpc>
                <a:spcPct val="100000"/>
              </a:lnSpc>
              <a:spcBef>
                <a:spcPts val="994"/>
              </a:spcBef>
              <a:buFont typeface="Arial MT"/>
              <a:buChar char="•"/>
              <a:tabLst>
                <a:tab pos="240665" algn="l"/>
              </a:tabLst>
            </a:pPr>
            <a:r>
              <a:rPr sz="1800" dirty="0">
                <a:latin typeface="Calibri"/>
                <a:cs typeface="Calibri"/>
              </a:rPr>
              <a:t>STLC</a:t>
            </a:r>
            <a:r>
              <a:rPr sz="1800" spc="-70" dirty="0">
                <a:latin typeface="Calibri"/>
                <a:cs typeface="Calibri"/>
              </a:rPr>
              <a:t> </a:t>
            </a:r>
            <a:r>
              <a:rPr sz="1800" dirty="0">
                <a:latin typeface="Calibri"/>
                <a:cs typeface="Calibri"/>
              </a:rPr>
              <a:t>involves</a:t>
            </a:r>
            <a:r>
              <a:rPr sz="1800" spc="-80" dirty="0">
                <a:latin typeface="Calibri"/>
                <a:cs typeface="Calibri"/>
              </a:rPr>
              <a:t> </a:t>
            </a:r>
            <a:r>
              <a:rPr sz="1800" dirty="0">
                <a:latin typeface="Calibri"/>
                <a:cs typeface="Calibri"/>
              </a:rPr>
              <a:t>both</a:t>
            </a:r>
            <a:r>
              <a:rPr sz="1800" spc="-70" dirty="0">
                <a:latin typeface="Calibri"/>
                <a:cs typeface="Calibri"/>
              </a:rPr>
              <a:t> </a:t>
            </a:r>
            <a:r>
              <a:rPr sz="1800" dirty="0">
                <a:latin typeface="Calibri"/>
                <a:cs typeface="Calibri"/>
              </a:rPr>
              <a:t>verification</a:t>
            </a:r>
            <a:r>
              <a:rPr sz="1800" spc="-65" dirty="0">
                <a:latin typeface="Calibri"/>
                <a:cs typeface="Calibri"/>
              </a:rPr>
              <a:t> </a:t>
            </a:r>
            <a:r>
              <a:rPr sz="1800" dirty="0">
                <a:latin typeface="Calibri"/>
                <a:cs typeface="Calibri"/>
              </a:rPr>
              <a:t>and</a:t>
            </a:r>
            <a:r>
              <a:rPr sz="1800" spc="-70" dirty="0">
                <a:latin typeface="Calibri"/>
                <a:cs typeface="Calibri"/>
              </a:rPr>
              <a:t> </a:t>
            </a:r>
            <a:r>
              <a:rPr sz="1800" dirty="0">
                <a:latin typeface="Calibri"/>
                <a:cs typeface="Calibri"/>
              </a:rPr>
              <a:t>validation</a:t>
            </a:r>
            <a:r>
              <a:rPr sz="1800" spc="-65" dirty="0">
                <a:latin typeface="Calibri"/>
                <a:cs typeface="Calibri"/>
              </a:rPr>
              <a:t> </a:t>
            </a:r>
            <a:r>
              <a:rPr sz="1800" spc="-10" dirty="0">
                <a:latin typeface="Calibri"/>
                <a:cs typeface="Calibri"/>
              </a:rPr>
              <a:t>activities.</a:t>
            </a:r>
            <a:endParaRPr sz="1800">
              <a:latin typeface="Calibri"/>
              <a:cs typeface="Calibri"/>
            </a:endParaRPr>
          </a:p>
        </p:txBody>
      </p:sp>
      <p:sp>
        <p:nvSpPr>
          <p:cNvPr id="7" name="object 7"/>
          <p:cNvSpPr txBox="1"/>
          <p:nvPr/>
        </p:nvSpPr>
        <p:spPr>
          <a:xfrm>
            <a:off x="6251828" y="2187067"/>
            <a:ext cx="5586095" cy="1104900"/>
          </a:xfrm>
          <a:prstGeom prst="rect">
            <a:avLst/>
          </a:prstGeom>
        </p:spPr>
        <p:txBody>
          <a:bodyPr vert="horz" wrap="square" lIns="0" tIns="140335" rIns="0" bIns="0" rtlCol="0">
            <a:spAutoFit/>
          </a:bodyPr>
          <a:lstStyle/>
          <a:p>
            <a:pPr marL="12700">
              <a:lnSpc>
                <a:spcPct val="100000"/>
              </a:lnSpc>
              <a:spcBef>
                <a:spcPts val="1105"/>
              </a:spcBef>
            </a:pPr>
            <a:r>
              <a:rPr sz="1800" b="1" dirty="0">
                <a:solidFill>
                  <a:srgbClr val="FF0000"/>
                </a:solidFill>
                <a:latin typeface="Calibri"/>
                <a:cs typeface="Calibri"/>
              </a:rPr>
              <a:t>STLC</a:t>
            </a:r>
            <a:r>
              <a:rPr sz="1800" b="1" spc="-45" dirty="0">
                <a:solidFill>
                  <a:srgbClr val="FF0000"/>
                </a:solidFill>
                <a:latin typeface="Calibri"/>
                <a:cs typeface="Calibri"/>
              </a:rPr>
              <a:t> </a:t>
            </a:r>
            <a:r>
              <a:rPr sz="1800" b="1" spc="-10" dirty="0">
                <a:solidFill>
                  <a:srgbClr val="FF0000"/>
                </a:solidFill>
                <a:latin typeface="Calibri"/>
                <a:cs typeface="Calibri"/>
              </a:rPr>
              <a:t>Phases</a:t>
            </a:r>
            <a:endParaRPr sz="1800">
              <a:latin typeface="Calibri"/>
              <a:cs typeface="Calibri"/>
            </a:endParaRPr>
          </a:p>
          <a:p>
            <a:pPr marL="12700" marR="5080">
              <a:lnSpc>
                <a:spcPct val="100000"/>
              </a:lnSpc>
              <a:spcBef>
                <a:spcPts val="1010"/>
              </a:spcBef>
            </a:pPr>
            <a:r>
              <a:rPr sz="1800" dirty="0">
                <a:latin typeface="Calibri"/>
                <a:cs typeface="Calibri"/>
              </a:rPr>
              <a:t>There</a:t>
            </a:r>
            <a:r>
              <a:rPr sz="1800" spc="455" dirty="0">
                <a:latin typeface="Calibri"/>
                <a:cs typeface="Calibri"/>
              </a:rPr>
              <a:t> </a:t>
            </a:r>
            <a:r>
              <a:rPr sz="1800" dirty="0">
                <a:latin typeface="Calibri"/>
                <a:cs typeface="Calibri"/>
              </a:rPr>
              <a:t>are</a:t>
            </a:r>
            <a:r>
              <a:rPr sz="1800" spc="459" dirty="0">
                <a:latin typeface="Calibri"/>
                <a:cs typeface="Calibri"/>
              </a:rPr>
              <a:t> </a:t>
            </a:r>
            <a:r>
              <a:rPr sz="1800" dirty="0">
                <a:latin typeface="Calibri"/>
                <a:cs typeface="Calibri"/>
              </a:rPr>
              <a:t>following</a:t>
            </a:r>
            <a:r>
              <a:rPr sz="1800" spc="465" dirty="0">
                <a:latin typeface="Calibri"/>
                <a:cs typeface="Calibri"/>
              </a:rPr>
              <a:t> </a:t>
            </a:r>
            <a:r>
              <a:rPr sz="1800" dirty="0">
                <a:latin typeface="Calibri"/>
                <a:cs typeface="Calibri"/>
              </a:rPr>
              <a:t>six</a:t>
            </a:r>
            <a:r>
              <a:rPr sz="1800" spc="455" dirty="0">
                <a:latin typeface="Calibri"/>
                <a:cs typeface="Calibri"/>
              </a:rPr>
              <a:t> </a:t>
            </a:r>
            <a:r>
              <a:rPr sz="1800" dirty="0">
                <a:latin typeface="Calibri"/>
                <a:cs typeface="Calibri"/>
              </a:rPr>
              <a:t>major</a:t>
            </a:r>
            <a:r>
              <a:rPr sz="1800" spc="450" dirty="0">
                <a:latin typeface="Calibri"/>
                <a:cs typeface="Calibri"/>
              </a:rPr>
              <a:t> </a:t>
            </a:r>
            <a:r>
              <a:rPr sz="1800" dirty="0">
                <a:latin typeface="Calibri"/>
                <a:cs typeface="Calibri"/>
              </a:rPr>
              <a:t>phases</a:t>
            </a:r>
            <a:r>
              <a:rPr sz="1800" spc="465" dirty="0">
                <a:latin typeface="Calibri"/>
                <a:cs typeface="Calibri"/>
              </a:rPr>
              <a:t> </a:t>
            </a:r>
            <a:r>
              <a:rPr sz="1800" dirty="0">
                <a:latin typeface="Calibri"/>
                <a:cs typeface="Calibri"/>
              </a:rPr>
              <a:t>in</a:t>
            </a:r>
            <a:r>
              <a:rPr sz="1800" spc="459" dirty="0">
                <a:latin typeface="Calibri"/>
                <a:cs typeface="Calibri"/>
              </a:rPr>
              <a:t> </a:t>
            </a:r>
            <a:r>
              <a:rPr sz="1800" dirty="0">
                <a:latin typeface="Calibri"/>
                <a:cs typeface="Calibri"/>
              </a:rPr>
              <a:t>every</a:t>
            </a:r>
            <a:r>
              <a:rPr sz="1800" spc="459" dirty="0">
                <a:latin typeface="Calibri"/>
                <a:cs typeface="Calibri"/>
              </a:rPr>
              <a:t> </a:t>
            </a:r>
            <a:r>
              <a:rPr sz="1800" spc="-10" dirty="0">
                <a:latin typeface="Calibri"/>
                <a:cs typeface="Calibri"/>
              </a:rPr>
              <a:t>Software </a:t>
            </a:r>
            <a:r>
              <a:rPr sz="1800" spc="-25" dirty="0">
                <a:latin typeface="Calibri"/>
                <a:cs typeface="Calibri"/>
              </a:rPr>
              <a:t>Testing</a:t>
            </a:r>
            <a:r>
              <a:rPr sz="1800" spc="-65" dirty="0">
                <a:latin typeface="Calibri"/>
                <a:cs typeface="Calibri"/>
              </a:rPr>
              <a:t> </a:t>
            </a:r>
            <a:r>
              <a:rPr sz="1800" dirty="0">
                <a:latin typeface="Calibri"/>
                <a:cs typeface="Calibri"/>
              </a:rPr>
              <a:t>Life</a:t>
            </a:r>
            <a:r>
              <a:rPr sz="1800" spc="-55" dirty="0">
                <a:latin typeface="Calibri"/>
                <a:cs typeface="Calibri"/>
              </a:rPr>
              <a:t> </a:t>
            </a:r>
            <a:r>
              <a:rPr sz="1800" dirty="0">
                <a:latin typeface="Calibri"/>
                <a:cs typeface="Calibri"/>
              </a:rPr>
              <a:t>Cycle</a:t>
            </a:r>
            <a:r>
              <a:rPr sz="1800" spc="-45" dirty="0">
                <a:latin typeface="Calibri"/>
                <a:cs typeface="Calibri"/>
              </a:rPr>
              <a:t> </a:t>
            </a:r>
            <a:r>
              <a:rPr sz="1800" dirty="0">
                <a:latin typeface="Calibri"/>
                <a:cs typeface="Calibri"/>
              </a:rPr>
              <a:t>Model</a:t>
            </a:r>
            <a:r>
              <a:rPr sz="1800" spc="-65" dirty="0">
                <a:latin typeface="Calibri"/>
                <a:cs typeface="Calibri"/>
              </a:rPr>
              <a:t> </a:t>
            </a:r>
            <a:r>
              <a:rPr sz="1800" dirty="0">
                <a:latin typeface="Calibri"/>
                <a:cs typeface="Calibri"/>
              </a:rPr>
              <a:t>(STLC</a:t>
            </a:r>
            <a:r>
              <a:rPr sz="1800" spc="-45" dirty="0">
                <a:latin typeface="Calibri"/>
                <a:cs typeface="Calibri"/>
              </a:rPr>
              <a:t> </a:t>
            </a:r>
            <a:r>
              <a:rPr sz="1800" spc="-10" dirty="0">
                <a:latin typeface="Calibri"/>
                <a:cs typeface="Calibri"/>
              </a:rPr>
              <a:t>Model):</a:t>
            </a:r>
            <a:endParaRPr sz="1800">
              <a:latin typeface="Calibri"/>
              <a:cs typeface="Calibri"/>
            </a:endParaRPr>
          </a:p>
        </p:txBody>
      </p:sp>
      <p:pic>
        <p:nvPicPr>
          <p:cNvPr id="8" name="object 8"/>
          <p:cNvPicPr/>
          <p:nvPr/>
        </p:nvPicPr>
        <p:blipFill>
          <a:blip r:embed="rId3" cstate="print"/>
          <a:stretch>
            <a:fillRect/>
          </a:stretch>
        </p:blipFill>
        <p:spPr>
          <a:xfrm>
            <a:off x="6850380" y="3657600"/>
            <a:ext cx="5012435" cy="245151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D6D04-E42C-CFA9-6D41-8D3B2AA0F22F}"/>
              </a:ext>
            </a:extLst>
          </p:cNvPr>
          <p:cNvSpPr>
            <a:spLocks noGrp="1"/>
          </p:cNvSpPr>
          <p:nvPr>
            <p:ph type="ctrTitle"/>
          </p:nvPr>
        </p:nvSpPr>
        <p:spPr>
          <a:xfrm>
            <a:off x="266700" y="533400"/>
            <a:ext cx="11658600" cy="7386638"/>
          </a:xfrm>
        </p:spPr>
        <p:txBody>
          <a:bodyPr/>
          <a:lstStyle/>
          <a:p>
            <a:r>
              <a:rPr lang="en-US" sz="2400" b="0" dirty="0"/>
              <a:t>Test Scenario-high level understanding of any application functionality- </a:t>
            </a:r>
            <a:br>
              <a:rPr lang="en-US" sz="2400" b="0" dirty="0"/>
            </a:br>
            <a:r>
              <a:rPr lang="en-US" sz="2400" b="0" dirty="0"/>
              <a:t>Test cases-detailed explanation of any particular test scenario:</a:t>
            </a:r>
            <a:br>
              <a:rPr lang="en-US" sz="2400" b="0" dirty="0"/>
            </a:br>
            <a:r>
              <a:rPr lang="en-US" sz="2400" b="0" dirty="0"/>
              <a:t> Eg: You have Flipkart application- test scenario will say that login functionality should follow step by step process </a:t>
            </a:r>
            <a:r>
              <a:rPr lang="en-US" sz="2400" b="0" dirty="0" err="1"/>
              <a:t>ie</a:t>
            </a:r>
            <a:r>
              <a:rPr lang="en-US" sz="2400" b="0" dirty="0"/>
              <a:t> what needs to be done. </a:t>
            </a:r>
            <a:br>
              <a:rPr lang="en-US" sz="2400" b="0" dirty="0"/>
            </a:br>
            <a:r>
              <a:rPr lang="en-US" sz="2400" b="0" dirty="0"/>
              <a:t>Test Cases tell -how to test it. It has brief description of how to test it. </a:t>
            </a:r>
            <a:br>
              <a:rPr lang="en-US" sz="2400" b="0" dirty="0"/>
            </a:br>
            <a:r>
              <a:rPr lang="en-US" sz="2400" b="0" dirty="0"/>
              <a:t>1. open browser </a:t>
            </a:r>
            <a:br>
              <a:rPr lang="en-US" sz="2400" b="0" dirty="0"/>
            </a:br>
            <a:r>
              <a:rPr lang="en-US" sz="2400" b="0" dirty="0"/>
              <a:t>2. Enter User id</a:t>
            </a:r>
            <a:br>
              <a:rPr lang="en-US" sz="2400" b="0" dirty="0"/>
            </a:br>
            <a:r>
              <a:rPr lang="en-US" sz="2400" b="0" dirty="0"/>
              <a:t> 3. password </a:t>
            </a:r>
            <a:br>
              <a:rPr lang="en-US" sz="2400" b="0" dirty="0"/>
            </a:br>
            <a:br>
              <a:rPr lang="en-US" sz="2400" b="0" dirty="0"/>
            </a:br>
            <a:r>
              <a:rPr lang="en-US" sz="2400" b="0" dirty="0"/>
              <a:t>Drawbacks of not writing test cases-</a:t>
            </a:r>
            <a:br>
              <a:rPr lang="en-US" sz="2400" b="0" dirty="0"/>
            </a:br>
            <a:r>
              <a:rPr lang="en-US" sz="2400" b="0" dirty="0"/>
              <a:t>1. no consistency in test case execution. </a:t>
            </a:r>
            <a:br>
              <a:rPr lang="en-US" sz="2400" b="0" dirty="0"/>
            </a:br>
            <a:r>
              <a:rPr lang="en-US" sz="2400" b="0" dirty="0"/>
              <a:t>300 test cases: application is working fine and published</a:t>
            </a:r>
            <a:br>
              <a:rPr lang="en-US" sz="2400" b="0" dirty="0"/>
            </a:br>
            <a:r>
              <a:rPr lang="en-US" sz="2400" b="0" dirty="0"/>
              <a:t>2</a:t>
            </a:r>
            <a:r>
              <a:rPr lang="en-US" sz="2400" b="0" baseline="30000" dirty="0"/>
              <a:t>nd</a:t>
            </a:r>
            <a:r>
              <a:rPr lang="en-US" sz="2400" b="0" dirty="0"/>
              <a:t> release: 203 test cases</a:t>
            </a:r>
            <a:br>
              <a:rPr lang="en-US" sz="2400" b="0" dirty="0"/>
            </a:br>
            <a:r>
              <a:rPr lang="en-US" sz="2400" b="0" dirty="0"/>
              <a:t>3</a:t>
            </a:r>
            <a:r>
              <a:rPr lang="en-US" sz="2400" b="0" baseline="30000" dirty="0"/>
              <a:t>rd</a:t>
            </a:r>
            <a:r>
              <a:rPr lang="en-US" sz="2400" b="0" dirty="0"/>
              <a:t> release: 150 test cases</a:t>
            </a:r>
            <a:br>
              <a:rPr lang="en-US" sz="2400" b="0" dirty="0"/>
            </a:br>
            <a:br>
              <a:rPr lang="en-US" sz="2400" b="0" dirty="0"/>
            </a:br>
            <a:r>
              <a:rPr lang="en-US" sz="2400" b="0" dirty="0"/>
              <a:t>2. Not covered all scenarios</a:t>
            </a:r>
            <a:br>
              <a:rPr lang="en-US" sz="2400" b="0" dirty="0"/>
            </a:br>
            <a:r>
              <a:rPr lang="en-US" sz="2400" b="0" dirty="0"/>
              <a:t>3. Developers mood</a:t>
            </a:r>
            <a:br>
              <a:rPr lang="en-US" sz="2400" b="0" dirty="0"/>
            </a:br>
            <a:r>
              <a:rPr lang="en-US" sz="2400" b="0" dirty="0"/>
              <a:t>4. Memory of the test engineer</a:t>
            </a:r>
            <a:br>
              <a:rPr lang="en-US" sz="2400" b="0" dirty="0"/>
            </a:br>
            <a:r>
              <a:rPr lang="en-US" sz="2400" b="0" dirty="0"/>
              <a:t>5. Quality of the testing varies from person to person</a:t>
            </a:r>
            <a:br>
              <a:rPr lang="en-US" sz="2400" b="0" dirty="0"/>
            </a:br>
            <a:r>
              <a:rPr lang="en-US" sz="2400" b="0" dirty="0"/>
              <a:t>6. based on customer requirement- test cases have to be updated</a:t>
            </a:r>
            <a:endParaRPr lang="en-IN" sz="2400" dirty="0"/>
          </a:p>
        </p:txBody>
      </p:sp>
      <p:sp>
        <p:nvSpPr>
          <p:cNvPr id="3" name="Subtitle 2">
            <a:extLst>
              <a:ext uri="{FF2B5EF4-FFF2-40B4-BE49-F238E27FC236}">
                <a16:creationId xmlns:a16="http://schemas.microsoft.com/office/drawing/2014/main" id="{67A841B8-8174-DE7D-8E41-CB4B05D7C80B}"/>
              </a:ext>
            </a:extLst>
          </p:cNvPr>
          <p:cNvSpPr>
            <a:spLocks noGrp="1"/>
          </p:cNvSpPr>
          <p:nvPr>
            <p:ph type="subTitle" idx="4"/>
          </p:nvPr>
        </p:nvSpPr>
        <p:spPr>
          <a:xfrm>
            <a:off x="1828800" y="4572000"/>
            <a:ext cx="8534400" cy="276999"/>
          </a:xfrm>
        </p:spPr>
        <p:txBody>
          <a:bodyPr/>
          <a:lstStyle/>
          <a:p>
            <a:r>
              <a:rPr lang="en-IN" dirty="0"/>
              <a:t>.</a:t>
            </a:r>
          </a:p>
        </p:txBody>
      </p:sp>
    </p:spTree>
    <p:extLst>
      <p:ext uri="{BB962C8B-B14F-4D97-AF65-F5344CB8AC3E}">
        <p14:creationId xmlns:p14="http://schemas.microsoft.com/office/powerpoint/2010/main" val="19756771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8209B8-3D80-4F48-D305-F3F32EFF7A4F}"/>
              </a:ext>
            </a:extLst>
          </p:cNvPr>
          <p:cNvSpPr txBox="1"/>
          <p:nvPr/>
        </p:nvSpPr>
        <p:spPr>
          <a:xfrm>
            <a:off x="685800" y="428178"/>
            <a:ext cx="11049000" cy="6001643"/>
          </a:xfrm>
          <a:prstGeom prst="rect">
            <a:avLst/>
          </a:prstGeom>
          <a:noFill/>
        </p:spPr>
        <p:txBody>
          <a:bodyPr wrap="square">
            <a:spAutoFit/>
          </a:bodyPr>
          <a:lstStyle/>
          <a:p>
            <a:r>
              <a:rPr lang="en-US" sz="2400" b="0" i="0" dirty="0">
                <a:solidFill>
                  <a:srgbClr val="0F0F0F"/>
                </a:solidFill>
                <a:effectLst/>
                <a:latin typeface="Roboto" panose="02000000000000000000" pitchFamily="2" charset="0"/>
              </a:rPr>
              <a:t>Step by step /standard procedure to test any software-STLC </a:t>
            </a:r>
            <a:endParaRPr lang="en-US" sz="2400" dirty="0">
              <a:solidFill>
                <a:srgbClr val="0F0F0F"/>
              </a:solidFill>
              <a:latin typeface="Roboto" panose="02000000000000000000" pitchFamily="2" charset="0"/>
            </a:endParaRPr>
          </a:p>
          <a:p>
            <a:endParaRPr lang="en-US" sz="2400" b="0" i="0" dirty="0">
              <a:solidFill>
                <a:srgbClr val="0F0F0F"/>
              </a:solidFill>
              <a:effectLst/>
              <a:latin typeface="Roboto" panose="02000000000000000000" pitchFamily="2" charset="0"/>
            </a:endParaRPr>
          </a:p>
          <a:p>
            <a:r>
              <a:rPr lang="en-US" sz="2400" b="0" i="0" dirty="0">
                <a:solidFill>
                  <a:srgbClr val="0F0F0F"/>
                </a:solidFill>
                <a:effectLst/>
                <a:latin typeface="Roboto" panose="02000000000000000000" pitchFamily="2" charset="0"/>
              </a:rPr>
              <a:t>Defect Tracking(D/T)</a:t>
            </a:r>
          </a:p>
          <a:p>
            <a:endParaRPr lang="en-US" sz="2400" dirty="0">
              <a:solidFill>
                <a:srgbClr val="0F0F0F"/>
              </a:solidFill>
              <a:latin typeface="Roboto" panose="02000000000000000000" pitchFamily="2" charset="0"/>
            </a:endParaRPr>
          </a:p>
          <a:p>
            <a:r>
              <a:rPr lang="en-US" sz="2400" b="0" i="0" dirty="0">
                <a:solidFill>
                  <a:srgbClr val="0F0F0F"/>
                </a:solidFill>
                <a:effectLst/>
                <a:latin typeface="Roboto" panose="02000000000000000000" pitchFamily="2" charset="0"/>
              </a:rPr>
              <a:t> SDLC--&gt; STLC--&gt; D/T; </a:t>
            </a:r>
          </a:p>
          <a:p>
            <a:endParaRPr lang="en-US" sz="2400" dirty="0">
              <a:solidFill>
                <a:srgbClr val="0F0F0F"/>
              </a:solidFill>
              <a:latin typeface="Roboto" panose="02000000000000000000" pitchFamily="2" charset="0"/>
            </a:endParaRPr>
          </a:p>
          <a:p>
            <a:r>
              <a:rPr lang="en-US" sz="2400" b="0" i="0" dirty="0">
                <a:solidFill>
                  <a:srgbClr val="0F0F0F"/>
                </a:solidFill>
                <a:effectLst/>
                <a:latin typeface="Roboto" panose="02000000000000000000" pitchFamily="2" charset="0"/>
              </a:rPr>
              <a:t>various stages in STLC- Requirement condition- System study (of the requirement-developer/technical team)- </a:t>
            </a:r>
          </a:p>
          <a:p>
            <a:endParaRPr lang="en-US" sz="2400" dirty="0">
              <a:solidFill>
                <a:srgbClr val="0F0F0F"/>
              </a:solidFill>
              <a:latin typeface="Roboto" panose="02000000000000000000" pitchFamily="2" charset="0"/>
            </a:endParaRPr>
          </a:p>
          <a:p>
            <a:r>
              <a:rPr lang="en-US" sz="2400" b="0" i="0" dirty="0">
                <a:solidFill>
                  <a:srgbClr val="0F0F0F"/>
                </a:solidFill>
                <a:effectLst/>
                <a:latin typeface="Roboto" panose="02000000000000000000" pitchFamily="2" charset="0"/>
              </a:rPr>
              <a:t>Test plan(how who when)-</a:t>
            </a:r>
          </a:p>
          <a:p>
            <a:r>
              <a:rPr lang="en-US" sz="2400" b="0" i="0" dirty="0">
                <a:solidFill>
                  <a:srgbClr val="0F0F0F"/>
                </a:solidFill>
                <a:effectLst/>
                <a:latin typeface="Roboto" panose="02000000000000000000" pitchFamily="2" charset="0"/>
              </a:rPr>
              <a:t>Write test cases(system study-individual test engineers-module wise)-</a:t>
            </a:r>
          </a:p>
          <a:p>
            <a:r>
              <a:rPr lang="en-US" sz="2400" b="0" i="0" dirty="0">
                <a:solidFill>
                  <a:srgbClr val="0F0F0F"/>
                </a:solidFill>
                <a:effectLst/>
                <a:latin typeface="Roboto" panose="02000000000000000000" pitchFamily="2" charset="0"/>
              </a:rPr>
              <a:t>Identify Possible Scenario(IPS)- Write test cases- Review- Fix review commands-approval-repository (store). </a:t>
            </a:r>
          </a:p>
          <a:p>
            <a:endParaRPr lang="en-US" sz="2400" dirty="0">
              <a:solidFill>
                <a:srgbClr val="0F0F0F"/>
              </a:solidFill>
              <a:latin typeface="Roboto" panose="02000000000000000000" pitchFamily="2" charset="0"/>
            </a:endParaRPr>
          </a:p>
          <a:p>
            <a:r>
              <a:rPr lang="en-US" sz="2400" b="0" i="0" dirty="0">
                <a:solidFill>
                  <a:srgbClr val="0F0F0F"/>
                </a:solidFill>
                <a:effectLst/>
                <a:latin typeface="Roboto" panose="02000000000000000000" pitchFamily="2" charset="0"/>
              </a:rPr>
              <a:t>Once test case part is done- prepare Traceability Matrix(RTM)-document which ensures each document has got at least one test cases.</a:t>
            </a:r>
            <a:endParaRPr lang="en-IN" sz="2400" dirty="0"/>
          </a:p>
        </p:txBody>
      </p:sp>
    </p:spTree>
    <p:extLst>
      <p:ext uri="{BB962C8B-B14F-4D97-AF65-F5344CB8AC3E}">
        <p14:creationId xmlns:p14="http://schemas.microsoft.com/office/powerpoint/2010/main" val="12193596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384142-CC51-5316-CD73-79781615D016}"/>
              </a:ext>
            </a:extLst>
          </p:cNvPr>
          <p:cNvSpPr txBox="1"/>
          <p:nvPr/>
        </p:nvSpPr>
        <p:spPr>
          <a:xfrm>
            <a:off x="914400" y="228600"/>
            <a:ext cx="10591800" cy="6124754"/>
          </a:xfrm>
          <a:prstGeom prst="rect">
            <a:avLst/>
          </a:prstGeom>
          <a:noFill/>
        </p:spPr>
        <p:txBody>
          <a:bodyPr wrap="square">
            <a:spAutoFit/>
          </a:bodyPr>
          <a:lstStyle/>
          <a:p>
            <a:r>
              <a:rPr lang="en-IN" sz="2800" b="1" dirty="0"/>
              <a:t>Stages in STLC:</a:t>
            </a:r>
          </a:p>
          <a:p>
            <a:r>
              <a:rPr lang="en-IN" sz="2800" b="1" dirty="0"/>
              <a:t>Traceability Matrix-RTM</a:t>
            </a:r>
            <a:r>
              <a:rPr lang="en-IN" sz="2800" dirty="0"/>
              <a:t>/CRM- document which ensures each and every requirement has got </a:t>
            </a:r>
            <a:r>
              <a:rPr lang="en-IN" sz="2800" dirty="0" err="1"/>
              <a:t>atleast</a:t>
            </a:r>
            <a:r>
              <a:rPr lang="en-IN" sz="2800" dirty="0"/>
              <a:t> one test cases in it. </a:t>
            </a:r>
          </a:p>
          <a:p>
            <a:r>
              <a:rPr lang="en-IN" sz="2800" dirty="0"/>
              <a:t>Each requirement should have on test cases</a:t>
            </a:r>
          </a:p>
          <a:p>
            <a:pPr marL="342900" indent="-342900">
              <a:buAutoNum type="arabicPeriod"/>
            </a:pPr>
            <a:r>
              <a:rPr lang="en-IN" sz="2800" dirty="0"/>
              <a:t>Forward TM/Horizontal TM- Each requirement has one test case or not(prepared while planning before test case execution)</a:t>
            </a:r>
          </a:p>
          <a:p>
            <a:pPr marL="342900" indent="-342900">
              <a:buAutoNum type="arabicPeriod"/>
            </a:pPr>
            <a:r>
              <a:rPr lang="en-IN" sz="2800" dirty="0"/>
              <a:t>Backward TM/Vertical- Map test cases for the requirement is ensured. Once after test execution is done</a:t>
            </a:r>
          </a:p>
          <a:p>
            <a:pPr marL="342900" indent="-342900">
              <a:buAutoNum type="arabicPeriod"/>
            </a:pPr>
            <a:r>
              <a:rPr lang="en-IN" sz="2800" dirty="0"/>
              <a:t>Bi-directional TM-combination of forward and backward TM</a:t>
            </a:r>
          </a:p>
          <a:p>
            <a:pPr marL="342900" indent="-342900">
              <a:buAutoNum type="arabicPeriod"/>
            </a:pPr>
            <a:endParaRPr lang="en-IN" sz="2800" dirty="0"/>
          </a:p>
          <a:p>
            <a:r>
              <a:rPr lang="en-IN" sz="2800" dirty="0"/>
              <a:t>Defect Tracking(DT)</a:t>
            </a:r>
          </a:p>
          <a:p>
            <a:endParaRPr lang="en-IN" sz="2800" dirty="0"/>
          </a:p>
          <a:p>
            <a:r>
              <a:rPr lang="en-IN" sz="2800" dirty="0"/>
              <a:t>TCER(Test Case Execution Report)-prepared by test lead-</a:t>
            </a:r>
          </a:p>
          <a:p>
            <a:r>
              <a:rPr lang="en-IN" sz="2800" dirty="0"/>
              <a:t>RM-Retrospective Meeting</a:t>
            </a:r>
          </a:p>
        </p:txBody>
      </p:sp>
    </p:spTree>
    <p:extLst>
      <p:ext uri="{BB962C8B-B14F-4D97-AF65-F5344CB8AC3E}">
        <p14:creationId xmlns:p14="http://schemas.microsoft.com/office/powerpoint/2010/main" val="17752297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solidFill>
                  <a:srgbClr val="FF0000"/>
                </a:solidFill>
              </a:rPr>
              <a:t>Requirement</a:t>
            </a:r>
            <a:r>
              <a:rPr spc="-40" dirty="0">
                <a:solidFill>
                  <a:srgbClr val="FF0000"/>
                </a:solidFill>
              </a:rPr>
              <a:t> </a:t>
            </a:r>
            <a:r>
              <a:rPr dirty="0">
                <a:solidFill>
                  <a:srgbClr val="FF0000"/>
                </a:solidFill>
              </a:rPr>
              <a:t>Phase</a:t>
            </a:r>
            <a:r>
              <a:rPr spc="-20" dirty="0">
                <a:solidFill>
                  <a:srgbClr val="FF0000"/>
                </a:solidFill>
              </a:rPr>
              <a:t> </a:t>
            </a:r>
            <a:r>
              <a:rPr spc="-10" dirty="0">
                <a:solidFill>
                  <a:srgbClr val="FF0000"/>
                </a:solidFill>
              </a:rPr>
              <a:t>Testing</a:t>
            </a:r>
          </a:p>
        </p:txBody>
      </p:sp>
      <p:sp>
        <p:nvSpPr>
          <p:cNvPr id="3" name="object 3"/>
          <p:cNvSpPr txBox="1"/>
          <p:nvPr/>
        </p:nvSpPr>
        <p:spPr>
          <a:xfrm>
            <a:off x="4996688" y="3821048"/>
            <a:ext cx="941705" cy="299720"/>
          </a:xfrm>
          <a:prstGeom prst="rect">
            <a:avLst/>
          </a:prstGeom>
        </p:spPr>
        <p:txBody>
          <a:bodyPr vert="horz" wrap="square" lIns="0" tIns="12700" rIns="0" bIns="0" rtlCol="0">
            <a:spAutoFit/>
          </a:bodyPr>
          <a:lstStyle/>
          <a:p>
            <a:pPr marL="12700">
              <a:lnSpc>
                <a:spcPct val="100000"/>
              </a:lnSpc>
              <a:spcBef>
                <a:spcPts val="100"/>
              </a:spcBef>
              <a:tabLst>
                <a:tab pos="788035" algn="l"/>
              </a:tabLst>
            </a:pPr>
            <a:r>
              <a:rPr sz="1800" spc="-10" dirty="0">
                <a:latin typeface="Calibri"/>
                <a:cs typeface="Calibri"/>
              </a:rPr>
              <a:t>testing</a:t>
            </a:r>
            <a:r>
              <a:rPr sz="1800" dirty="0">
                <a:latin typeface="Calibri"/>
                <a:cs typeface="Calibri"/>
              </a:rPr>
              <a:t>	</a:t>
            </a:r>
            <a:r>
              <a:rPr sz="1800" spc="-25" dirty="0">
                <a:latin typeface="Calibri"/>
                <a:cs typeface="Calibri"/>
              </a:rPr>
              <a:t>is</a:t>
            </a:r>
            <a:endParaRPr sz="1800">
              <a:latin typeface="Calibri"/>
              <a:cs typeface="Calibri"/>
            </a:endParaRPr>
          </a:p>
        </p:txBody>
      </p:sp>
      <p:sp>
        <p:nvSpPr>
          <p:cNvPr id="4" name="object 4"/>
          <p:cNvSpPr txBox="1"/>
          <p:nvPr/>
        </p:nvSpPr>
        <p:spPr>
          <a:xfrm>
            <a:off x="593242" y="964438"/>
            <a:ext cx="5347335" cy="4900295"/>
          </a:xfrm>
          <a:prstGeom prst="rect">
            <a:avLst/>
          </a:prstGeom>
        </p:spPr>
        <p:txBody>
          <a:bodyPr vert="horz" wrap="square" lIns="0" tIns="43815" rIns="0" bIns="0" rtlCol="0">
            <a:spAutoFit/>
          </a:bodyPr>
          <a:lstStyle/>
          <a:p>
            <a:pPr marL="12700" marR="5080" algn="just">
              <a:lnSpc>
                <a:spcPts val="1939"/>
              </a:lnSpc>
              <a:spcBef>
                <a:spcPts val="345"/>
              </a:spcBef>
            </a:pPr>
            <a:r>
              <a:rPr sz="1800" dirty="0">
                <a:latin typeface="Calibri"/>
                <a:cs typeface="Calibri"/>
              </a:rPr>
              <a:t>Requirement</a:t>
            </a:r>
            <a:r>
              <a:rPr sz="1800" spc="175" dirty="0">
                <a:latin typeface="Calibri"/>
                <a:cs typeface="Calibri"/>
              </a:rPr>
              <a:t> </a:t>
            </a:r>
            <a:r>
              <a:rPr sz="1800" dirty="0">
                <a:latin typeface="Calibri"/>
                <a:cs typeface="Calibri"/>
              </a:rPr>
              <a:t>Phase</a:t>
            </a:r>
            <a:r>
              <a:rPr sz="1800" spc="180" dirty="0">
                <a:latin typeface="Calibri"/>
                <a:cs typeface="Calibri"/>
              </a:rPr>
              <a:t> </a:t>
            </a:r>
            <a:r>
              <a:rPr sz="1800" dirty="0">
                <a:latin typeface="Calibri"/>
                <a:cs typeface="Calibri"/>
              </a:rPr>
              <a:t>Testing</a:t>
            </a:r>
            <a:r>
              <a:rPr sz="1800" spc="180" dirty="0">
                <a:latin typeface="Calibri"/>
                <a:cs typeface="Calibri"/>
              </a:rPr>
              <a:t> </a:t>
            </a:r>
            <a:r>
              <a:rPr sz="1800" dirty="0">
                <a:latin typeface="Calibri"/>
                <a:cs typeface="Calibri"/>
              </a:rPr>
              <a:t>also</a:t>
            </a:r>
            <a:r>
              <a:rPr sz="1800" spc="170" dirty="0">
                <a:latin typeface="Calibri"/>
                <a:cs typeface="Calibri"/>
              </a:rPr>
              <a:t> </a:t>
            </a:r>
            <a:r>
              <a:rPr sz="1800" dirty="0">
                <a:latin typeface="Calibri"/>
                <a:cs typeface="Calibri"/>
              </a:rPr>
              <a:t>known</a:t>
            </a:r>
            <a:r>
              <a:rPr sz="1800" spc="175" dirty="0">
                <a:latin typeface="Calibri"/>
                <a:cs typeface="Calibri"/>
              </a:rPr>
              <a:t> </a:t>
            </a:r>
            <a:r>
              <a:rPr sz="1800" dirty="0">
                <a:latin typeface="Calibri"/>
                <a:cs typeface="Calibri"/>
              </a:rPr>
              <a:t>as</a:t>
            </a:r>
            <a:r>
              <a:rPr sz="1800" spc="180" dirty="0">
                <a:latin typeface="Calibri"/>
                <a:cs typeface="Calibri"/>
              </a:rPr>
              <a:t> </a:t>
            </a:r>
            <a:r>
              <a:rPr sz="1800" spc="-10" dirty="0">
                <a:latin typeface="Calibri"/>
                <a:cs typeface="Calibri"/>
              </a:rPr>
              <a:t>Requirement </a:t>
            </a:r>
            <a:r>
              <a:rPr sz="1800" dirty="0">
                <a:latin typeface="Calibri"/>
                <a:cs typeface="Calibri"/>
              </a:rPr>
              <a:t>Analysis</a:t>
            </a:r>
            <a:r>
              <a:rPr sz="1800" spc="430" dirty="0">
                <a:latin typeface="Calibri"/>
                <a:cs typeface="Calibri"/>
              </a:rPr>
              <a:t> </a:t>
            </a:r>
            <a:r>
              <a:rPr sz="1800" dirty="0">
                <a:latin typeface="Calibri"/>
                <a:cs typeface="Calibri"/>
              </a:rPr>
              <a:t>in</a:t>
            </a:r>
            <a:r>
              <a:rPr sz="1800" spc="430" dirty="0">
                <a:latin typeface="Calibri"/>
                <a:cs typeface="Calibri"/>
              </a:rPr>
              <a:t> </a:t>
            </a:r>
            <a:r>
              <a:rPr sz="1800" dirty="0">
                <a:latin typeface="Calibri"/>
                <a:cs typeface="Calibri"/>
              </a:rPr>
              <a:t>which</a:t>
            </a:r>
            <a:r>
              <a:rPr sz="1800" spc="430" dirty="0">
                <a:latin typeface="Calibri"/>
                <a:cs typeface="Calibri"/>
              </a:rPr>
              <a:t> </a:t>
            </a:r>
            <a:r>
              <a:rPr sz="1800" dirty="0">
                <a:latin typeface="Calibri"/>
                <a:cs typeface="Calibri"/>
              </a:rPr>
              <a:t>test</a:t>
            </a:r>
            <a:r>
              <a:rPr sz="1800" spc="434" dirty="0">
                <a:latin typeface="Calibri"/>
                <a:cs typeface="Calibri"/>
              </a:rPr>
              <a:t> </a:t>
            </a:r>
            <a:r>
              <a:rPr sz="1800" dirty="0">
                <a:latin typeface="Calibri"/>
                <a:cs typeface="Calibri"/>
              </a:rPr>
              <a:t>team</a:t>
            </a:r>
            <a:r>
              <a:rPr sz="1800" spc="434" dirty="0">
                <a:latin typeface="Calibri"/>
                <a:cs typeface="Calibri"/>
              </a:rPr>
              <a:t> </a:t>
            </a:r>
            <a:r>
              <a:rPr sz="1800" dirty="0">
                <a:latin typeface="Calibri"/>
                <a:cs typeface="Calibri"/>
              </a:rPr>
              <a:t>studies</a:t>
            </a:r>
            <a:r>
              <a:rPr sz="1800" spc="434" dirty="0">
                <a:latin typeface="Calibri"/>
                <a:cs typeface="Calibri"/>
              </a:rPr>
              <a:t> </a:t>
            </a:r>
            <a:r>
              <a:rPr sz="1800" dirty="0">
                <a:latin typeface="Calibri"/>
                <a:cs typeface="Calibri"/>
              </a:rPr>
              <a:t>the</a:t>
            </a:r>
            <a:r>
              <a:rPr sz="1800" spc="430" dirty="0">
                <a:latin typeface="Calibri"/>
                <a:cs typeface="Calibri"/>
              </a:rPr>
              <a:t> </a:t>
            </a:r>
            <a:r>
              <a:rPr sz="1800" spc="-10" dirty="0">
                <a:latin typeface="Calibri"/>
                <a:cs typeface="Calibri"/>
              </a:rPr>
              <a:t>requirements </a:t>
            </a:r>
            <a:r>
              <a:rPr sz="1800" dirty="0">
                <a:latin typeface="Calibri"/>
                <a:cs typeface="Calibri"/>
              </a:rPr>
              <a:t>from</a:t>
            </a:r>
            <a:r>
              <a:rPr sz="1800" spc="245" dirty="0">
                <a:latin typeface="Calibri"/>
                <a:cs typeface="Calibri"/>
              </a:rPr>
              <a:t>  </a:t>
            </a:r>
            <a:r>
              <a:rPr sz="1800" dirty="0">
                <a:latin typeface="Calibri"/>
                <a:cs typeface="Calibri"/>
              </a:rPr>
              <a:t>a</a:t>
            </a:r>
            <a:r>
              <a:rPr sz="1800" spc="245" dirty="0">
                <a:latin typeface="Calibri"/>
                <a:cs typeface="Calibri"/>
              </a:rPr>
              <a:t>  </a:t>
            </a:r>
            <a:r>
              <a:rPr sz="1800" dirty="0">
                <a:latin typeface="Calibri"/>
                <a:cs typeface="Calibri"/>
              </a:rPr>
              <a:t>testing</a:t>
            </a:r>
            <a:r>
              <a:rPr sz="1800" spc="254" dirty="0">
                <a:latin typeface="Calibri"/>
                <a:cs typeface="Calibri"/>
              </a:rPr>
              <a:t>  </a:t>
            </a:r>
            <a:r>
              <a:rPr sz="1800" dirty="0">
                <a:latin typeface="Calibri"/>
                <a:cs typeface="Calibri"/>
              </a:rPr>
              <a:t>point</a:t>
            </a:r>
            <a:r>
              <a:rPr sz="1800" spc="250" dirty="0">
                <a:latin typeface="Calibri"/>
                <a:cs typeface="Calibri"/>
              </a:rPr>
              <a:t>  </a:t>
            </a:r>
            <a:r>
              <a:rPr sz="1800" dirty="0">
                <a:latin typeface="Calibri"/>
                <a:cs typeface="Calibri"/>
              </a:rPr>
              <a:t>of</a:t>
            </a:r>
            <a:r>
              <a:rPr sz="1800" spc="250" dirty="0">
                <a:latin typeface="Calibri"/>
                <a:cs typeface="Calibri"/>
              </a:rPr>
              <a:t>  </a:t>
            </a:r>
            <a:r>
              <a:rPr sz="1800" dirty="0">
                <a:latin typeface="Calibri"/>
                <a:cs typeface="Calibri"/>
              </a:rPr>
              <a:t>view</a:t>
            </a:r>
            <a:r>
              <a:rPr sz="1800" spc="245" dirty="0">
                <a:latin typeface="Calibri"/>
                <a:cs typeface="Calibri"/>
              </a:rPr>
              <a:t>  </a:t>
            </a:r>
            <a:r>
              <a:rPr sz="1800" dirty="0">
                <a:latin typeface="Calibri"/>
                <a:cs typeface="Calibri"/>
              </a:rPr>
              <a:t>to</a:t>
            </a:r>
            <a:r>
              <a:rPr sz="1800" spc="245" dirty="0">
                <a:latin typeface="Calibri"/>
                <a:cs typeface="Calibri"/>
              </a:rPr>
              <a:t>  </a:t>
            </a:r>
            <a:r>
              <a:rPr sz="1800" dirty="0">
                <a:latin typeface="Calibri"/>
                <a:cs typeface="Calibri"/>
              </a:rPr>
              <a:t>identify</a:t>
            </a:r>
            <a:r>
              <a:rPr sz="1800" spc="250" dirty="0">
                <a:latin typeface="Calibri"/>
                <a:cs typeface="Calibri"/>
              </a:rPr>
              <a:t>  </a:t>
            </a:r>
            <a:r>
              <a:rPr sz="1800" spc="-10" dirty="0">
                <a:latin typeface="Calibri"/>
                <a:cs typeface="Calibri"/>
              </a:rPr>
              <a:t>testable requirements</a:t>
            </a:r>
            <a:r>
              <a:rPr sz="1800" spc="-15" dirty="0">
                <a:latin typeface="Calibri"/>
                <a:cs typeface="Calibri"/>
              </a:rPr>
              <a:t> </a:t>
            </a:r>
            <a:r>
              <a:rPr sz="1800" dirty="0">
                <a:latin typeface="Calibri"/>
                <a:cs typeface="Calibri"/>
              </a:rPr>
              <a:t>and</a:t>
            </a:r>
            <a:r>
              <a:rPr sz="1800" spc="-10" dirty="0">
                <a:latin typeface="Calibri"/>
                <a:cs typeface="Calibri"/>
              </a:rPr>
              <a:t> </a:t>
            </a:r>
            <a:r>
              <a:rPr sz="1800" dirty="0">
                <a:latin typeface="Calibri"/>
                <a:cs typeface="Calibri"/>
              </a:rPr>
              <a:t>the</a:t>
            </a:r>
            <a:r>
              <a:rPr sz="1800" spc="-10" dirty="0">
                <a:latin typeface="Calibri"/>
                <a:cs typeface="Calibri"/>
              </a:rPr>
              <a:t> </a:t>
            </a:r>
            <a:r>
              <a:rPr sz="1800" dirty="0">
                <a:latin typeface="Calibri"/>
                <a:cs typeface="Calibri"/>
              </a:rPr>
              <a:t>QA</a:t>
            </a:r>
            <a:r>
              <a:rPr sz="1800" spc="-15" dirty="0">
                <a:latin typeface="Calibri"/>
                <a:cs typeface="Calibri"/>
              </a:rPr>
              <a:t> </a:t>
            </a:r>
            <a:r>
              <a:rPr sz="1800" dirty="0">
                <a:latin typeface="Calibri"/>
                <a:cs typeface="Calibri"/>
              </a:rPr>
              <a:t>team may</a:t>
            </a:r>
            <a:r>
              <a:rPr sz="1800" spc="-15" dirty="0">
                <a:latin typeface="Calibri"/>
                <a:cs typeface="Calibri"/>
              </a:rPr>
              <a:t> </a:t>
            </a:r>
            <a:r>
              <a:rPr sz="1800" dirty="0">
                <a:latin typeface="Calibri"/>
                <a:cs typeface="Calibri"/>
              </a:rPr>
              <a:t>interact</a:t>
            </a:r>
            <a:r>
              <a:rPr sz="1800" spc="-10" dirty="0">
                <a:latin typeface="Calibri"/>
                <a:cs typeface="Calibri"/>
              </a:rPr>
              <a:t> </a:t>
            </a:r>
            <a:r>
              <a:rPr sz="1800" dirty="0">
                <a:latin typeface="Calibri"/>
                <a:cs typeface="Calibri"/>
              </a:rPr>
              <a:t>with</a:t>
            </a:r>
            <a:r>
              <a:rPr sz="1800" spc="-15" dirty="0">
                <a:latin typeface="Calibri"/>
                <a:cs typeface="Calibri"/>
              </a:rPr>
              <a:t> </a:t>
            </a:r>
            <a:r>
              <a:rPr sz="1800" spc="-10" dirty="0">
                <a:latin typeface="Calibri"/>
                <a:cs typeface="Calibri"/>
              </a:rPr>
              <a:t>various stakeholders</a:t>
            </a:r>
            <a:r>
              <a:rPr sz="1800" spc="-50" dirty="0">
                <a:latin typeface="Calibri"/>
                <a:cs typeface="Calibri"/>
              </a:rPr>
              <a:t> </a:t>
            </a:r>
            <a:r>
              <a:rPr sz="1800" dirty="0">
                <a:latin typeface="Calibri"/>
                <a:cs typeface="Calibri"/>
              </a:rPr>
              <a:t>to</a:t>
            </a:r>
            <a:r>
              <a:rPr sz="1800" spc="-55" dirty="0">
                <a:latin typeface="Calibri"/>
                <a:cs typeface="Calibri"/>
              </a:rPr>
              <a:t> </a:t>
            </a:r>
            <a:r>
              <a:rPr sz="1800" spc="-10" dirty="0">
                <a:latin typeface="Calibri"/>
                <a:cs typeface="Calibri"/>
              </a:rPr>
              <a:t>understand</a:t>
            </a:r>
            <a:r>
              <a:rPr sz="1800" spc="-40" dirty="0">
                <a:latin typeface="Calibri"/>
                <a:cs typeface="Calibri"/>
              </a:rPr>
              <a:t> </a:t>
            </a:r>
            <a:r>
              <a:rPr sz="1800" spc="-10" dirty="0">
                <a:latin typeface="Calibri"/>
                <a:cs typeface="Calibri"/>
              </a:rPr>
              <a:t>requirements</a:t>
            </a:r>
            <a:r>
              <a:rPr sz="1800" spc="-50" dirty="0">
                <a:latin typeface="Calibri"/>
                <a:cs typeface="Calibri"/>
              </a:rPr>
              <a:t> </a:t>
            </a:r>
            <a:r>
              <a:rPr sz="1800" dirty="0">
                <a:latin typeface="Calibri"/>
                <a:cs typeface="Calibri"/>
              </a:rPr>
              <a:t>in</a:t>
            </a:r>
            <a:r>
              <a:rPr sz="1800" spc="-45" dirty="0">
                <a:latin typeface="Calibri"/>
                <a:cs typeface="Calibri"/>
              </a:rPr>
              <a:t> </a:t>
            </a:r>
            <a:r>
              <a:rPr sz="1800" spc="-10" dirty="0">
                <a:latin typeface="Calibri"/>
                <a:cs typeface="Calibri"/>
              </a:rPr>
              <a:t>detail.</a:t>
            </a:r>
            <a:endParaRPr sz="1800">
              <a:latin typeface="Calibri"/>
              <a:cs typeface="Calibri"/>
            </a:endParaRPr>
          </a:p>
          <a:p>
            <a:pPr marL="12700" algn="just">
              <a:lnSpc>
                <a:spcPct val="100000"/>
              </a:lnSpc>
              <a:spcBef>
                <a:spcPts val="775"/>
              </a:spcBef>
            </a:pPr>
            <a:r>
              <a:rPr sz="1800" b="1" dirty="0">
                <a:solidFill>
                  <a:srgbClr val="FF0000"/>
                </a:solidFill>
                <a:latin typeface="Calibri"/>
                <a:cs typeface="Calibri"/>
              </a:rPr>
              <a:t>Activities</a:t>
            </a:r>
            <a:r>
              <a:rPr sz="1800" b="1" spc="-45" dirty="0">
                <a:solidFill>
                  <a:srgbClr val="FF0000"/>
                </a:solidFill>
                <a:latin typeface="Calibri"/>
                <a:cs typeface="Calibri"/>
              </a:rPr>
              <a:t> </a:t>
            </a:r>
            <a:r>
              <a:rPr sz="1800" b="1" dirty="0">
                <a:solidFill>
                  <a:srgbClr val="FF0000"/>
                </a:solidFill>
                <a:latin typeface="Calibri"/>
                <a:cs typeface="Calibri"/>
              </a:rPr>
              <a:t>in</a:t>
            </a:r>
            <a:r>
              <a:rPr sz="1800" b="1" spc="-15" dirty="0">
                <a:solidFill>
                  <a:srgbClr val="FF0000"/>
                </a:solidFill>
                <a:latin typeface="Calibri"/>
                <a:cs typeface="Calibri"/>
              </a:rPr>
              <a:t> </a:t>
            </a:r>
            <a:r>
              <a:rPr sz="1800" b="1" spc="-10" dirty="0">
                <a:solidFill>
                  <a:srgbClr val="FF0000"/>
                </a:solidFill>
                <a:latin typeface="Calibri"/>
                <a:cs typeface="Calibri"/>
              </a:rPr>
              <a:t>Requirement</a:t>
            </a:r>
            <a:r>
              <a:rPr sz="1800" b="1" spc="-35" dirty="0">
                <a:solidFill>
                  <a:srgbClr val="FF0000"/>
                </a:solidFill>
                <a:latin typeface="Calibri"/>
                <a:cs typeface="Calibri"/>
              </a:rPr>
              <a:t> </a:t>
            </a:r>
            <a:r>
              <a:rPr sz="1800" b="1" dirty="0">
                <a:solidFill>
                  <a:srgbClr val="FF0000"/>
                </a:solidFill>
                <a:latin typeface="Calibri"/>
                <a:cs typeface="Calibri"/>
              </a:rPr>
              <a:t>Phase</a:t>
            </a:r>
            <a:r>
              <a:rPr sz="1800" b="1" spc="-25" dirty="0">
                <a:solidFill>
                  <a:srgbClr val="FF0000"/>
                </a:solidFill>
                <a:latin typeface="Calibri"/>
                <a:cs typeface="Calibri"/>
              </a:rPr>
              <a:t> </a:t>
            </a:r>
            <a:r>
              <a:rPr sz="1800" b="1" spc="-10" dirty="0">
                <a:solidFill>
                  <a:srgbClr val="FF0000"/>
                </a:solidFill>
                <a:latin typeface="Calibri"/>
                <a:cs typeface="Calibri"/>
              </a:rPr>
              <a:t>Testing</a:t>
            </a:r>
            <a:endParaRPr sz="1800">
              <a:latin typeface="Calibri"/>
              <a:cs typeface="Calibri"/>
            </a:endParaRPr>
          </a:p>
          <a:p>
            <a:pPr marL="241300" indent="-228600">
              <a:lnSpc>
                <a:spcPct val="100000"/>
              </a:lnSpc>
              <a:spcBef>
                <a:spcPts val="775"/>
              </a:spcBef>
              <a:buFont typeface="Wingdings"/>
              <a:buChar char=""/>
              <a:tabLst>
                <a:tab pos="241300" algn="l"/>
              </a:tabLst>
            </a:pPr>
            <a:r>
              <a:rPr sz="1800" dirty="0">
                <a:latin typeface="Calibri"/>
                <a:cs typeface="Calibri"/>
              </a:rPr>
              <a:t>Identify</a:t>
            </a:r>
            <a:r>
              <a:rPr sz="1800" spc="-40" dirty="0">
                <a:latin typeface="Calibri"/>
                <a:cs typeface="Calibri"/>
              </a:rPr>
              <a:t> </a:t>
            </a:r>
            <a:r>
              <a:rPr sz="1800" dirty="0">
                <a:latin typeface="Calibri"/>
                <a:cs typeface="Calibri"/>
              </a:rPr>
              <a:t>types</a:t>
            </a:r>
            <a:r>
              <a:rPr sz="1800" spc="-25" dirty="0">
                <a:latin typeface="Calibri"/>
                <a:cs typeface="Calibri"/>
              </a:rPr>
              <a:t> </a:t>
            </a:r>
            <a:r>
              <a:rPr sz="1800" dirty="0">
                <a:latin typeface="Calibri"/>
                <a:cs typeface="Calibri"/>
              </a:rPr>
              <a:t>of</a:t>
            </a:r>
            <a:r>
              <a:rPr sz="1800" spc="-35" dirty="0">
                <a:latin typeface="Calibri"/>
                <a:cs typeface="Calibri"/>
              </a:rPr>
              <a:t> </a:t>
            </a:r>
            <a:r>
              <a:rPr sz="1800" dirty="0">
                <a:latin typeface="Calibri"/>
                <a:cs typeface="Calibri"/>
              </a:rPr>
              <a:t>tests</a:t>
            </a:r>
            <a:r>
              <a:rPr sz="1800" spc="-35" dirty="0">
                <a:latin typeface="Calibri"/>
                <a:cs typeface="Calibri"/>
              </a:rPr>
              <a:t> </a:t>
            </a:r>
            <a:r>
              <a:rPr sz="1800" dirty="0">
                <a:latin typeface="Calibri"/>
                <a:cs typeface="Calibri"/>
              </a:rPr>
              <a:t>to</a:t>
            </a:r>
            <a:r>
              <a:rPr sz="1800" spc="-35" dirty="0">
                <a:latin typeface="Calibri"/>
                <a:cs typeface="Calibri"/>
              </a:rPr>
              <a:t> </a:t>
            </a:r>
            <a:r>
              <a:rPr sz="1800" dirty="0">
                <a:latin typeface="Calibri"/>
                <a:cs typeface="Calibri"/>
              </a:rPr>
              <a:t>be</a:t>
            </a:r>
            <a:r>
              <a:rPr sz="1800" spc="-20" dirty="0">
                <a:latin typeface="Calibri"/>
                <a:cs typeface="Calibri"/>
              </a:rPr>
              <a:t> </a:t>
            </a:r>
            <a:r>
              <a:rPr sz="1800" spc="-10" dirty="0">
                <a:latin typeface="Calibri"/>
                <a:cs typeface="Calibri"/>
              </a:rPr>
              <a:t>performed.</a:t>
            </a:r>
            <a:endParaRPr sz="1800">
              <a:latin typeface="Calibri"/>
              <a:cs typeface="Calibri"/>
            </a:endParaRPr>
          </a:p>
          <a:p>
            <a:pPr marL="241300" indent="-228600">
              <a:lnSpc>
                <a:spcPct val="100000"/>
              </a:lnSpc>
              <a:spcBef>
                <a:spcPts val="795"/>
              </a:spcBef>
              <a:buFont typeface="Wingdings"/>
              <a:buChar char=""/>
              <a:tabLst>
                <a:tab pos="241300" algn="l"/>
              </a:tabLst>
            </a:pPr>
            <a:r>
              <a:rPr sz="1800" dirty="0">
                <a:latin typeface="Calibri"/>
                <a:cs typeface="Calibri"/>
              </a:rPr>
              <a:t>Gather</a:t>
            </a:r>
            <a:r>
              <a:rPr sz="1800" spc="-70" dirty="0">
                <a:latin typeface="Calibri"/>
                <a:cs typeface="Calibri"/>
              </a:rPr>
              <a:t> </a:t>
            </a:r>
            <a:r>
              <a:rPr sz="1800" dirty="0">
                <a:latin typeface="Calibri"/>
                <a:cs typeface="Calibri"/>
              </a:rPr>
              <a:t>details</a:t>
            </a:r>
            <a:r>
              <a:rPr sz="1800" spc="-45" dirty="0">
                <a:latin typeface="Calibri"/>
                <a:cs typeface="Calibri"/>
              </a:rPr>
              <a:t> </a:t>
            </a:r>
            <a:r>
              <a:rPr sz="1800" dirty="0">
                <a:latin typeface="Calibri"/>
                <a:cs typeface="Calibri"/>
              </a:rPr>
              <a:t>about</a:t>
            </a:r>
            <a:r>
              <a:rPr sz="1800" spc="-60" dirty="0">
                <a:latin typeface="Calibri"/>
                <a:cs typeface="Calibri"/>
              </a:rPr>
              <a:t> </a:t>
            </a:r>
            <a:r>
              <a:rPr sz="1800" dirty="0">
                <a:latin typeface="Calibri"/>
                <a:cs typeface="Calibri"/>
              </a:rPr>
              <a:t>testing</a:t>
            </a:r>
            <a:r>
              <a:rPr sz="1800" spc="-55" dirty="0">
                <a:latin typeface="Calibri"/>
                <a:cs typeface="Calibri"/>
              </a:rPr>
              <a:t> </a:t>
            </a:r>
            <a:r>
              <a:rPr sz="1800" dirty="0">
                <a:latin typeface="Calibri"/>
                <a:cs typeface="Calibri"/>
              </a:rPr>
              <a:t>priorities</a:t>
            </a:r>
            <a:r>
              <a:rPr sz="1800" spc="-40" dirty="0">
                <a:latin typeface="Calibri"/>
                <a:cs typeface="Calibri"/>
              </a:rPr>
              <a:t> </a:t>
            </a:r>
            <a:r>
              <a:rPr sz="1800" dirty="0">
                <a:latin typeface="Calibri"/>
                <a:cs typeface="Calibri"/>
              </a:rPr>
              <a:t>and</a:t>
            </a:r>
            <a:r>
              <a:rPr sz="1800" spc="-50" dirty="0">
                <a:latin typeface="Calibri"/>
                <a:cs typeface="Calibri"/>
              </a:rPr>
              <a:t> </a:t>
            </a:r>
            <a:r>
              <a:rPr sz="1800" spc="-10" dirty="0">
                <a:latin typeface="Calibri"/>
                <a:cs typeface="Calibri"/>
              </a:rPr>
              <a:t>focus.</a:t>
            </a:r>
            <a:endParaRPr sz="1800">
              <a:latin typeface="Calibri"/>
              <a:cs typeface="Calibri"/>
            </a:endParaRPr>
          </a:p>
          <a:p>
            <a:pPr marL="240665" indent="-227965">
              <a:lnSpc>
                <a:spcPct val="100000"/>
              </a:lnSpc>
              <a:spcBef>
                <a:spcPts val="780"/>
              </a:spcBef>
              <a:buFont typeface="Wingdings"/>
              <a:buChar char=""/>
              <a:tabLst>
                <a:tab pos="240665" algn="l"/>
              </a:tabLst>
            </a:pPr>
            <a:r>
              <a:rPr sz="1800" dirty="0">
                <a:latin typeface="Calibri"/>
                <a:cs typeface="Calibri"/>
              </a:rPr>
              <a:t>Prepare</a:t>
            </a:r>
            <a:r>
              <a:rPr sz="1800" spc="-45" dirty="0">
                <a:latin typeface="Calibri"/>
                <a:cs typeface="Calibri"/>
              </a:rPr>
              <a:t> </a:t>
            </a:r>
            <a:r>
              <a:rPr sz="1800" spc="-10" dirty="0">
                <a:latin typeface="Calibri"/>
                <a:cs typeface="Calibri"/>
              </a:rPr>
              <a:t>Requirement</a:t>
            </a:r>
            <a:r>
              <a:rPr sz="1800" spc="-35" dirty="0">
                <a:latin typeface="Calibri"/>
                <a:cs typeface="Calibri"/>
              </a:rPr>
              <a:t> </a:t>
            </a:r>
            <a:r>
              <a:rPr sz="1800" spc="-20" dirty="0">
                <a:latin typeface="Calibri"/>
                <a:cs typeface="Calibri"/>
              </a:rPr>
              <a:t>Traceability</a:t>
            </a:r>
            <a:r>
              <a:rPr sz="1800" spc="-45" dirty="0">
                <a:latin typeface="Calibri"/>
                <a:cs typeface="Calibri"/>
              </a:rPr>
              <a:t> </a:t>
            </a:r>
            <a:r>
              <a:rPr sz="1800" dirty="0">
                <a:latin typeface="Calibri"/>
                <a:cs typeface="Calibri"/>
              </a:rPr>
              <a:t>Matrix</a:t>
            </a:r>
            <a:r>
              <a:rPr sz="1800" spc="-45" dirty="0">
                <a:latin typeface="Calibri"/>
                <a:cs typeface="Calibri"/>
              </a:rPr>
              <a:t> </a:t>
            </a:r>
            <a:r>
              <a:rPr sz="1800" spc="-10" dirty="0">
                <a:latin typeface="Calibri"/>
                <a:cs typeface="Calibri"/>
              </a:rPr>
              <a:t>(RTM).</a:t>
            </a:r>
            <a:endParaRPr sz="1800">
              <a:latin typeface="Calibri"/>
              <a:cs typeface="Calibri"/>
            </a:endParaRPr>
          </a:p>
          <a:p>
            <a:pPr marL="241300" marR="1066800" indent="-228600">
              <a:lnSpc>
                <a:spcPts val="1939"/>
              </a:lnSpc>
              <a:spcBef>
                <a:spcPts val="1030"/>
              </a:spcBef>
              <a:buFont typeface="Wingdings"/>
              <a:buChar char=""/>
              <a:tabLst>
                <a:tab pos="241300" algn="l"/>
                <a:tab pos="1099185" algn="l"/>
                <a:tab pos="1592580" algn="l"/>
                <a:tab pos="2931160" algn="l"/>
                <a:tab pos="3684270" algn="l"/>
              </a:tabLst>
            </a:pPr>
            <a:r>
              <a:rPr sz="1800" spc="-10" dirty="0">
                <a:latin typeface="Calibri"/>
                <a:cs typeface="Calibri"/>
              </a:rPr>
              <a:t>Identify</a:t>
            </a:r>
            <a:r>
              <a:rPr sz="1800" dirty="0">
                <a:latin typeface="Calibri"/>
                <a:cs typeface="Calibri"/>
              </a:rPr>
              <a:t>	</a:t>
            </a:r>
            <a:r>
              <a:rPr sz="1800" spc="-20" dirty="0">
                <a:latin typeface="Calibri"/>
                <a:cs typeface="Calibri"/>
              </a:rPr>
              <a:t>test</a:t>
            </a:r>
            <a:r>
              <a:rPr sz="1800" dirty="0">
                <a:latin typeface="Calibri"/>
                <a:cs typeface="Calibri"/>
              </a:rPr>
              <a:t>	</a:t>
            </a:r>
            <a:r>
              <a:rPr sz="1800" spc="-10" dirty="0">
                <a:latin typeface="Calibri"/>
                <a:cs typeface="Calibri"/>
              </a:rPr>
              <a:t>environment</a:t>
            </a:r>
            <a:r>
              <a:rPr sz="1800" dirty="0">
                <a:latin typeface="Calibri"/>
                <a:cs typeface="Calibri"/>
              </a:rPr>
              <a:t>	</a:t>
            </a:r>
            <a:r>
              <a:rPr sz="1800" spc="-10" dirty="0">
                <a:latin typeface="Calibri"/>
                <a:cs typeface="Calibri"/>
              </a:rPr>
              <a:t>details</a:t>
            </a:r>
            <a:r>
              <a:rPr sz="1800" dirty="0">
                <a:latin typeface="Calibri"/>
                <a:cs typeface="Calibri"/>
              </a:rPr>
              <a:t>	</a:t>
            </a:r>
            <a:r>
              <a:rPr sz="1800" spc="-20" dirty="0">
                <a:latin typeface="Calibri"/>
                <a:cs typeface="Calibri"/>
              </a:rPr>
              <a:t>where </a:t>
            </a:r>
            <a:r>
              <a:rPr sz="1800" dirty="0">
                <a:latin typeface="Calibri"/>
                <a:cs typeface="Calibri"/>
              </a:rPr>
              <a:t>supposed</a:t>
            </a:r>
            <a:r>
              <a:rPr sz="1800" spc="-40" dirty="0">
                <a:latin typeface="Calibri"/>
                <a:cs typeface="Calibri"/>
              </a:rPr>
              <a:t> </a:t>
            </a:r>
            <a:r>
              <a:rPr sz="1800" dirty="0">
                <a:latin typeface="Calibri"/>
                <a:cs typeface="Calibri"/>
              </a:rPr>
              <a:t>to</a:t>
            </a:r>
            <a:r>
              <a:rPr sz="1800" spc="-45" dirty="0">
                <a:latin typeface="Calibri"/>
                <a:cs typeface="Calibri"/>
              </a:rPr>
              <a:t> </a:t>
            </a:r>
            <a:r>
              <a:rPr sz="1800" dirty="0">
                <a:latin typeface="Calibri"/>
                <a:cs typeface="Calibri"/>
              </a:rPr>
              <a:t>be</a:t>
            </a:r>
            <a:r>
              <a:rPr sz="1800" spc="-40" dirty="0">
                <a:latin typeface="Calibri"/>
                <a:cs typeface="Calibri"/>
              </a:rPr>
              <a:t> </a:t>
            </a:r>
            <a:r>
              <a:rPr sz="1800" dirty="0">
                <a:latin typeface="Calibri"/>
                <a:cs typeface="Calibri"/>
              </a:rPr>
              <a:t>carried</a:t>
            </a:r>
            <a:r>
              <a:rPr sz="1800" spc="-20" dirty="0">
                <a:latin typeface="Calibri"/>
                <a:cs typeface="Calibri"/>
              </a:rPr>
              <a:t> out.</a:t>
            </a:r>
            <a:endParaRPr sz="1800">
              <a:latin typeface="Calibri"/>
              <a:cs typeface="Calibri"/>
            </a:endParaRPr>
          </a:p>
          <a:p>
            <a:pPr marL="241300" indent="-228600">
              <a:lnSpc>
                <a:spcPct val="100000"/>
              </a:lnSpc>
              <a:spcBef>
                <a:spcPts val="765"/>
              </a:spcBef>
              <a:buFont typeface="Wingdings"/>
              <a:buChar char=""/>
              <a:tabLst>
                <a:tab pos="241300" algn="l"/>
              </a:tabLst>
            </a:pPr>
            <a:r>
              <a:rPr sz="1800" dirty="0">
                <a:latin typeface="Calibri"/>
                <a:cs typeface="Calibri"/>
              </a:rPr>
              <a:t>Automation</a:t>
            </a:r>
            <a:r>
              <a:rPr sz="1800" spc="-50" dirty="0">
                <a:latin typeface="Calibri"/>
                <a:cs typeface="Calibri"/>
              </a:rPr>
              <a:t> </a:t>
            </a:r>
            <a:r>
              <a:rPr sz="1800" spc="-10" dirty="0">
                <a:latin typeface="Calibri"/>
                <a:cs typeface="Calibri"/>
              </a:rPr>
              <a:t>feasibility</a:t>
            </a:r>
            <a:r>
              <a:rPr sz="1800" spc="-40" dirty="0">
                <a:latin typeface="Calibri"/>
                <a:cs typeface="Calibri"/>
              </a:rPr>
              <a:t> </a:t>
            </a:r>
            <a:r>
              <a:rPr sz="1800" dirty="0">
                <a:latin typeface="Calibri"/>
                <a:cs typeface="Calibri"/>
              </a:rPr>
              <a:t>analysis</a:t>
            </a:r>
            <a:r>
              <a:rPr sz="1800" spc="-55" dirty="0">
                <a:latin typeface="Calibri"/>
                <a:cs typeface="Calibri"/>
              </a:rPr>
              <a:t> </a:t>
            </a:r>
            <a:r>
              <a:rPr sz="1800" dirty="0">
                <a:latin typeface="Calibri"/>
                <a:cs typeface="Calibri"/>
              </a:rPr>
              <a:t>(if</a:t>
            </a:r>
            <a:r>
              <a:rPr sz="1800" spc="-35" dirty="0">
                <a:latin typeface="Calibri"/>
                <a:cs typeface="Calibri"/>
              </a:rPr>
              <a:t> </a:t>
            </a:r>
            <a:r>
              <a:rPr sz="1800" spc="-10" dirty="0">
                <a:latin typeface="Calibri"/>
                <a:cs typeface="Calibri"/>
              </a:rPr>
              <a:t>required).</a:t>
            </a:r>
            <a:endParaRPr sz="1800">
              <a:latin typeface="Calibri"/>
              <a:cs typeface="Calibri"/>
            </a:endParaRPr>
          </a:p>
          <a:p>
            <a:pPr marL="12700">
              <a:lnSpc>
                <a:spcPct val="100000"/>
              </a:lnSpc>
              <a:spcBef>
                <a:spcPts val="780"/>
              </a:spcBef>
            </a:pPr>
            <a:r>
              <a:rPr sz="1800" b="1" spc="-10" dirty="0">
                <a:solidFill>
                  <a:srgbClr val="FF0000"/>
                </a:solidFill>
                <a:latin typeface="Calibri"/>
                <a:cs typeface="Calibri"/>
              </a:rPr>
              <a:t>Deliverables</a:t>
            </a:r>
            <a:r>
              <a:rPr sz="1800" b="1" spc="-50" dirty="0">
                <a:solidFill>
                  <a:srgbClr val="FF0000"/>
                </a:solidFill>
                <a:latin typeface="Calibri"/>
                <a:cs typeface="Calibri"/>
              </a:rPr>
              <a:t> </a:t>
            </a:r>
            <a:r>
              <a:rPr sz="1800" b="1" dirty="0">
                <a:solidFill>
                  <a:srgbClr val="FF0000"/>
                </a:solidFill>
                <a:latin typeface="Calibri"/>
                <a:cs typeface="Calibri"/>
              </a:rPr>
              <a:t>of </a:t>
            </a:r>
            <a:r>
              <a:rPr sz="1800" b="1" spc="-10" dirty="0">
                <a:solidFill>
                  <a:srgbClr val="FF0000"/>
                </a:solidFill>
                <a:latin typeface="Calibri"/>
                <a:cs typeface="Calibri"/>
              </a:rPr>
              <a:t>Requirement</a:t>
            </a:r>
            <a:r>
              <a:rPr sz="1800" b="1" spc="-20" dirty="0">
                <a:solidFill>
                  <a:srgbClr val="FF0000"/>
                </a:solidFill>
                <a:latin typeface="Calibri"/>
                <a:cs typeface="Calibri"/>
              </a:rPr>
              <a:t> </a:t>
            </a:r>
            <a:r>
              <a:rPr sz="1800" b="1" dirty="0">
                <a:solidFill>
                  <a:srgbClr val="FF0000"/>
                </a:solidFill>
                <a:latin typeface="Calibri"/>
                <a:cs typeface="Calibri"/>
              </a:rPr>
              <a:t>Phase</a:t>
            </a:r>
            <a:r>
              <a:rPr sz="1800" b="1" spc="-20" dirty="0">
                <a:solidFill>
                  <a:srgbClr val="FF0000"/>
                </a:solidFill>
                <a:latin typeface="Calibri"/>
                <a:cs typeface="Calibri"/>
              </a:rPr>
              <a:t> </a:t>
            </a:r>
            <a:r>
              <a:rPr sz="1800" b="1" spc="-10" dirty="0">
                <a:solidFill>
                  <a:srgbClr val="FF0000"/>
                </a:solidFill>
                <a:latin typeface="Calibri"/>
                <a:cs typeface="Calibri"/>
              </a:rPr>
              <a:t>Testing</a:t>
            </a:r>
            <a:endParaRPr sz="1800">
              <a:latin typeface="Calibri"/>
              <a:cs typeface="Calibri"/>
            </a:endParaRPr>
          </a:p>
          <a:p>
            <a:pPr marL="241300" indent="-228600">
              <a:lnSpc>
                <a:spcPct val="100000"/>
              </a:lnSpc>
              <a:spcBef>
                <a:spcPts val="785"/>
              </a:spcBef>
              <a:buFont typeface="Wingdings"/>
              <a:buChar char=""/>
              <a:tabLst>
                <a:tab pos="241300" algn="l"/>
              </a:tabLst>
            </a:pPr>
            <a:r>
              <a:rPr sz="1800" spc="-25" dirty="0">
                <a:latin typeface="Calibri"/>
                <a:cs typeface="Calibri"/>
              </a:rPr>
              <a:t>RTM</a:t>
            </a:r>
            <a:endParaRPr sz="1800">
              <a:latin typeface="Calibri"/>
              <a:cs typeface="Calibri"/>
            </a:endParaRPr>
          </a:p>
          <a:p>
            <a:pPr marL="241300" indent="-228600">
              <a:lnSpc>
                <a:spcPct val="100000"/>
              </a:lnSpc>
              <a:spcBef>
                <a:spcPts val="790"/>
              </a:spcBef>
              <a:buFont typeface="Wingdings"/>
              <a:buChar char=""/>
              <a:tabLst>
                <a:tab pos="241300" algn="l"/>
              </a:tabLst>
            </a:pPr>
            <a:r>
              <a:rPr sz="1800" dirty="0">
                <a:latin typeface="Calibri"/>
                <a:cs typeface="Calibri"/>
              </a:rPr>
              <a:t>Automation</a:t>
            </a:r>
            <a:r>
              <a:rPr sz="1800" spc="-50" dirty="0">
                <a:latin typeface="Calibri"/>
                <a:cs typeface="Calibri"/>
              </a:rPr>
              <a:t> </a:t>
            </a:r>
            <a:r>
              <a:rPr sz="1800" spc="-10" dirty="0">
                <a:latin typeface="Calibri"/>
                <a:cs typeface="Calibri"/>
              </a:rPr>
              <a:t>feasibility</a:t>
            </a:r>
            <a:r>
              <a:rPr sz="1800" spc="-40" dirty="0">
                <a:latin typeface="Calibri"/>
                <a:cs typeface="Calibri"/>
              </a:rPr>
              <a:t> </a:t>
            </a:r>
            <a:r>
              <a:rPr sz="1800" dirty="0">
                <a:latin typeface="Calibri"/>
                <a:cs typeface="Calibri"/>
              </a:rPr>
              <a:t>report.</a:t>
            </a:r>
            <a:r>
              <a:rPr sz="1800" spc="-50" dirty="0">
                <a:latin typeface="Calibri"/>
                <a:cs typeface="Calibri"/>
              </a:rPr>
              <a:t> </a:t>
            </a:r>
            <a:r>
              <a:rPr sz="1800" dirty="0">
                <a:latin typeface="Calibri"/>
                <a:cs typeface="Calibri"/>
              </a:rPr>
              <a:t>(if</a:t>
            </a:r>
            <a:r>
              <a:rPr sz="1800" spc="-25" dirty="0">
                <a:latin typeface="Calibri"/>
                <a:cs typeface="Calibri"/>
              </a:rPr>
              <a:t> </a:t>
            </a:r>
            <a:r>
              <a:rPr sz="1800" spc="-10" dirty="0">
                <a:latin typeface="Calibri"/>
                <a:cs typeface="Calibri"/>
              </a:rPr>
              <a:t>applicable)</a:t>
            </a:r>
            <a:endParaRPr sz="1800">
              <a:latin typeface="Calibri"/>
              <a:cs typeface="Calibri"/>
            </a:endParaRPr>
          </a:p>
        </p:txBody>
      </p:sp>
      <p:sp>
        <p:nvSpPr>
          <p:cNvPr id="5" name="object 5"/>
          <p:cNvSpPr txBox="1"/>
          <p:nvPr/>
        </p:nvSpPr>
        <p:spPr>
          <a:xfrm>
            <a:off x="6251828" y="5014341"/>
            <a:ext cx="1852295" cy="208279"/>
          </a:xfrm>
          <a:prstGeom prst="rect">
            <a:avLst/>
          </a:prstGeom>
        </p:spPr>
        <p:txBody>
          <a:bodyPr vert="horz" wrap="square" lIns="0" tIns="12700" rIns="0" bIns="0" rtlCol="0">
            <a:spAutoFit/>
          </a:bodyPr>
          <a:lstStyle/>
          <a:p>
            <a:pPr marL="12700">
              <a:lnSpc>
                <a:spcPct val="100000"/>
              </a:lnSpc>
              <a:spcBef>
                <a:spcPts val="100"/>
              </a:spcBef>
            </a:pPr>
            <a:r>
              <a:rPr sz="1200" spc="-35" dirty="0">
                <a:solidFill>
                  <a:srgbClr val="212121"/>
                </a:solidFill>
                <a:latin typeface="Tahoma"/>
                <a:cs typeface="Tahoma"/>
              </a:rPr>
              <a:t>Deliverables</a:t>
            </a:r>
            <a:r>
              <a:rPr sz="1200" spc="-114" dirty="0">
                <a:solidFill>
                  <a:srgbClr val="212121"/>
                </a:solidFill>
                <a:latin typeface="Tahoma"/>
                <a:cs typeface="Tahoma"/>
              </a:rPr>
              <a:t> </a:t>
            </a:r>
            <a:r>
              <a:rPr sz="1200" spc="-10" dirty="0">
                <a:solidFill>
                  <a:srgbClr val="212121"/>
                </a:solidFill>
                <a:latin typeface="Tahoma"/>
                <a:cs typeface="Tahoma"/>
              </a:rPr>
              <a:t>of</a:t>
            </a:r>
            <a:r>
              <a:rPr sz="1200" spc="-65" dirty="0">
                <a:solidFill>
                  <a:srgbClr val="212121"/>
                </a:solidFill>
                <a:latin typeface="Tahoma"/>
                <a:cs typeface="Tahoma"/>
              </a:rPr>
              <a:t> </a:t>
            </a:r>
            <a:r>
              <a:rPr sz="1200" spc="-55" dirty="0">
                <a:solidFill>
                  <a:srgbClr val="212121"/>
                </a:solidFill>
                <a:latin typeface="Tahoma"/>
                <a:cs typeface="Tahoma"/>
              </a:rPr>
              <a:t>Test</a:t>
            </a:r>
            <a:r>
              <a:rPr sz="1200" spc="-114" dirty="0">
                <a:solidFill>
                  <a:srgbClr val="212121"/>
                </a:solidFill>
                <a:latin typeface="Tahoma"/>
                <a:cs typeface="Tahoma"/>
              </a:rPr>
              <a:t> </a:t>
            </a:r>
            <a:r>
              <a:rPr sz="1200" spc="-10" dirty="0">
                <a:solidFill>
                  <a:srgbClr val="212121"/>
                </a:solidFill>
                <a:latin typeface="Tahoma"/>
                <a:cs typeface="Tahoma"/>
              </a:rPr>
              <a:t>Planning</a:t>
            </a:r>
            <a:endParaRPr sz="1200">
              <a:latin typeface="Tahoma"/>
              <a:cs typeface="Tahoma"/>
            </a:endParaRPr>
          </a:p>
        </p:txBody>
      </p:sp>
      <p:sp>
        <p:nvSpPr>
          <p:cNvPr id="6" name="object 6"/>
          <p:cNvSpPr txBox="1"/>
          <p:nvPr/>
        </p:nvSpPr>
        <p:spPr>
          <a:xfrm>
            <a:off x="6251828" y="461518"/>
            <a:ext cx="5586095" cy="5344160"/>
          </a:xfrm>
          <a:prstGeom prst="rect">
            <a:avLst/>
          </a:prstGeom>
        </p:spPr>
        <p:txBody>
          <a:bodyPr vert="horz" wrap="square" lIns="0" tIns="140335" rIns="0" bIns="0" rtlCol="0">
            <a:spAutoFit/>
          </a:bodyPr>
          <a:lstStyle/>
          <a:p>
            <a:pPr marL="12700" algn="just">
              <a:lnSpc>
                <a:spcPct val="100000"/>
              </a:lnSpc>
              <a:spcBef>
                <a:spcPts val="1105"/>
              </a:spcBef>
            </a:pPr>
            <a:r>
              <a:rPr sz="1800" b="1" spc="-35" dirty="0">
                <a:solidFill>
                  <a:srgbClr val="FF0000"/>
                </a:solidFill>
                <a:latin typeface="Calibri"/>
                <a:cs typeface="Calibri"/>
              </a:rPr>
              <a:t>Test</a:t>
            </a:r>
            <a:r>
              <a:rPr sz="1800" b="1" spc="-30" dirty="0">
                <a:solidFill>
                  <a:srgbClr val="FF0000"/>
                </a:solidFill>
                <a:latin typeface="Calibri"/>
                <a:cs typeface="Calibri"/>
              </a:rPr>
              <a:t> </a:t>
            </a:r>
            <a:r>
              <a:rPr sz="1800" b="1" dirty="0">
                <a:solidFill>
                  <a:srgbClr val="FF0000"/>
                </a:solidFill>
                <a:latin typeface="Calibri"/>
                <a:cs typeface="Calibri"/>
              </a:rPr>
              <a:t>Planning</a:t>
            </a:r>
            <a:r>
              <a:rPr sz="1800" b="1" spc="-50" dirty="0">
                <a:solidFill>
                  <a:srgbClr val="FF0000"/>
                </a:solidFill>
                <a:latin typeface="Calibri"/>
                <a:cs typeface="Calibri"/>
              </a:rPr>
              <a:t> </a:t>
            </a:r>
            <a:r>
              <a:rPr sz="1800" b="1" dirty="0">
                <a:solidFill>
                  <a:srgbClr val="FF0000"/>
                </a:solidFill>
                <a:latin typeface="Calibri"/>
                <a:cs typeface="Calibri"/>
              </a:rPr>
              <a:t>in</a:t>
            </a:r>
            <a:r>
              <a:rPr sz="1800" b="1" spc="-20" dirty="0">
                <a:solidFill>
                  <a:srgbClr val="FF0000"/>
                </a:solidFill>
                <a:latin typeface="Calibri"/>
                <a:cs typeface="Calibri"/>
              </a:rPr>
              <a:t> STLC</a:t>
            </a:r>
            <a:endParaRPr sz="1800">
              <a:latin typeface="Calibri"/>
              <a:cs typeface="Calibri"/>
            </a:endParaRPr>
          </a:p>
          <a:p>
            <a:pPr marL="12700" marR="5080" algn="just">
              <a:lnSpc>
                <a:spcPct val="100000"/>
              </a:lnSpc>
              <a:spcBef>
                <a:spcPts val="1010"/>
              </a:spcBef>
            </a:pPr>
            <a:r>
              <a:rPr sz="1800" dirty="0">
                <a:latin typeface="Calibri"/>
                <a:cs typeface="Calibri"/>
              </a:rPr>
              <a:t>Test</a:t>
            </a:r>
            <a:r>
              <a:rPr sz="1800" spc="440" dirty="0">
                <a:latin typeface="Calibri"/>
                <a:cs typeface="Calibri"/>
              </a:rPr>
              <a:t> </a:t>
            </a:r>
            <a:r>
              <a:rPr sz="1800" dirty="0">
                <a:latin typeface="Calibri"/>
                <a:cs typeface="Calibri"/>
              </a:rPr>
              <a:t>Planning</a:t>
            </a:r>
            <a:r>
              <a:rPr sz="1800" spc="470" dirty="0">
                <a:latin typeface="Calibri"/>
                <a:cs typeface="Calibri"/>
              </a:rPr>
              <a:t> </a:t>
            </a:r>
            <a:r>
              <a:rPr sz="1800" dirty="0">
                <a:latin typeface="Calibri"/>
                <a:cs typeface="Calibri"/>
              </a:rPr>
              <a:t>in</a:t>
            </a:r>
            <a:r>
              <a:rPr sz="1800" spc="450" dirty="0">
                <a:latin typeface="Calibri"/>
                <a:cs typeface="Calibri"/>
              </a:rPr>
              <a:t> </a:t>
            </a:r>
            <a:r>
              <a:rPr sz="1800" dirty="0">
                <a:latin typeface="Calibri"/>
                <a:cs typeface="Calibri"/>
              </a:rPr>
              <a:t>STLC</a:t>
            </a:r>
            <a:r>
              <a:rPr sz="1800" spc="465" dirty="0">
                <a:latin typeface="Calibri"/>
                <a:cs typeface="Calibri"/>
              </a:rPr>
              <a:t> </a:t>
            </a:r>
            <a:r>
              <a:rPr sz="1800" dirty="0">
                <a:latin typeface="Calibri"/>
                <a:cs typeface="Calibri"/>
              </a:rPr>
              <a:t>is</a:t>
            </a:r>
            <a:r>
              <a:rPr sz="1800" spc="455" dirty="0">
                <a:latin typeface="Calibri"/>
                <a:cs typeface="Calibri"/>
              </a:rPr>
              <a:t> </a:t>
            </a:r>
            <a:r>
              <a:rPr sz="1800" dirty="0">
                <a:latin typeface="Calibri"/>
                <a:cs typeface="Calibri"/>
              </a:rPr>
              <a:t>a</a:t>
            </a:r>
            <a:r>
              <a:rPr sz="1800" spc="455" dirty="0">
                <a:latin typeface="Calibri"/>
                <a:cs typeface="Calibri"/>
              </a:rPr>
              <a:t> </a:t>
            </a:r>
            <a:r>
              <a:rPr sz="1800" dirty="0">
                <a:latin typeface="Calibri"/>
                <a:cs typeface="Calibri"/>
              </a:rPr>
              <a:t>phase</a:t>
            </a:r>
            <a:r>
              <a:rPr sz="1800" spc="455" dirty="0">
                <a:latin typeface="Calibri"/>
                <a:cs typeface="Calibri"/>
              </a:rPr>
              <a:t> </a:t>
            </a:r>
            <a:r>
              <a:rPr sz="1800" dirty="0">
                <a:latin typeface="Calibri"/>
                <a:cs typeface="Calibri"/>
              </a:rPr>
              <a:t>in</a:t>
            </a:r>
            <a:r>
              <a:rPr sz="1800" spc="455" dirty="0">
                <a:latin typeface="Calibri"/>
                <a:cs typeface="Calibri"/>
              </a:rPr>
              <a:t> </a:t>
            </a:r>
            <a:r>
              <a:rPr sz="1800" dirty="0">
                <a:latin typeface="Calibri"/>
                <a:cs typeface="Calibri"/>
              </a:rPr>
              <a:t>which</a:t>
            </a:r>
            <a:r>
              <a:rPr sz="1800" spc="459" dirty="0">
                <a:latin typeface="Calibri"/>
                <a:cs typeface="Calibri"/>
              </a:rPr>
              <a:t> </a:t>
            </a:r>
            <a:r>
              <a:rPr sz="1800" dirty="0">
                <a:latin typeface="Calibri"/>
                <a:cs typeface="Calibri"/>
              </a:rPr>
              <a:t>a</a:t>
            </a:r>
            <a:r>
              <a:rPr sz="1800" spc="459" dirty="0">
                <a:latin typeface="Calibri"/>
                <a:cs typeface="Calibri"/>
              </a:rPr>
              <a:t> </a:t>
            </a:r>
            <a:r>
              <a:rPr sz="1800" dirty="0">
                <a:latin typeface="Calibri"/>
                <a:cs typeface="Calibri"/>
              </a:rPr>
              <a:t>Senior</a:t>
            </a:r>
            <a:r>
              <a:rPr sz="1800" spc="455" dirty="0">
                <a:latin typeface="Calibri"/>
                <a:cs typeface="Calibri"/>
              </a:rPr>
              <a:t> </a:t>
            </a:r>
            <a:r>
              <a:rPr sz="1800" spc="-25" dirty="0">
                <a:latin typeface="Calibri"/>
                <a:cs typeface="Calibri"/>
              </a:rPr>
              <a:t>QA </a:t>
            </a:r>
            <a:r>
              <a:rPr sz="1800" dirty="0">
                <a:latin typeface="Calibri"/>
                <a:cs typeface="Calibri"/>
              </a:rPr>
              <a:t>manager</a:t>
            </a:r>
            <a:r>
              <a:rPr sz="1800" spc="85" dirty="0">
                <a:latin typeface="Calibri"/>
                <a:cs typeface="Calibri"/>
              </a:rPr>
              <a:t>  </a:t>
            </a:r>
            <a:r>
              <a:rPr sz="1800" dirty="0">
                <a:latin typeface="Calibri"/>
                <a:cs typeface="Calibri"/>
              </a:rPr>
              <a:t>determines</a:t>
            </a:r>
            <a:r>
              <a:rPr sz="1800" spc="90" dirty="0">
                <a:latin typeface="Calibri"/>
                <a:cs typeface="Calibri"/>
              </a:rPr>
              <a:t>  </a:t>
            </a:r>
            <a:r>
              <a:rPr sz="1800" dirty="0">
                <a:latin typeface="Calibri"/>
                <a:cs typeface="Calibri"/>
              </a:rPr>
              <a:t>the</a:t>
            </a:r>
            <a:r>
              <a:rPr sz="1800" spc="85" dirty="0">
                <a:latin typeface="Calibri"/>
                <a:cs typeface="Calibri"/>
              </a:rPr>
              <a:t>  </a:t>
            </a:r>
            <a:r>
              <a:rPr sz="1800" dirty="0">
                <a:latin typeface="Calibri"/>
                <a:cs typeface="Calibri"/>
              </a:rPr>
              <a:t>test</a:t>
            </a:r>
            <a:r>
              <a:rPr sz="1800" spc="95" dirty="0">
                <a:latin typeface="Calibri"/>
                <a:cs typeface="Calibri"/>
              </a:rPr>
              <a:t>  </a:t>
            </a:r>
            <a:r>
              <a:rPr sz="1800" dirty="0">
                <a:latin typeface="Calibri"/>
                <a:cs typeface="Calibri"/>
              </a:rPr>
              <a:t>plan</a:t>
            </a:r>
            <a:r>
              <a:rPr sz="1800" spc="90" dirty="0">
                <a:latin typeface="Calibri"/>
                <a:cs typeface="Calibri"/>
              </a:rPr>
              <a:t>  </a:t>
            </a:r>
            <a:r>
              <a:rPr sz="1800" dirty="0">
                <a:latin typeface="Calibri"/>
                <a:cs typeface="Calibri"/>
              </a:rPr>
              <a:t>strategy</a:t>
            </a:r>
            <a:r>
              <a:rPr sz="1800" spc="90" dirty="0">
                <a:latin typeface="Calibri"/>
                <a:cs typeface="Calibri"/>
              </a:rPr>
              <a:t>  </a:t>
            </a:r>
            <a:r>
              <a:rPr sz="1800" dirty="0">
                <a:latin typeface="Calibri"/>
                <a:cs typeface="Calibri"/>
              </a:rPr>
              <a:t>along</a:t>
            </a:r>
            <a:r>
              <a:rPr sz="1800" spc="90" dirty="0">
                <a:latin typeface="Calibri"/>
                <a:cs typeface="Calibri"/>
              </a:rPr>
              <a:t>  </a:t>
            </a:r>
            <a:r>
              <a:rPr sz="1800" spc="-20" dirty="0">
                <a:latin typeface="Calibri"/>
                <a:cs typeface="Calibri"/>
              </a:rPr>
              <a:t>with </a:t>
            </a:r>
            <a:r>
              <a:rPr sz="1800" dirty="0">
                <a:latin typeface="Calibri"/>
                <a:cs typeface="Calibri"/>
              </a:rPr>
              <a:t>efforts</a:t>
            </a:r>
            <a:r>
              <a:rPr sz="1800" spc="-55" dirty="0">
                <a:latin typeface="Calibri"/>
                <a:cs typeface="Calibri"/>
              </a:rPr>
              <a:t> </a:t>
            </a:r>
            <a:r>
              <a:rPr sz="1800" dirty="0">
                <a:latin typeface="Calibri"/>
                <a:cs typeface="Calibri"/>
              </a:rPr>
              <a:t>and</a:t>
            </a:r>
            <a:r>
              <a:rPr sz="1800" spc="-40" dirty="0">
                <a:latin typeface="Calibri"/>
                <a:cs typeface="Calibri"/>
              </a:rPr>
              <a:t> </a:t>
            </a:r>
            <a:r>
              <a:rPr sz="1800" dirty="0">
                <a:latin typeface="Calibri"/>
                <a:cs typeface="Calibri"/>
              </a:rPr>
              <a:t>cost</a:t>
            </a:r>
            <a:r>
              <a:rPr sz="1800" spc="-40" dirty="0">
                <a:latin typeface="Calibri"/>
                <a:cs typeface="Calibri"/>
              </a:rPr>
              <a:t> </a:t>
            </a:r>
            <a:r>
              <a:rPr sz="1800" spc="-10" dirty="0">
                <a:latin typeface="Calibri"/>
                <a:cs typeface="Calibri"/>
              </a:rPr>
              <a:t>estimates</a:t>
            </a:r>
            <a:r>
              <a:rPr sz="1800" spc="-40" dirty="0">
                <a:latin typeface="Calibri"/>
                <a:cs typeface="Calibri"/>
              </a:rPr>
              <a:t> </a:t>
            </a:r>
            <a:r>
              <a:rPr sz="1800" dirty="0">
                <a:latin typeface="Calibri"/>
                <a:cs typeface="Calibri"/>
              </a:rPr>
              <a:t>for</a:t>
            </a:r>
            <a:r>
              <a:rPr sz="1800" spc="-50" dirty="0">
                <a:latin typeface="Calibri"/>
                <a:cs typeface="Calibri"/>
              </a:rPr>
              <a:t> </a:t>
            </a:r>
            <a:r>
              <a:rPr sz="1800" dirty="0">
                <a:latin typeface="Calibri"/>
                <a:cs typeface="Calibri"/>
              </a:rPr>
              <a:t>the</a:t>
            </a:r>
            <a:r>
              <a:rPr sz="1800" spc="-30" dirty="0">
                <a:latin typeface="Calibri"/>
                <a:cs typeface="Calibri"/>
              </a:rPr>
              <a:t> </a:t>
            </a:r>
            <a:r>
              <a:rPr sz="1800" spc="-10" dirty="0">
                <a:latin typeface="Calibri"/>
                <a:cs typeface="Calibri"/>
              </a:rPr>
              <a:t>project.</a:t>
            </a:r>
            <a:endParaRPr sz="1800">
              <a:latin typeface="Calibri"/>
              <a:cs typeface="Calibri"/>
            </a:endParaRPr>
          </a:p>
          <a:p>
            <a:pPr marL="12700" algn="just">
              <a:lnSpc>
                <a:spcPct val="100000"/>
              </a:lnSpc>
              <a:spcBef>
                <a:spcPts val="994"/>
              </a:spcBef>
            </a:pPr>
            <a:r>
              <a:rPr sz="1800" spc="-10" dirty="0">
                <a:latin typeface="Calibri"/>
                <a:cs typeface="Calibri"/>
              </a:rPr>
              <a:t>Moreover,</a:t>
            </a:r>
            <a:r>
              <a:rPr sz="1800" spc="20" dirty="0">
                <a:latin typeface="Calibri"/>
                <a:cs typeface="Calibri"/>
              </a:rPr>
              <a:t> </a:t>
            </a:r>
            <a:r>
              <a:rPr sz="1800" dirty="0">
                <a:latin typeface="Calibri"/>
                <a:cs typeface="Calibri"/>
              </a:rPr>
              <a:t>the</a:t>
            </a:r>
            <a:r>
              <a:rPr sz="1800" spc="25" dirty="0">
                <a:latin typeface="Calibri"/>
                <a:cs typeface="Calibri"/>
              </a:rPr>
              <a:t> </a:t>
            </a:r>
            <a:r>
              <a:rPr sz="1800" dirty="0">
                <a:latin typeface="Calibri"/>
                <a:cs typeface="Calibri"/>
              </a:rPr>
              <a:t>resources,</a:t>
            </a:r>
            <a:r>
              <a:rPr sz="1800" spc="25" dirty="0">
                <a:latin typeface="Calibri"/>
                <a:cs typeface="Calibri"/>
              </a:rPr>
              <a:t> </a:t>
            </a:r>
            <a:r>
              <a:rPr sz="1800" dirty="0">
                <a:latin typeface="Calibri"/>
                <a:cs typeface="Calibri"/>
              </a:rPr>
              <a:t>test</a:t>
            </a:r>
            <a:r>
              <a:rPr sz="1800" spc="20" dirty="0">
                <a:latin typeface="Calibri"/>
                <a:cs typeface="Calibri"/>
              </a:rPr>
              <a:t> </a:t>
            </a:r>
            <a:r>
              <a:rPr sz="1800" dirty="0">
                <a:latin typeface="Calibri"/>
                <a:cs typeface="Calibri"/>
              </a:rPr>
              <a:t>environment,</a:t>
            </a:r>
            <a:r>
              <a:rPr sz="1800" spc="15" dirty="0">
                <a:latin typeface="Calibri"/>
                <a:cs typeface="Calibri"/>
              </a:rPr>
              <a:t> </a:t>
            </a:r>
            <a:r>
              <a:rPr sz="1800" dirty="0">
                <a:latin typeface="Calibri"/>
                <a:cs typeface="Calibri"/>
              </a:rPr>
              <a:t>test</a:t>
            </a:r>
            <a:r>
              <a:rPr sz="1800" spc="25" dirty="0">
                <a:latin typeface="Calibri"/>
                <a:cs typeface="Calibri"/>
              </a:rPr>
              <a:t> </a:t>
            </a:r>
            <a:r>
              <a:rPr sz="1800" spc="-10" dirty="0">
                <a:latin typeface="Calibri"/>
                <a:cs typeface="Calibri"/>
              </a:rPr>
              <a:t>limitations</a:t>
            </a:r>
            <a:endParaRPr sz="1800">
              <a:latin typeface="Calibri"/>
              <a:cs typeface="Calibri"/>
            </a:endParaRPr>
          </a:p>
          <a:p>
            <a:pPr marL="12700" algn="just">
              <a:lnSpc>
                <a:spcPct val="100000"/>
              </a:lnSpc>
              <a:spcBef>
                <a:spcPts val="5"/>
              </a:spcBef>
            </a:pPr>
            <a:r>
              <a:rPr sz="1800" dirty="0">
                <a:latin typeface="Calibri"/>
                <a:cs typeface="Calibri"/>
              </a:rPr>
              <a:t>and</a:t>
            </a:r>
            <a:r>
              <a:rPr sz="1800" spc="-35" dirty="0">
                <a:latin typeface="Calibri"/>
                <a:cs typeface="Calibri"/>
              </a:rPr>
              <a:t> </a:t>
            </a:r>
            <a:r>
              <a:rPr sz="1800" dirty="0">
                <a:latin typeface="Calibri"/>
                <a:cs typeface="Calibri"/>
              </a:rPr>
              <a:t>the</a:t>
            </a:r>
            <a:r>
              <a:rPr sz="1800" spc="-45" dirty="0">
                <a:latin typeface="Calibri"/>
                <a:cs typeface="Calibri"/>
              </a:rPr>
              <a:t> </a:t>
            </a:r>
            <a:r>
              <a:rPr sz="1800" dirty="0">
                <a:latin typeface="Calibri"/>
                <a:cs typeface="Calibri"/>
              </a:rPr>
              <a:t>testing</a:t>
            </a:r>
            <a:r>
              <a:rPr sz="1800" spc="-35" dirty="0">
                <a:latin typeface="Calibri"/>
                <a:cs typeface="Calibri"/>
              </a:rPr>
              <a:t> </a:t>
            </a:r>
            <a:r>
              <a:rPr sz="1800" dirty="0">
                <a:latin typeface="Calibri"/>
                <a:cs typeface="Calibri"/>
              </a:rPr>
              <a:t>schedule</a:t>
            </a:r>
            <a:r>
              <a:rPr sz="1800" spc="-30" dirty="0">
                <a:latin typeface="Calibri"/>
                <a:cs typeface="Calibri"/>
              </a:rPr>
              <a:t> </a:t>
            </a:r>
            <a:r>
              <a:rPr sz="1800" dirty="0">
                <a:latin typeface="Calibri"/>
                <a:cs typeface="Calibri"/>
              </a:rPr>
              <a:t>are</a:t>
            </a:r>
            <a:r>
              <a:rPr sz="1800" spc="-45" dirty="0">
                <a:latin typeface="Calibri"/>
                <a:cs typeface="Calibri"/>
              </a:rPr>
              <a:t> </a:t>
            </a:r>
            <a:r>
              <a:rPr sz="1800" dirty="0">
                <a:latin typeface="Calibri"/>
                <a:cs typeface="Calibri"/>
              </a:rPr>
              <a:t>also</a:t>
            </a:r>
            <a:r>
              <a:rPr sz="1800" spc="-40" dirty="0">
                <a:latin typeface="Calibri"/>
                <a:cs typeface="Calibri"/>
              </a:rPr>
              <a:t> </a:t>
            </a:r>
            <a:r>
              <a:rPr sz="1800" spc="-10" dirty="0">
                <a:latin typeface="Calibri"/>
                <a:cs typeface="Calibri"/>
              </a:rPr>
              <a:t>determined.</a:t>
            </a:r>
            <a:endParaRPr sz="1800">
              <a:latin typeface="Calibri"/>
              <a:cs typeface="Calibri"/>
            </a:endParaRPr>
          </a:p>
          <a:p>
            <a:pPr marL="12700" marR="5715" algn="just">
              <a:lnSpc>
                <a:spcPct val="100000"/>
              </a:lnSpc>
              <a:spcBef>
                <a:spcPts val="994"/>
              </a:spcBef>
            </a:pPr>
            <a:r>
              <a:rPr sz="1800" dirty="0">
                <a:latin typeface="Calibri"/>
                <a:cs typeface="Calibri"/>
              </a:rPr>
              <a:t>The</a:t>
            </a:r>
            <a:r>
              <a:rPr sz="1800" spc="490" dirty="0">
                <a:latin typeface="Calibri"/>
                <a:cs typeface="Calibri"/>
              </a:rPr>
              <a:t> </a:t>
            </a:r>
            <a:r>
              <a:rPr sz="1800" dirty="0">
                <a:latin typeface="Calibri"/>
                <a:cs typeface="Calibri"/>
              </a:rPr>
              <a:t>Test</a:t>
            </a:r>
            <a:r>
              <a:rPr sz="1800" spc="484" dirty="0">
                <a:latin typeface="Calibri"/>
                <a:cs typeface="Calibri"/>
              </a:rPr>
              <a:t> </a:t>
            </a:r>
            <a:r>
              <a:rPr sz="1800" dirty="0">
                <a:latin typeface="Calibri"/>
                <a:cs typeface="Calibri"/>
              </a:rPr>
              <a:t>Plan</a:t>
            </a:r>
            <a:r>
              <a:rPr sz="1800" spc="45" dirty="0">
                <a:latin typeface="Calibri"/>
                <a:cs typeface="Calibri"/>
              </a:rPr>
              <a:t>  </a:t>
            </a:r>
            <a:r>
              <a:rPr sz="1800" dirty="0">
                <a:latin typeface="Calibri"/>
                <a:cs typeface="Calibri"/>
              </a:rPr>
              <a:t>gets</a:t>
            </a:r>
            <a:r>
              <a:rPr sz="1800" spc="490" dirty="0">
                <a:latin typeface="Calibri"/>
                <a:cs typeface="Calibri"/>
              </a:rPr>
              <a:t> </a:t>
            </a:r>
            <a:r>
              <a:rPr sz="1800" dirty="0">
                <a:latin typeface="Calibri"/>
                <a:cs typeface="Calibri"/>
              </a:rPr>
              <a:t>prepared</a:t>
            </a:r>
            <a:r>
              <a:rPr sz="1800" spc="495" dirty="0">
                <a:latin typeface="Calibri"/>
                <a:cs typeface="Calibri"/>
              </a:rPr>
              <a:t> </a:t>
            </a:r>
            <a:r>
              <a:rPr sz="1800" dirty="0">
                <a:latin typeface="Calibri"/>
                <a:cs typeface="Calibri"/>
              </a:rPr>
              <a:t>and</a:t>
            </a:r>
            <a:r>
              <a:rPr sz="1800" spc="495" dirty="0">
                <a:latin typeface="Calibri"/>
                <a:cs typeface="Calibri"/>
              </a:rPr>
              <a:t> </a:t>
            </a:r>
            <a:r>
              <a:rPr sz="1800" dirty="0">
                <a:latin typeface="Calibri"/>
                <a:cs typeface="Calibri"/>
              </a:rPr>
              <a:t>finalized</a:t>
            </a:r>
            <a:r>
              <a:rPr sz="1800" spc="484" dirty="0">
                <a:latin typeface="Calibri"/>
                <a:cs typeface="Calibri"/>
              </a:rPr>
              <a:t> </a:t>
            </a:r>
            <a:r>
              <a:rPr sz="1800" dirty="0">
                <a:latin typeface="Calibri"/>
                <a:cs typeface="Calibri"/>
              </a:rPr>
              <a:t>in</a:t>
            </a:r>
            <a:r>
              <a:rPr sz="1800" spc="45" dirty="0">
                <a:latin typeface="Calibri"/>
                <a:cs typeface="Calibri"/>
              </a:rPr>
              <a:t>  </a:t>
            </a:r>
            <a:r>
              <a:rPr sz="1800" dirty="0">
                <a:latin typeface="Calibri"/>
                <a:cs typeface="Calibri"/>
              </a:rPr>
              <a:t>the</a:t>
            </a:r>
            <a:r>
              <a:rPr sz="1800" spc="490" dirty="0">
                <a:latin typeface="Calibri"/>
                <a:cs typeface="Calibri"/>
              </a:rPr>
              <a:t> </a:t>
            </a:r>
            <a:r>
              <a:rPr sz="1800" spc="-20" dirty="0">
                <a:latin typeface="Calibri"/>
                <a:cs typeface="Calibri"/>
              </a:rPr>
              <a:t>same </a:t>
            </a:r>
            <a:r>
              <a:rPr sz="1800" spc="-10" dirty="0">
                <a:latin typeface="Calibri"/>
                <a:cs typeface="Calibri"/>
              </a:rPr>
              <a:t>phase.</a:t>
            </a:r>
            <a:endParaRPr sz="1800">
              <a:latin typeface="Calibri"/>
              <a:cs typeface="Calibri"/>
            </a:endParaRPr>
          </a:p>
          <a:p>
            <a:pPr marL="12700" algn="just">
              <a:lnSpc>
                <a:spcPct val="100000"/>
              </a:lnSpc>
              <a:spcBef>
                <a:spcPts val="780"/>
              </a:spcBef>
            </a:pPr>
            <a:r>
              <a:rPr sz="1200" spc="-55" dirty="0">
                <a:solidFill>
                  <a:srgbClr val="212121"/>
                </a:solidFill>
                <a:latin typeface="Tahoma"/>
                <a:cs typeface="Tahoma"/>
              </a:rPr>
              <a:t>Test</a:t>
            </a:r>
            <a:r>
              <a:rPr sz="1200" spc="-85" dirty="0">
                <a:solidFill>
                  <a:srgbClr val="212121"/>
                </a:solidFill>
                <a:latin typeface="Tahoma"/>
                <a:cs typeface="Tahoma"/>
              </a:rPr>
              <a:t> </a:t>
            </a:r>
            <a:r>
              <a:rPr sz="1200" spc="-30" dirty="0">
                <a:solidFill>
                  <a:srgbClr val="212121"/>
                </a:solidFill>
                <a:latin typeface="Tahoma"/>
                <a:cs typeface="Tahoma"/>
              </a:rPr>
              <a:t>Planning</a:t>
            </a:r>
            <a:r>
              <a:rPr sz="1200" spc="-90" dirty="0">
                <a:solidFill>
                  <a:srgbClr val="212121"/>
                </a:solidFill>
                <a:latin typeface="Tahoma"/>
                <a:cs typeface="Tahoma"/>
              </a:rPr>
              <a:t> </a:t>
            </a:r>
            <a:r>
              <a:rPr sz="1200" spc="-10" dirty="0">
                <a:solidFill>
                  <a:srgbClr val="212121"/>
                </a:solidFill>
                <a:latin typeface="Tahoma"/>
                <a:cs typeface="Tahoma"/>
              </a:rPr>
              <a:t>Activities</a:t>
            </a:r>
            <a:endParaRPr sz="1200">
              <a:latin typeface="Tahoma"/>
              <a:cs typeface="Tahoma"/>
            </a:endParaRPr>
          </a:p>
          <a:p>
            <a:pPr marL="240665" indent="-227965">
              <a:lnSpc>
                <a:spcPct val="100000"/>
              </a:lnSpc>
              <a:spcBef>
                <a:spcPts val="850"/>
              </a:spcBef>
              <a:buFont typeface="Arial MT"/>
              <a:buChar char="•"/>
              <a:tabLst>
                <a:tab pos="240665" algn="l"/>
              </a:tabLst>
            </a:pPr>
            <a:r>
              <a:rPr sz="1200" spc="-30" dirty="0">
                <a:solidFill>
                  <a:srgbClr val="212121"/>
                </a:solidFill>
                <a:latin typeface="Tahoma"/>
                <a:cs typeface="Tahoma"/>
              </a:rPr>
              <a:t>Preparation</a:t>
            </a:r>
            <a:r>
              <a:rPr sz="1200" spc="-50" dirty="0">
                <a:solidFill>
                  <a:srgbClr val="212121"/>
                </a:solidFill>
                <a:latin typeface="Tahoma"/>
                <a:cs typeface="Tahoma"/>
              </a:rPr>
              <a:t> </a:t>
            </a:r>
            <a:r>
              <a:rPr sz="1200" spc="-20" dirty="0">
                <a:solidFill>
                  <a:srgbClr val="212121"/>
                </a:solidFill>
                <a:latin typeface="Tahoma"/>
                <a:cs typeface="Tahoma"/>
              </a:rPr>
              <a:t>of</a:t>
            </a:r>
            <a:r>
              <a:rPr sz="1200" spc="-45" dirty="0">
                <a:solidFill>
                  <a:srgbClr val="212121"/>
                </a:solidFill>
                <a:latin typeface="Tahoma"/>
                <a:cs typeface="Tahoma"/>
              </a:rPr>
              <a:t> </a:t>
            </a:r>
            <a:r>
              <a:rPr sz="1200" spc="-20" dirty="0">
                <a:solidFill>
                  <a:srgbClr val="212121"/>
                </a:solidFill>
                <a:latin typeface="Tahoma"/>
                <a:cs typeface="Tahoma"/>
              </a:rPr>
              <a:t>test</a:t>
            </a:r>
            <a:r>
              <a:rPr sz="1200" spc="-60" dirty="0">
                <a:solidFill>
                  <a:srgbClr val="212121"/>
                </a:solidFill>
                <a:latin typeface="Tahoma"/>
                <a:cs typeface="Tahoma"/>
              </a:rPr>
              <a:t> </a:t>
            </a:r>
            <a:r>
              <a:rPr sz="1200" spc="-30" dirty="0">
                <a:solidFill>
                  <a:srgbClr val="212121"/>
                </a:solidFill>
                <a:latin typeface="Tahoma"/>
                <a:cs typeface="Tahoma"/>
              </a:rPr>
              <a:t>plan/strategy</a:t>
            </a:r>
            <a:r>
              <a:rPr sz="1200" spc="-95" dirty="0">
                <a:solidFill>
                  <a:srgbClr val="212121"/>
                </a:solidFill>
                <a:latin typeface="Tahoma"/>
                <a:cs typeface="Tahoma"/>
              </a:rPr>
              <a:t> </a:t>
            </a:r>
            <a:r>
              <a:rPr sz="1200" spc="-50" dirty="0">
                <a:solidFill>
                  <a:srgbClr val="212121"/>
                </a:solidFill>
                <a:latin typeface="Tahoma"/>
                <a:cs typeface="Tahoma"/>
              </a:rPr>
              <a:t>document</a:t>
            </a:r>
            <a:r>
              <a:rPr sz="1200" spc="-75" dirty="0">
                <a:solidFill>
                  <a:srgbClr val="212121"/>
                </a:solidFill>
                <a:latin typeface="Tahoma"/>
                <a:cs typeface="Tahoma"/>
              </a:rPr>
              <a:t> </a:t>
            </a:r>
            <a:r>
              <a:rPr sz="1200" spc="-20" dirty="0">
                <a:solidFill>
                  <a:srgbClr val="212121"/>
                </a:solidFill>
                <a:latin typeface="Tahoma"/>
                <a:cs typeface="Tahoma"/>
              </a:rPr>
              <a:t>for</a:t>
            </a:r>
            <a:r>
              <a:rPr sz="1200" spc="-40" dirty="0">
                <a:solidFill>
                  <a:srgbClr val="212121"/>
                </a:solidFill>
                <a:latin typeface="Tahoma"/>
                <a:cs typeface="Tahoma"/>
              </a:rPr>
              <a:t> various </a:t>
            </a:r>
            <a:r>
              <a:rPr sz="1200" spc="-35" dirty="0">
                <a:solidFill>
                  <a:srgbClr val="212121"/>
                </a:solidFill>
                <a:latin typeface="Tahoma"/>
                <a:cs typeface="Tahoma"/>
              </a:rPr>
              <a:t>types</a:t>
            </a:r>
            <a:r>
              <a:rPr sz="1200" spc="-75" dirty="0">
                <a:solidFill>
                  <a:srgbClr val="212121"/>
                </a:solidFill>
                <a:latin typeface="Tahoma"/>
                <a:cs typeface="Tahoma"/>
              </a:rPr>
              <a:t> </a:t>
            </a:r>
            <a:r>
              <a:rPr sz="1200" spc="-20" dirty="0">
                <a:solidFill>
                  <a:srgbClr val="212121"/>
                </a:solidFill>
                <a:latin typeface="Tahoma"/>
                <a:cs typeface="Tahoma"/>
              </a:rPr>
              <a:t>of</a:t>
            </a:r>
            <a:r>
              <a:rPr sz="1200" spc="-35" dirty="0">
                <a:solidFill>
                  <a:srgbClr val="212121"/>
                </a:solidFill>
                <a:latin typeface="Tahoma"/>
                <a:cs typeface="Tahoma"/>
              </a:rPr>
              <a:t> </a:t>
            </a:r>
            <a:r>
              <a:rPr sz="1200" spc="-10" dirty="0">
                <a:solidFill>
                  <a:srgbClr val="212121"/>
                </a:solidFill>
                <a:latin typeface="Tahoma"/>
                <a:cs typeface="Tahoma"/>
              </a:rPr>
              <a:t>testing</a:t>
            </a:r>
            <a:endParaRPr sz="1200">
              <a:latin typeface="Tahoma"/>
              <a:cs typeface="Tahoma"/>
            </a:endParaRPr>
          </a:p>
          <a:p>
            <a:pPr marL="240665" indent="-227965">
              <a:lnSpc>
                <a:spcPct val="100000"/>
              </a:lnSpc>
              <a:spcBef>
                <a:spcPts val="855"/>
              </a:spcBef>
              <a:buFont typeface="Arial MT"/>
              <a:buChar char="•"/>
              <a:tabLst>
                <a:tab pos="240665" algn="l"/>
              </a:tabLst>
            </a:pPr>
            <a:r>
              <a:rPr sz="1200" spc="-60" dirty="0">
                <a:solidFill>
                  <a:srgbClr val="212121"/>
                </a:solidFill>
                <a:latin typeface="Tahoma"/>
                <a:cs typeface="Tahoma"/>
              </a:rPr>
              <a:t>Test</a:t>
            </a:r>
            <a:r>
              <a:rPr sz="1200" spc="-105" dirty="0">
                <a:solidFill>
                  <a:srgbClr val="212121"/>
                </a:solidFill>
                <a:latin typeface="Tahoma"/>
                <a:cs typeface="Tahoma"/>
              </a:rPr>
              <a:t> </a:t>
            </a:r>
            <a:r>
              <a:rPr sz="1200" spc="-10" dirty="0">
                <a:solidFill>
                  <a:srgbClr val="212121"/>
                </a:solidFill>
                <a:latin typeface="Tahoma"/>
                <a:cs typeface="Tahoma"/>
              </a:rPr>
              <a:t>tool</a:t>
            </a:r>
            <a:r>
              <a:rPr sz="1200" spc="-80" dirty="0">
                <a:solidFill>
                  <a:srgbClr val="212121"/>
                </a:solidFill>
                <a:latin typeface="Tahoma"/>
                <a:cs typeface="Tahoma"/>
              </a:rPr>
              <a:t> </a:t>
            </a:r>
            <a:r>
              <a:rPr sz="1200" spc="-10" dirty="0">
                <a:solidFill>
                  <a:srgbClr val="212121"/>
                </a:solidFill>
                <a:latin typeface="Tahoma"/>
                <a:cs typeface="Tahoma"/>
              </a:rPr>
              <a:t>selection</a:t>
            </a:r>
            <a:endParaRPr sz="1200">
              <a:latin typeface="Tahoma"/>
              <a:cs typeface="Tahoma"/>
            </a:endParaRPr>
          </a:p>
          <a:p>
            <a:pPr marL="240665" indent="-227965">
              <a:lnSpc>
                <a:spcPct val="100000"/>
              </a:lnSpc>
              <a:spcBef>
                <a:spcPts val="865"/>
              </a:spcBef>
              <a:buFont typeface="Arial MT"/>
              <a:buChar char="•"/>
              <a:tabLst>
                <a:tab pos="240665" algn="l"/>
              </a:tabLst>
            </a:pPr>
            <a:r>
              <a:rPr sz="1200" spc="-60" dirty="0">
                <a:solidFill>
                  <a:srgbClr val="212121"/>
                </a:solidFill>
                <a:latin typeface="Tahoma"/>
                <a:cs typeface="Tahoma"/>
              </a:rPr>
              <a:t>Test</a:t>
            </a:r>
            <a:r>
              <a:rPr sz="1200" spc="-75" dirty="0">
                <a:solidFill>
                  <a:srgbClr val="212121"/>
                </a:solidFill>
                <a:latin typeface="Tahoma"/>
                <a:cs typeface="Tahoma"/>
              </a:rPr>
              <a:t> </a:t>
            </a:r>
            <a:r>
              <a:rPr sz="1200" spc="-20" dirty="0">
                <a:solidFill>
                  <a:srgbClr val="212121"/>
                </a:solidFill>
                <a:latin typeface="Tahoma"/>
                <a:cs typeface="Tahoma"/>
              </a:rPr>
              <a:t>effort</a:t>
            </a:r>
            <a:r>
              <a:rPr sz="1200" spc="-50" dirty="0">
                <a:solidFill>
                  <a:srgbClr val="212121"/>
                </a:solidFill>
                <a:latin typeface="Tahoma"/>
                <a:cs typeface="Tahoma"/>
              </a:rPr>
              <a:t> </a:t>
            </a:r>
            <a:r>
              <a:rPr sz="1200" spc="-10" dirty="0">
                <a:solidFill>
                  <a:srgbClr val="212121"/>
                </a:solidFill>
                <a:latin typeface="Tahoma"/>
                <a:cs typeface="Tahoma"/>
              </a:rPr>
              <a:t>estimation</a:t>
            </a:r>
            <a:endParaRPr sz="1200">
              <a:latin typeface="Tahoma"/>
              <a:cs typeface="Tahoma"/>
            </a:endParaRPr>
          </a:p>
          <a:p>
            <a:pPr marL="240665" indent="-227965">
              <a:lnSpc>
                <a:spcPct val="100000"/>
              </a:lnSpc>
              <a:spcBef>
                <a:spcPts val="850"/>
              </a:spcBef>
              <a:buFont typeface="Arial MT"/>
              <a:buChar char="•"/>
              <a:tabLst>
                <a:tab pos="240665" algn="l"/>
              </a:tabLst>
            </a:pPr>
            <a:r>
              <a:rPr sz="1200" spc="-55" dirty="0">
                <a:solidFill>
                  <a:srgbClr val="212121"/>
                </a:solidFill>
                <a:latin typeface="Tahoma"/>
                <a:cs typeface="Tahoma"/>
              </a:rPr>
              <a:t>Resource</a:t>
            </a:r>
            <a:r>
              <a:rPr sz="1200" spc="-50" dirty="0">
                <a:solidFill>
                  <a:srgbClr val="212121"/>
                </a:solidFill>
                <a:latin typeface="Tahoma"/>
                <a:cs typeface="Tahoma"/>
              </a:rPr>
              <a:t> </a:t>
            </a:r>
            <a:r>
              <a:rPr sz="1200" spc="-40" dirty="0">
                <a:solidFill>
                  <a:srgbClr val="212121"/>
                </a:solidFill>
                <a:latin typeface="Tahoma"/>
                <a:cs typeface="Tahoma"/>
              </a:rPr>
              <a:t>planning</a:t>
            </a:r>
            <a:r>
              <a:rPr sz="1200" spc="-50" dirty="0">
                <a:solidFill>
                  <a:srgbClr val="212121"/>
                </a:solidFill>
                <a:latin typeface="Tahoma"/>
                <a:cs typeface="Tahoma"/>
              </a:rPr>
              <a:t> and</a:t>
            </a:r>
            <a:r>
              <a:rPr sz="1200" spc="-40" dirty="0">
                <a:solidFill>
                  <a:srgbClr val="212121"/>
                </a:solidFill>
                <a:latin typeface="Tahoma"/>
                <a:cs typeface="Tahoma"/>
              </a:rPr>
              <a:t> determining</a:t>
            </a:r>
            <a:r>
              <a:rPr sz="1200" spc="-65" dirty="0">
                <a:solidFill>
                  <a:srgbClr val="212121"/>
                </a:solidFill>
                <a:latin typeface="Tahoma"/>
                <a:cs typeface="Tahoma"/>
              </a:rPr>
              <a:t> </a:t>
            </a:r>
            <a:r>
              <a:rPr sz="1200" spc="-35" dirty="0">
                <a:solidFill>
                  <a:srgbClr val="212121"/>
                </a:solidFill>
                <a:latin typeface="Tahoma"/>
                <a:cs typeface="Tahoma"/>
              </a:rPr>
              <a:t>roles</a:t>
            </a:r>
            <a:r>
              <a:rPr sz="1200" spc="-55" dirty="0">
                <a:solidFill>
                  <a:srgbClr val="212121"/>
                </a:solidFill>
                <a:latin typeface="Tahoma"/>
                <a:cs typeface="Tahoma"/>
              </a:rPr>
              <a:t> and </a:t>
            </a:r>
            <a:r>
              <a:rPr sz="1200" spc="-10" dirty="0">
                <a:solidFill>
                  <a:srgbClr val="212121"/>
                </a:solidFill>
                <a:latin typeface="Tahoma"/>
                <a:cs typeface="Tahoma"/>
              </a:rPr>
              <a:t>responsibilities.</a:t>
            </a:r>
            <a:endParaRPr sz="1200">
              <a:latin typeface="Tahoma"/>
              <a:cs typeface="Tahoma"/>
            </a:endParaRPr>
          </a:p>
          <a:p>
            <a:pPr marL="240665" indent="-227965">
              <a:lnSpc>
                <a:spcPct val="100000"/>
              </a:lnSpc>
              <a:spcBef>
                <a:spcPts val="855"/>
              </a:spcBef>
              <a:buFont typeface="Arial MT"/>
              <a:buChar char="•"/>
              <a:tabLst>
                <a:tab pos="240665" algn="l"/>
              </a:tabLst>
            </a:pPr>
            <a:r>
              <a:rPr sz="1200" spc="-45" dirty="0">
                <a:solidFill>
                  <a:srgbClr val="212121"/>
                </a:solidFill>
                <a:latin typeface="Tahoma"/>
                <a:cs typeface="Tahoma"/>
              </a:rPr>
              <a:t>Training</a:t>
            </a:r>
            <a:r>
              <a:rPr sz="1200" spc="-75" dirty="0">
                <a:solidFill>
                  <a:srgbClr val="212121"/>
                </a:solidFill>
                <a:latin typeface="Tahoma"/>
                <a:cs typeface="Tahoma"/>
              </a:rPr>
              <a:t> </a:t>
            </a:r>
            <a:r>
              <a:rPr sz="1200" spc="-10" dirty="0">
                <a:solidFill>
                  <a:srgbClr val="212121"/>
                </a:solidFill>
                <a:latin typeface="Tahoma"/>
                <a:cs typeface="Tahoma"/>
              </a:rPr>
              <a:t>requirement</a:t>
            </a:r>
            <a:endParaRPr sz="1200">
              <a:latin typeface="Tahoma"/>
              <a:cs typeface="Tahoma"/>
            </a:endParaRPr>
          </a:p>
          <a:p>
            <a:pPr>
              <a:lnSpc>
                <a:spcPct val="100000"/>
              </a:lnSpc>
              <a:buFont typeface="Arial MT"/>
              <a:buChar char="•"/>
            </a:pPr>
            <a:endParaRPr sz="1200">
              <a:latin typeface="Tahoma"/>
              <a:cs typeface="Tahoma"/>
            </a:endParaRPr>
          </a:p>
          <a:p>
            <a:pPr>
              <a:lnSpc>
                <a:spcPct val="100000"/>
              </a:lnSpc>
              <a:spcBef>
                <a:spcPts val="260"/>
              </a:spcBef>
              <a:buFont typeface="Arial MT"/>
              <a:buChar char="•"/>
            </a:pPr>
            <a:endParaRPr sz="1200">
              <a:latin typeface="Tahoma"/>
              <a:cs typeface="Tahoma"/>
            </a:endParaRPr>
          </a:p>
          <a:p>
            <a:pPr marL="240665" indent="-227965">
              <a:lnSpc>
                <a:spcPct val="100000"/>
              </a:lnSpc>
              <a:buFont typeface="Arial MT"/>
              <a:buChar char="•"/>
              <a:tabLst>
                <a:tab pos="240665" algn="l"/>
              </a:tabLst>
            </a:pPr>
            <a:r>
              <a:rPr sz="1200" spc="-60" dirty="0">
                <a:solidFill>
                  <a:srgbClr val="212121"/>
                </a:solidFill>
                <a:latin typeface="Tahoma"/>
                <a:cs typeface="Tahoma"/>
              </a:rPr>
              <a:t>Test</a:t>
            </a:r>
            <a:r>
              <a:rPr sz="1200" spc="-50" dirty="0">
                <a:solidFill>
                  <a:srgbClr val="212121"/>
                </a:solidFill>
                <a:latin typeface="Tahoma"/>
                <a:cs typeface="Tahoma"/>
              </a:rPr>
              <a:t> </a:t>
            </a:r>
            <a:r>
              <a:rPr sz="1200" spc="-30" dirty="0">
                <a:solidFill>
                  <a:srgbClr val="212121"/>
                </a:solidFill>
                <a:latin typeface="Tahoma"/>
                <a:cs typeface="Tahoma"/>
              </a:rPr>
              <a:t>plan/strategy</a:t>
            </a:r>
            <a:r>
              <a:rPr sz="1200" spc="-65" dirty="0">
                <a:solidFill>
                  <a:srgbClr val="212121"/>
                </a:solidFill>
                <a:latin typeface="Tahoma"/>
                <a:cs typeface="Tahoma"/>
              </a:rPr>
              <a:t> </a:t>
            </a:r>
            <a:r>
              <a:rPr sz="1200" spc="-10" dirty="0">
                <a:solidFill>
                  <a:srgbClr val="212121"/>
                </a:solidFill>
                <a:latin typeface="Tahoma"/>
                <a:cs typeface="Tahoma"/>
              </a:rPr>
              <a:t>document.</a:t>
            </a:r>
            <a:endParaRPr sz="1200">
              <a:latin typeface="Tahoma"/>
              <a:cs typeface="Tahoma"/>
            </a:endParaRPr>
          </a:p>
          <a:p>
            <a:pPr marL="240665" indent="-227965">
              <a:lnSpc>
                <a:spcPct val="100000"/>
              </a:lnSpc>
              <a:spcBef>
                <a:spcPts val="850"/>
              </a:spcBef>
              <a:buClr>
                <a:srgbClr val="000000"/>
              </a:buClr>
              <a:buFont typeface="Arial MT"/>
              <a:buChar char="•"/>
              <a:tabLst>
                <a:tab pos="240665" algn="l"/>
              </a:tabLst>
            </a:pPr>
            <a:r>
              <a:rPr sz="1200" u="sng" spc="-10" dirty="0">
                <a:solidFill>
                  <a:srgbClr val="0462C1"/>
                </a:solidFill>
                <a:uFill>
                  <a:solidFill>
                    <a:srgbClr val="0462C1"/>
                  </a:solidFill>
                </a:uFill>
                <a:latin typeface="Tahoma"/>
                <a:cs typeface="Tahoma"/>
                <a:hlinkClick r:id="rId2"/>
              </a:rPr>
              <a:t>Effort</a:t>
            </a:r>
            <a:r>
              <a:rPr sz="1200" u="sng" spc="-50" dirty="0">
                <a:solidFill>
                  <a:srgbClr val="0462C1"/>
                </a:solidFill>
                <a:uFill>
                  <a:solidFill>
                    <a:srgbClr val="0462C1"/>
                  </a:solidFill>
                </a:uFill>
                <a:latin typeface="Tahoma"/>
                <a:cs typeface="Tahoma"/>
                <a:hlinkClick r:id="rId2"/>
              </a:rPr>
              <a:t> </a:t>
            </a:r>
            <a:r>
              <a:rPr sz="1200" u="sng" spc="-30" dirty="0">
                <a:solidFill>
                  <a:srgbClr val="0462C1"/>
                </a:solidFill>
                <a:uFill>
                  <a:solidFill>
                    <a:srgbClr val="0462C1"/>
                  </a:solidFill>
                </a:uFill>
                <a:latin typeface="Tahoma"/>
                <a:cs typeface="Tahoma"/>
                <a:hlinkClick r:id="rId2"/>
              </a:rPr>
              <a:t>estimation</a:t>
            </a:r>
            <a:r>
              <a:rPr sz="1200" spc="-55" dirty="0">
                <a:solidFill>
                  <a:srgbClr val="0462C1"/>
                </a:solidFill>
                <a:latin typeface="Tahoma"/>
                <a:cs typeface="Tahoma"/>
              </a:rPr>
              <a:t> </a:t>
            </a:r>
            <a:r>
              <a:rPr sz="1200" spc="-10" dirty="0">
                <a:solidFill>
                  <a:srgbClr val="212121"/>
                </a:solidFill>
                <a:latin typeface="Tahoma"/>
                <a:cs typeface="Tahoma"/>
              </a:rPr>
              <a:t>document.</a:t>
            </a:r>
            <a:endParaRPr sz="1200">
              <a:latin typeface="Tahoma"/>
              <a:cs typeface="Tahom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35" dirty="0">
                <a:solidFill>
                  <a:srgbClr val="FF0000"/>
                </a:solidFill>
              </a:rPr>
              <a:t>Test</a:t>
            </a:r>
            <a:r>
              <a:rPr spc="-30" dirty="0">
                <a:solidFill>
                  <a:srgbClr val="FF0000"/>
                </a:solidFill>
              </a:rPr>
              <a:t> </a:t>
            </a:r>
            <a:r>
              <a:rPr dirty="0">
                <a:solidFill>
                  <a:srgbClr val="FF0000"/>
                </a:solidFill>
              </a:rPr>
              <a:t>Case</a:t>
            </a:r>
            <a:r>
              <a:rPr spc="-20" dirty="0">
                <a:solidFill>
                  <a:srgbClr val="FF0000"/>
                </a:solidFill>
              </a:rPr>
              <a:t> </a:t>
            </a:r>
            <a:r>
              <a:rPr spc="-10" dirty="0">
                <a:solidFill>
                  <a:srgbClr val="FF0000"/>
                </a:solidFill>
              </a:rPr>
              <a:t>Development</a:t>
            </a:r>
            <a:r>
              <a:rPr spc="-35" dirty="0">
                <a:solidFill>
                  <a:srgbClr val="FF0000"/>
                </a:solidFill>
              </a:rPr>
              <a:t> </a:t>
            </a:r>
            <a:r>
              <a:rPr spc="-20" dirty="0">
                <a:solidFill>
                  <a:srgbClr val="FF0000"/>
                </a:solidFill>
              </a:rPr>
              <a:t>Phase</a:t>
            </a:r>
          </a:p>
        </p:txBody>
      </p:sp>
      <p:sp>
        <p:nvSpPr>
          <p:cNvPr id="3" name="object 3"/>
          <p:cNvSpPr txBox="1"/>
          <p:nvPr/>
        </p:nvSpPr>
        <p:spPr>
          <a:xfrm>
            <a:off x="593242" y="964438"/>
            <a:ext cx="5227320" cy="2473325"/>
          </a:xfrm>
          <a:prstGeom prst="rect">
            <a:avLst/>
          </a:prstGeom>
        </p:spPr>
        <p:txBody>
          <a:bodyPr vert="horz" wrap="square" lIns="0" tIns="12700" rIns="0" bIns="0" rtlCol="0">
            <a:spAutoFit/>
          </a:bodyPr>
          <a:lstStyle/>
          <a:p>
            <a:pPr marL="241300" marR="5080" indent="-228600" algn="just">
              <a:lnSpc>
                <a:spcPct val="100000"/>
              </a:lnSpc>
              <a:spcBef>
                <a:spcPts val="100"/>
              </a:spcBef>
              <a:buFont typeface="Arial MT"/>
              <a:buChar char="•"/>
              <a:tabLst>
                <a:tab pos="241300" algn="l"/>
              </a:tabLst>
            </a:pPr>
            <a:r>
              <a:rPr sz="1800" dirty="0">
                <a:latin typeface="Calibri"/>
                <a:cs typeface="Calibri"/>
              </a:rPr>
              <a:t>The</a:t>
            </a:r>
            <a:r>
              <a:rPr sz="1800" spc="180" dirty="0">
                <a:latin typeface="Calibri"/>
                <a:cs typeface="Calibri"/>
              </a:rPr>
              <a:t>  </a:t>
            </a:r>
            <a:r>
              <a:rPr sz="1800" dirty="0">
                <a:latin typeface="Calibri"/>
                <a:cs typeface="Calibri"/>
              </a:rPr>
              <a:t>Test</a:t>
            </a:r>
            <a:r>
              <a:rPr sz="1800" spc="180" dirty="0">
                <a:latin typeface="Calibri"/>
                <a:cs typeface="Calibri"/>
              </a:rPr>
              <a:t>  </a:t>
            </a:r>
            <a:r>
              <a:rPr sz="1800" dirty="0">
                <a:latin typeface="Calibri"/>
                <a:cs typeface="Calibri"/>
              </a:rPr>
              <a:t>Case</a:t>
            </a:r>
            <a:r>
              <a:rPr sz="1800" spc="190" dirty="0">
                <a:latin typeface="Calibri"/>
                <a:cs typeface="Calibri"/>
              </a:rPr>
              <a:t>  </a:t>
            </a:r>
            <a:r>
              <a:rPr sz="1800" dirty="0">
                <a:latin typeface="Calibri"/>
                <a:cs typeface="Calibri"/>
              </a:rPr>
              <a:t>Development</a:t>
            </a:r>
            <a:r>
              <a:rPr sz="1800" spc="175" dirty="0">
                <a:latin typeface="Calibri"/>
                <a:cs typeface="Calibri"/>
              </a:rPr>
              <a:t>  </a:t>
            </a:r>
            <a:r>
              <a:rPr sz="1800" dirty="0">
                <a:latin typeface="Calibri"/>
                <a:cs typeface="Calibri"/>
              </a:rPr>
              <a:t>Phase</a:t>
            </a:r>
            <a:r>
              <a:rPr sz="1800" spc="185" dirty="0">
                <a:latin typeface="Calibri"/>
                <a:cs typeface="Calibri"/>
              </a:rPr>
              <a:t>  </a:t>
            </a:r>
            <a:r>
              <a:rPr sz="1800" dirty="0">
                <a:latin typeface="Calibri"/>
                <a:cs typeface="Calibri"/>
              </a:rPr>
              <a:t>involves</a:t>
            </a:r>
            <a:r>
              <a:rPr sz="1800" spc="175" dirty="0">
                <a:latin typeface="Calibri"/>
                <a:cs typeface="Calibri"/>
              </a:rPr>
              <a:t>  </a:t>
            </a:r>
            <a:r>
              <a:rPr sz="1800" spc="-25" dirty="0">
                <a:latin typeface="Calibri"/>
                <a:cs typeface="Calibri"/>
              </a:rPr>
              <a:t>the </a:t>
            </a:r>
            <a:r>
              <a:rPr sz="1800" b="1" dirty="0">
                <a:solidFill>
                  <a:srgbClr val="00AFEF"/>
                </a:solidFill>
                <a:latin typeface="Calibri"/>
                <a:cs typeface="Calibri"/>
              </a:rPr>
              <a:t>creation, verification</a:t>
            </a:r>
            <a:r>
              <a:rPr sz="1800" b="1" spc="10" dirty="0">
                <a:solidFill>
                  <a:srgbClr val="00AFEF"/>
                </a:solidFill>
                <a:latin typeface="Calibri"/>
                <a:cs typeface="Calibri"/>
              </a:rPr>
              <a:t> </a:t>
            </a:r>
            <a:r>
              <a:rPr sz="1800" dirty="0">
                <a:latin typeface="Calibri"/>
                <a:cs typeface="Calibri"/>
              </a:rPr>
              <a:t>and</a:t>
            </a:r>
            <a:r>
              <a:rPr sz="1800" spc="5" dirty="0">
                <a:latin typeface="Calibri"/>
                <a:cs typeface="Calibri"/>
              </a:rPr>
              <a:t> </a:t>
            </a:r>
            <a:r>
              <a:rPr sz="1800" b="1" dirty="0">
                <a:solidFill>
                  <a:srgbClr val="00AFEF"/>
                </a:solidFill>
                <a:latin typeface="Calibri"/>
                <a:cs typeface="Calibri"/>
              </a:rPr>
              <a:t>rework</a:t>
            </a:r>
            <a:r>
              <a:rPr sz="1800" b="1" spc="-5" dirty="0">
                <a:solidFill>
                  <a:srgbClr val="00AFEF"/>
                </a:solidFill>
                <a:latin typeface="Calibri"/>
                <a:cs typeface="Calibri"/>
              </a:rPr>
              <a:t> </a:t>
            </a:r>
            <a:r>
              <a:rPr sz="1800" b="1" dirty="0">
                <a:solidFill>
                  <a:srgbClr val="00AFEF"/>
                </a:solidFill>
                <a:latin typeface="Calibri"/>
                <a:cs typeface="Calibri"/>
              </a:rPr>
              <a:t>of</a:t>
            </a:r>
            <a:r>
              <a:rPr sz="1800" b="1" spc="-5" dirty="0">
                <a:solidFill>
                  <a:srgbClr val="00AFEF"/>
                </a:solidFill>
                <a:latin typeface="Calibri"/>
                <a:cs typeface="Calibri"/>
              </a:rPr>
              <a:t> </a:t>
            </a:r>
            <a:r>
              <a:rPr sz="1800" b="1" dirty="0">
                <a:solidFill>
                  <a:srgbClr val="00AFEF"/>
                </a:solidFill>
                <a:latin typeface="Calibri"/>
                <a:cs typeface="Calibri"/>
              </a:rPr>
              <a:t>test</a:t>
            </a:r>
            <a:r>
              <a:rPr sz="1800" b="1" spc="-5" dirty="0">
                <a:solidFill>
                  <a:srgbClr val="00AFEF"/>
                </a:solidFill>
                <a:latin typeface="Calibri"/>
                <a:cs typeface="Calibri"/>
              </a:rPr>
              <a:t> </a:t>
            </a:r>
            <a:r>
              <a:rPr sz="1800" b="1" dirty="0">
                <a:solidFill>
                  <a:srgbClr val="00AFEF"/>
                </a:solidFill>
                <a:latin typeface="Calibri"/>
                <a:cs typeface="Calibri"/>
              </a:rPr>
              <a:t>cases</a:t>
            </a:r>
            <a:r>
              <a:rPr sz="1800" b="1" spc="-10" dirty="0">
                <a:solidFill>
                  <a:srgbClr val="00AFEF"/>
                </a:solidFill>
                <a:latin typeface="Calibri"/>
                <a:cs typeface="Calibri"/>
              </a:rPr>
              <a:t> </a:t>
            </a:r>
            <a:r>
              <a:rPr sz="1800" b="1" dirty="0">
                <a:solidFill>
                  <a:srgbClr val="00AFEF"/>
                </a:solidFill>
                <a:latin typeface="Calibri"/>
                <a:cs typeface="Calibri"/>
              </a:rPr>
              <a:t>&amp;</a:t>
            </a:r>
            <a:r>
              <a:rPr sz="1800" b="1" spc="-10" dirty="0">
                <a:solidFill>
                  <a:srgbClr val="00AFEF"/>
                </a:solidFill>
                <a:latin typeface="Calibri"/>
                <a:cs typeface="Calibri"/>
              </a:rPr>
              <a:t> </a:t>
            </a:r>
            <a:r>
              <a:rPr sz="1800" b="1" spc="-20" dirty="0">
                <a:solidFill>
                  <a:srgbClr val="00AFEF"/>
                </a:solidFill>
                <a:latin typeface="Calibri"/>
                <a:cs typeface="Calibri"/>
              </a:rPr>
              <a:t>test </a:t>
            </a:r>
            <a:r>
              <a:rPr sz="1800" b="1" dirty="0">
                <a:solidFill>
                  <a:srgbClr val="00AFEF"/>
                </a:solidFill>
                <a:latin typeface="Calibri"/>
                <a:cs typeface="Calibri"/>
              </a:rPr>
              <a:t>scripts</a:t>
            </a:r>
            <a:r>
              <a:rPr sz="1800" b="1" spc="-65" dirty="0">
                <a:solidFill>
                  <a:srgbClr val="00AFEF"/>
                </a:solidFill>
                <a:latin typeface="Calibri"/>
                <a:cs typeface="Calibri"/>
              </a:rPr>
              <a:t> </a:t>
            </a:r>
            <a:r>
              <a:rPr sz="1800" dirty="0">
                <a:latin typeface="Calibri"/>
                <a:cs typeface="Calibri"/>
              </a:rPr>
              <a:t>after</a:t>
            </a:r>
            <a:r>
              <a:rPr sz="1800" spc="-25" dirty="0">
                <a:latin typeface="Calibri"/>
                <a:cs typeface="Calibri"/>
              </a:rPr>
              <a:t> </a:t>
            </a:r>
            <a:r>
              <a:rPr sz="1800" dirty="0">
                <a:latin typeface="Calibri"/>
                <a:cs typeface="Calibri"/>
              </a:rPr>
              <a:t>the</a:t>
            </a:r>
            <a:r>
              <a:rPr sz="1800" spc="-35" dirty="0">
                <a:latin typeface="Calibri"/>
                <a:cs typeface="Calibri"/>
              </a:rPr>
              <a:t> </a:t>
            </a:r>
            <a:r>
              <a:rPr sz="1800" dirty="0">
                <a:latin typeface="Calibri"/>
                <a:cs typeface="Calibri"/>
              </a:rPr>
              <a:t>test</a:t>
            </a:r>
            <a:r>
              <a:rPr sz="1800" spc="-25" dirty="0">
                <a:latin typeface="Calibri"/>
                <a:cs typeface="Calibri"/>
              </a:rPr>
              <a:t> </a:t>
            </a:r>
            <a:r>
              <a:rPr sz="1800" dirty="0">
                <a:latin typeface="Calibri"/>
                <a:cs typeface="Calibri"/>
              </a:rPr>
              <a:t>plan</a:t>
            </a:r>
            <a:r>
              <a:rPr sz="1800" spc="-20" dirty="0">
                <a:latin typeface="Calibri"/>
                <a:cs typeface="Calibri"/>
              </a:rPr>
              <a:t> </a:t>
            </a:r>
            <a:r>
              <a:rPr sz="1800" dirty="0">
                <a:latin typeface="Calibri"/>
                <a:cs typeface="Calibri"/>
              </a:rPr>
              <a:t>is</a:t>
            </a:r>
            <a:r>
              <a:rPr sz="1800" spc="-35" dirty="0">
                <a:latin typeface="Calibri"/>
                <a:cs typeface="Calibri"/>
              </a:rPr>
              <a:t> </a:t>
            </a:r>
            <a:r>
              <a:rPr sz="1800" spc="-10" dirty="0">
                <a:latin typeface="Calibri"/>
                <a:cs typeface="Calibri"/>
              </a:rPr>
              <a:t>ready.</a:t>
            </a:r>
            <a:endParaRPr sz="1800">
              <a:latin typeface="Calibri"/>
              <a:cs typeface="Calibri"/>
            </a:endParaRPr>
          </a:p>
          <a:p>
            <a:pPr marL="241300" marR="6350" indent="-228600" algn="just">
              <a:lnSpc>
                <a:spcPct val="100000"/>
              </a:lnSpc>
              <a:spcBef>
                <a:spcPts val="994"/>
              </a:spcBef>
              <a:buFont typeface="Arial MT"/>
              <a:buChar char="•"/>
              <a:tabLst>
                <a:tab pos="241300" algn="l"/>
              </a:tabLst>
            </a:pPr>
            <a:r>
              <a:rPr sz="1800" dirty="0">
                <a:latin typeface="Calibri"/>
                <a:cs typeface="Calibri"/>
              </a:rPr>
              <a:t>Initially,</a:t>
            </a:r>
            <a:r>
              <a:rPr sz="1800" spc="130" dirty="0">
                <a:latin typeface="Calibri"/>
                <a:cs typeface="Calibri"/>
              </a:rPr>
              <a:t> </a:t>
            </a:r>
            <a:r>
              <a:rPr sz="1800" dirty="0">
                <a:latin typeface="Calibri"/>
                <a:cs typeface="Calibri"/>
              </a:rPr>
              <a:t>the</a:t>
            </a:r>
            <a:r>
              <a:rPr sz="1800" spc="140" dirty="0">
                <a:latin typeface="Calibri"/>
                <a:cs typeface="Calibri"/>
              </a:rPr>
              <a:t> </a:t>
            </a:r>
            <a:r>
              <a:rPr sz="1800" dirty="0">
                <a:latin typeface="Calibri"/>
                <a:cs typeface="Calibri"/>
              </a:rPr>
              <a:t>Test</a:t>
            </a:r>
            <a:r>
              <a:rPr sz="1800" spc="135" dirty="0">
                <a:latin typeface="Calibri"/>
                <a:cs typeface="Calibri"/>
              </a:rPr>
              <a:t> </a:t>
            </a:r>
            <a:r>
              <a:rPr sz="1800" dirty="0">
                <a:latin typeface="Calibri"/>
                <a:cs typeface="Calibri"/>
              </a:rPr>
              <a:t>data</a:t>
            </a:r>
            <a:r>
              <a:rPr sz="1800" spc="140" dirty="0">
                <a:latin typeface="Calibri"/>
                <a:cs typeface="Calibri"/>
              </a:rPr>
              <a:t> </a:t>
            </a:r>
            <a:r>
              <a:rPr sz="1800" dirty="0">
                <a:latin typeface="Calibri"/>
                <a:cs typeface="Calibri"/>
              </a:rPr>
              <a:t>is</a:t>
            </a:r>
            <a:r>
              <a:rPr sz="1800" spc="140" dirty="0">
                <a:latin typeface="Calibri"/>
                <a:cs typeface="Calibri"/>
              </a:rPr>
              <a:t> </a:t>
            </a:r>
            <a:r>
              <a:rPr sz="1800" dirty="0">
                <a:latin typeface="Calibri"/>
                <a:cs typeface="Calibri"/>
              </a:rPr>
              <a:t>identified</a:t>
            </a:r>
            <a:r>
              <a:rPr sz="1800" spc="145" dirty="0">
                <a:latin typeface="Calibri"/>
                <a:cs typeface="Calibri"/>
              </a:rPr>
              <a:t> </a:t>
            </a:r>
            <a:r>
              <a:rPr sz="1800" dirty="0">
                <a:latin typeface="Calibri"/>
                <a:cs typeface="Calibri"/>
              </a:rPr>
              <a:t>then</a:t>
            </a:r>
            <a:r>
              <a:rPr sz="1800" spc="140" dirty="0">
                <a:latin typeface="Calibri"/>
                <a:cs typeface="Calibri"/>
              </a:rPr>
              <a:t> </a:t>
            </a:r>
            <a:r>
              <a:rPr sz="1800" dirty="0">
                <a:latin typeface="Calibri"/>
                <a:cs typeface="Calibri"/>
              </a:rPr>
              <a:t>created</a:t>
            </a:r>
            <a:r>
              <a:rPr sz="1800" spc="155" dirty="0">
                <a:latin typeface="Calibri"/>
                <a:cs typeface="Calibri"/>
              </a:rPr>
              <a:t> </a:t>
            </a:r>
            <a:r>
              <a:rPr sz="1800" spc="-25" dirty="0">
                <a:latin typeface="Calibri"/>
                <a:cs typeface="Calibri"/>
              </a:rPr>
              <a:t>and </a:t>
            </a:r>
            <a:r>
              <a:rPr sz="1800" dirty="0">
                <a:latin typeface="Calibri"/>
                <a:cs typeface="Calibri"/>
              </a:rPr>
              <a:t>reviewed</a:t>
            </a:r>
            <a:r>
              <a:rPr sz="1800" spc="440" dirty="0">
                <a:latin typeface="Calibri"/>
                <a:cs typeface="Calibri"/>
              </a:rPr>
              <a:t>  </a:t>
            </a:r>
            <a:r>
              <a:rPr sz="1800" dirty="0">
                <a:latin typeface="Calibri"/>
                <a:cs typeface="Calibri"/>
              </a:rPr>
              <a:t>and</a:t>
            </a:r>
            <a:r>
              <a:rPr sz="1800" spc="450" dirty="0">
                <a:latin typeface="Calibri"/>
                <a:cs typeface="Calibri"/>
              </a:rPr>
              <a:t>  </a:t>
            </a:r>
            <a:r>
              <a:rPr sz="1800" dirty="0">
                <a:latin typeface="Calibri"/>
                <a:cs typeface="Calibri"/>
              </a:rPr>
              <a:t>then</a:t>
            </a:r>
            <a:r>
              <a:rPr sz="1800" spc="445" dirty="0">
                <a:latin typeface="Calibri"/>
                <a:cs typeface="Calibri"/>
              </a:rPr>
              <a:t>  </a:t>
            </a:r>
            <a:r>
              <a:rPr sz="1800" dirty="0">
                <a:latin typeface="Calibri"/>
                <a:cs typeface="Calibri"/>
              </a:rPr>
              <a:t>reworked</a:t>
            </a:r>
            <a:r>
              <a:rPr sz="1800" spc="440" dirty="0">
                <a:latin typeface="Calibri"/>
                <a:cs typeface="Calibri"/>
              </a:rPr>
              <a:t>  </a:t>
            </a:r>
            <a:r>
              <a:rPr sz="1800" dirty="0">
                <a:latin typeface="Calibri"/>
                <a:cs typeface="Calibri"/>
              </a:rPr>
              <a:t>based</a:t>
            </a:r>
            <a:r>
              <a:rPr sz="1800" spc="445" dirty="0">
                <a:latin typeface="Calibri"/>
                <a:cs typeface="Calibri"/>
              </a:rPr>
              <a:t>  </a:t>
            </a:r>
            <a:r>
              <a:rPr sz="1800" dirty="0">
                <a:latin typeface="Calibri"/>
                <a:cs typeface="Calibri"/>
              </a:rPr>
              <a:t>on</a:t>
            </a:r>
            <a:r>
              <a:rPr sz="1800" spc="450" dirty="0">
                <a:latin typeface="Calibri"/>
                <a:cs typeface="Calibri"/>
              </a:rPr>
              <a:t>  </a:t>
            </a:r>
            <a:r>
              <a:rPr sz="1800" spc="-25" dirty="0">
                <a:latin typeface="Calibri"/>
                <a:cs typeface="Calibri"/>
              </a:rPr>
              <a:t>the </a:t>
            </a:r>
            <a:r>
              <a:rPr sz="1800" spc="-10" dirty="0">
                <a:latin typeface="Calibri"/>
                <a:cs typeface="Calibri"/>
              </a:rPr>
              <a:t>preconditions.</a:t>
            </a:r>
            <a:endParaRPr sz="1800">
              <a:latin typeface="Calibri"/>
              <a:cs typeface="Calibri"/>
            </a:endParaRPr>
          </a:p>
          <a:p>
            <a:pPr marL="241300" marR="5080" indent="-228600" algn="just">
              <a:lnSpc>
                <a:spcPct val="100000"/>
              </a:lnSpc>
              <a:spcBef>
                <a:spcPts val="1000"/>
              </a:spcBef>
              <a:buFont typeface="Arial MT"/>
              <a:buChar char="•"/>
              <a:tabLst>
                <a:tab pos="241300" algn="l"/>
              </a:tabLst>
            </a:pPr>
            <a:r>
              <a:rPr sz="1800" dirty="0">
                <a:latin typeface="Calibri"/>
                <a:cs typeface="Calibri"/>
              </a:rPr>
              <a:t>Then the</a:t>
            </a:r>
            <a:r>
              <a:rPr sz="1800" spc="15" dirty="0">
                <a:latin typeface="Calibri"/>
                <a:cs typeface="Calibri"/>
              </a:rPr>
              <a:t> </a:t>
            </a:r>
            <a:r>
              <a:rPr sz="1800" dirty="0">
                <a:latin typeface="Calibri"/>
                <a:cs typeface="Calibri"/>
              </a:rPr>
              <a:t>QA</a:t>
            </a:r>
            <a:r>
              <a:rPr sz="1800" spc="10" dirty="0">
                <a:latin typeface="Calibri"/>
                <a:cs typeface="Calibri"/>
              </a:rPr>
              <a:t> </a:t>
            </a:r>
            <a:r>
              <a:rPr sz="1800" dirty="0">
                <a:latin typeface="Calibri"/>
                <a:cs typeface="Calibri"/>
              </a:rPr>
              <a:t>team</a:t>
            </a:r>
            <a:r>
              <a:rPr sz="1800" spc="10" dirty="0">
                <a:latin typeface="Calibri"/>
                <a:cs typeface="Calibri"/>
              </a:rPr>
              <a:t> </a:t>
            </a:r>
            <a:r>
              <a:rPr sz="1800" dirty="0">
                <a:latin typeface="Calibri"/>
                <a:cs typeface="Calibri"/>
              </a:rPr>
              <a:t>starts</a:t>
            </a:r>
            <a:r>
              <a:rPr sz="1800" spc="5" dirty="0">
                <a:latin typeface="Calibri"/>
                <a:cs typeface="Calibri"/>
              </a:rPr>
              <a:t> </a:t>
            </a:r>
            <a:r>
              <a:rPr sz="1800" dirty="0">
                <a:latin typeface="Calibri"/>
                <a:cs typeface="Calibri"/>
              </a:rPr>
              <a:t>the development process</a:t>
            </a:r>
            <a:r>
              <a:rPr sz="1800" spc="10" dirty="0">
                <a:latin typeface="Calibri"/>
                <a:cs typeface="Calibri"/>
              </a:rPr>
              <a:t> </a:t>
            </a:r>
            <a:r>
              <a:rPr sz="1800" spc="-25" dirty="0">
                <a:latin typeface="Calibri"/>
                <a:cs typeface="Calibri"/>
              </a:rPr>
              <a:t>of </a:t>
            </a:r>
            <a:r>
              <a:rPr sz="1800" dirty="0">
                <a:latin typeface="Calibri"/>
                <a:cs typeface="Calibri"/>
              </a:rPr>
              <a:t>test</a:t>
            </a:r>
            <a:r>
              <a:rPr sz="1800" spc="-65" dirty="0">
                <a:latin typeface="Calibri"/>
                <a:cs typeface="Calibri"/>
              </a:rPr>
              <a:t> </a:t>
            </a:r>
            <a:r>
              <a:rPr sz="1800" dirty="0">
                <a:latin typeface="Calibri"/>
                <a:cs typeface="Calibri"/>
              </a:rPr>
              <a:t>cases</a:t>
            </a:r>
            <a:r>
              <a:rPr sz="1800" spc="-55" dirty="0">
                <a:latin typeface="Calibri"/>
                <a:cs typeface="Calibri"/>
              </a:rPr>
              <a:t> </a:t>
            </a:r>
            <a:r>
              <a:rPr sz="1800" dirty="0">
                <a:latin typeface="Calibri"/>
                <a:cs typeface="Calibri"/>
              </a:rPr>
              <a:t>for</a:t>
            </a:r>
            <a:r>
              <a:rPr sz="1800" spc="-65" dirty="0">
                <a:latin typeface="Calibri"/>
                <a:cs typeface="Calibri"/>
              </a:rPr>
              <a:t> </a:t>
            </a:r>
            <a:r>
              <a:rPr sz="1800" dirty="0">
                <a:latin typeface="Calibri"/>
                <a:cs typeface="Calibri"/>
              </a:rPr>
              <a:t>individual</a:t>
            </a:r>
            <a:r>
              <a:rPr sz="1800" spc="-40" dirty="0">
                <a:latin typeface="Calibri"/>
                <a:cs typeface="Calibri"/>
              </a:rPr>
              <a:t> </a:t>
            </a:r>
            <a:r>
              <a:rPr sz="1800" spc="-10" dirty="0">
                <a:latin typeface="Calibri"/>
                <a:cs typeface="Calibri"/>
              </a:rPr>
              <a:t>units.</a:t>
            </a:r>
            <a:endParaRPr sz="1800">
              <a:latin typeface="Calibri"/>
              <a:cs typeface="Calibri"/>
            </a:endParaRPr>
          </a:p>
        </p:txBody>
      </p:sp>
      <p:sp>
        <p:nvSpPr>
          <p:cNvPr id="4" name="object 4"/>
          <p:cNvSpPr txBox="1"/>
          <p:nvPr/>
        </p:nvSpPr>
        <p:spPr>
          <a:xfrm>
            <a:off x="593242" y="3511118"/>
            <a:ext cx="3479800" cy="1935480"/>
          </a:xfrm>
          <a:prstGeom prst="rect">
            <a:avLst/>
          </a:prstGeom>
        </p:spPr>
        <p:txBody>
          <a:bodyPr vert="horz" wrap="square" lIns="0" tIns="12700" rIns="0" bIns="0" rtlCol="0">
            <a:spAutoFit/>
          </a:bodyPr>
          <a:lstStyle/>
          <a:p>
            <a:pPr marL="12700">
              <a:lnSpc>
                <a:spcPct val="100000"/>
              </a:lnSpc>
              <a:spcBef>
                <a:spcPts val="100"/>
              </a:spcBef>
            </a:pPr>
            <a:r>
              <a:rPr sz="1200" spc="-55" dirty="0">
                <a:solidFill>
                  <a:srgbClr val="212121"/>
                </a:solidFill>
                <a:latin typeface="Tahoma"/>
                <a:cs typeface="Tahoma"/>
              </a:rPr>
              <a:t>Test</a:t>
            </a:r>
            <a:r>
              <a:rPr sz="1200" spc="-95" dirty="0">
                <a:solidFill>
                  <a:srgbClr val="212121"/>
                </a:solidFill>
                <a:latin typeface="Tahoma"/>
                <a:cs typeface="Tahoma"/>
              </a:rPr>
              <a:t> </a:t>
            </a:r>
            <a:r>
              <a:rPr sz="1200" spc="-50" dirty="0">
                <a:solidFill>
                  <a:srgbClr val="212121"/>
                </a:solidFill>
                <a:latin typeface="Tahoma"/>
                <a:cs typeface="Tahoma"/>
              </a:rPr>
              <a:t>Case</a:t>
            </a:r>
            <a:r>
              <a:rPr sz="1200" spc="-90" dirty="0">
                <a:solidFill>
                  <a:srgbClr val="212121"/>
                </a:solidFill>
                <a:latin typeface="Tahoma"/>
                <a:cs typeface="Tahoma"/>
              </a:rPr>
              <a:t> </a:t>
            </a:r>
            <a:r>
              <a:rPr sz="1200" spc="-45" dirty="0">
                <a:solidFill>
                  <a:srgbClr val="212121"/>
                </a:solidFill>
                <a:latin typeface="Tahoma"/>
                <a:cs typeface="Tahoma"/>
              </a:rPr>
              <a:t>Development</a:t>
            </a:r>
            <a:r>
              <a:rPr sz="1200" spc="-105" dirty="0">
                <a:solidFill>
                  <a:srgbClr val="212121"/>
                </a:solidFill>
                <a:latin typeface="Tahoma"/>
                <a:cs typeface="Tahoma"/>
              </a:rPr>
              <a:t> </a:t>
            </a:r>
            <a:r>
              <a:rPr sz="1200" spc="-10" dirty="0">
                <a:solidFill>
                  <a:srgbClr val="212121"/>
                </a:solidFill>
                <a:latin typeface="Tahoma"/>
                <a:cs typeface="Tahoma"/>
              </a:rPr>
              <a:t>Activities</a:t>
            </a:r>
            <a:endParaRPr sz="1200">
              <a:latin typeface="Tahoma"/>
              <a:cs typeface="Tahoma"/>
            </a:endParaRPr>
          </a:p>
          <a:p>
            <a:pPr marL="240665" indent="-227965">
              <a:lnSpc>
                <a:spcPct val="100000"/>
              </a:lnSpc>
              <a:spcBef>
                <a:spcPts val="855"/>
              </a:spcBef>
              <a:buFont typeface="Arial MT"/>
              <a:buChar char="•"/>
              <a:tabLst>
                <a:tab pos="240665" algn="l"/>
              </a:tabLst>
            </a:pPr>
            <a:r>
              <a:rPr sz="1200" spc="-50" dirty="0">
                <a:solidFill>
                  <a:srgbClr val="212121"/>
                </a:solidFill>
                <a:latin typeface="Tahoma"/>
                <a:cs typeface="Tahoma"/>
              </a:rPr>
              <a:t>Create</a:t>
            </a:r>
            <a:r>
              <a:rPr sz="1200" spc="-75" dirty="0">
                <a:solidFill>
                  <a:srgbClr val="212121"/>
                </a:solidFill>
                <a:latin typeface="Tahoma"/>
                <a:cs typeface="Tahoma"/>
              </a:rPr>
              <a:t> </a:t>
            </a:r>
            <a:r>
              <a:rPr sz="1200" spc="-20" dirty="0">
                <a:solidFill>
                  <a:srgbClr val="212121"/>
                </a:solidFill>
                <a:latin typeface="Tahoma"/>
                <a:cs typeface="Tahoma"/>
              </a:rPr>
              <a:t>test</a:t>
            </a:r>
            <a:r>
              <a:rPr sz="1200" spc="-55" dirty="0">
                <a:solidFill>
                  <a:srgbClr val="212121"/>
                </a:solidFill>
                <a:latin typeface="Tahoma"/>
                <a:cs typeface="Tahoma"/>
              </a:rPr>
              <a:t> </a:t>
            </a:r>
            <a:r>
              <a:rPr sz="1200" spc="-65" dirty="0">
                <a:solidFill>
                  <a:srgbClr val="212121"/>
                </a:solidFill>
                <a:latin typeface="Tahoma"/>
                <a:cs typeface="Tahoma"/>
              </a:rPr>
              <a:t>cases,</a:t>
            </a:r>
            <a:r>
              <a:rPr sz="1200" spc="-60" dirty="0">
                <a:solidFill>
                  <a:srgbClr val="212121"/>
                </a:solidFill>
                <a:latin typeface="Tahoma"/>
                <a:cs typeface="Tahoma"/>
              </a:rPr>
              <a:t> </a:t>
            </a:r>
            <a:r>
              <a:rPr sz="1200" spc="-35" dirty="0">
                <a:solidFill>
                  <a:srgbClr val="212121"/>
                </a:solidFill>
                <a:latin typeface="Tahoma"/>
                <a:cs typeface="Tahoma"/>
              </a:rPr>
              <a:t>automation</a:t>
            </a:r>
            <a:r>
              <a:rPr sz="1200" spc="-75" dirty="0">
                <a:solidFill>
                  <a:srgbClr val="212121"/>
                </a:solidFill>
                <a:latin typeface="Tahoma"/>
                <a:cs typeface="Tahoma"/>
              </a:rPr>
              <a:t> </a:t>
            </a:r>
            <a:r>
              <a:rPr sz="1200" spc="-20" dirty="0">
                <a:solidFill>
                  <a:srgbClr val="212121"/>
                </a:solidFill>
                <a:latin typeface="Tahoma"/>
                <a:cs typeface="Tahoma"/>
              </a:rPr>
              <a:t>scripts</a:t>
            </a:r>
            <a:r>
              <a:rPr sz="1200" spc="-50" dirty="0">
                <a:solidFill>
                  <a:srgbClr val="212121"/>
                </a:solidFill>
                <a:latin typeface="Tahoma"/>
                <a:cs typeface="Tahoma"/>
              </a:rPr>
              <a:t> </a:t>
            </a:r>
            <a:r>
              <a:rPr sz="1200" spc="-10" dirty="0">
                <a:solidFill>
                  <a:srgbClr val="212121"/>
                </a:solidFill>
                <a:latin typeface="Tahoma"/>
                <a:cs typeface="Tahoma"/>
              </a:rPr>
              <a:t>(if</a:t>
            </a:r>
            <a:r>
              <a:rPr sz="1200" spc="-45" dirty="0">
                <a:solidFill>
                  <a:srgbClr val="212121"/>
                </a:solidFill>
                <a:latin typeface="Tahoma"/>
                <a:cs typeface="Tahoma"/>
              </a:rPr>
              <a:t> </a:t>
            </a:r>
            <a:r>
              <a:rPr sz="1200" spc="-10" dirty="0">
                <a:solidFill>
                  <a:srgbClr val="212121"/>
                </a:solidFill>
                <a:latin typeface="Tahoma"/>
                <a:cs typeface="Tahoma"/>
              </a:rPr>
              <a:t>applicable)</a:t>
            </a:r>
            <a:endParaRPr sz="1200">
              <a:latin typeface="Tahoma"/>
              <a:cs typeface="Tahoma"/>
            </a:endParaRPr>
          </a:p>
          <a:p>
            <a:pPr marL="240665" indent="-227965">
              <a:lnSpc>
                <a:spcPct val="100000"/>
              </a:lnSpc>
              <a:spcBef>
                <a:spcPts val="850"/>
              </a:spcBef>
              <a:buFont typeface="Arial MT"/>
              <a:buChar char="•"/>
              <a:tabLst>
                <a:tab pos="240665" algn="l"/>
              </a:tabLst>
            </a:pPr>
            <a:r>
              <a:rPr sz="1200" spc="-65" dirty="0">
                <a:solidFill>
                  <a:srgbClr val="212121"/>
                </a:solidFill>
                <a:latin typeface="Tahoma"/>
                <a:cs typeface="Tahoma"/>
              </a:rPr>
              <a:t>Review</a:t>
            </a:r>
            <a:r>
              <a:rPr sz="1200" spc="-75" dirty="0">
                <a:solidFill>
                  <a:srgbClr val="212121"/>
                </a:solidFill>
                <a:latin typeface="Tahoma"/>
                <a:cs typeface="Tahoma"/>
              </a:rPr>
              <a:t> </a:t>
            </a:r>
            <a:r>
              <a:rPr sz="1200" spc="-55" dirty="0">
                <a:solidFill>
                  <a:srgbClr val="212121"/>
                </a:solidFill>
                <a:latin typeface="Tahoma"/>
                <a:cs typeface="Tahoma"/>
              </a:rPr>
              <a:t>and</a:t>
            </a:r>
            <a:r>
              <a:rPr sz="1200" spc="-75" dirty="0">
                <a:solidFill>
                  <a:srgbClr val="212121"/>
                </a:solidFill>
                <a:latin typeface="Tahoma"/>
                <a:cs typeface="Tahoma"/>
              </a:rPr>
              <a:t> </a:t>
            </a:r>
            <a:r>
              <a:rPr sz="1200" spc="-40" dirty="0">
                <a:solidFill>
                  <a:srgbClr val="212121"/>
                </a:solidFill>
                <a:latin typeface="Tahoma"/>
                <a:cs typeface="Tahoma"/>
              </a:rPr>
              <a:t>baseline</a:t>
            </a:r>
            <a:r>
              <a:rPr sz="1200" spc="-60" dirty="0">
                <a:solidFill>
                  <a:srgbClr val="212121"/>
                </a:solidFill>
                <a:latin typeface="Tahoma"/>
                <a:cs typeface="Tahoma"/>
              </a:rPr>
              <a:t> </a:t>
            </a:r>
            <a:r>
              <a:rPr sz="1200" spc="-20" dirty="0">
                <a:solidFill>
                  <a:srgbClr val="212121"/>
                </a:solidFill>
                <a:latin typeface="Tahoma"/>
                <a:cs typeface="Tahoma"/>
              </a:rPr>
              <a:t>test</a:t>
            </a:r>
            <a:r>
              <a:rPr sz="1200" spc="-85" dirty="0">
                <a:solidFill>
                  <a:srgbClr val="212121"/>
                </a:solidFill>
                <a:latin typeface="Tahoma"/>
                <a:cs typeface="Tahoma"/>
              </a:rPr>
              <a:t> </a:t>
            </a:r>
            <a:r>
              <a:rPr sz="1200" spc="-50" dirty="0">
                <a:solidFill>
                  <a:srgbClr val="212121"/>
                </a:solidFill>
                <a:latin typeface="Tahoma"/>
                <a:cs typeface="Tahoma"/>
              </a:rPr>
              <a:t>cases</a:t>
            </a:r>
            <a:r>
              <a:rPr sz="1200" spc="-70" dirty="0">
                <a:solidFill>
                  <a:srgbClr val="212121"/>
                </a:solidFill>
                <a:latin typeface="Tahoma"/>
                <a:cs typeface="Tahoma"/>
              </a:rPr>
              <a:t> </a:t>
            </a:r>
            <a:r>
              <a:rPr sz="1200" spc="-55" dirty="0">
                <a:solidFill>
                  <a:srgbClr val="212121"/>
                </a:solidFill>
                <a:latin typeface="Tahoma"/>
                <a:cs typeface="Tahoma"/>
              </a:rPr>
              <a:t>and</a:t>
            </a:r>
            <a:r>
              <a:rPr sz="1200" spc="-75" dirty="0">
                <a:solidFill>
                  <a:srgbClr val="212121"/>
                </a:solidFill>
                <a:latin typeface="Tahoma"/>
                <a:cs typeface="Tahoma"/>
              </a:rPr>
              <a:t> </a:t>
            </a:r>
            <a:r>
              <a:rPr sz="1200" spc="-10" dirty="0">
                <a:solidFill>
                  <a:srgbClr val="212121"/>
                </a:solidFill>
                <a:latin typeface="Tahoma"/>
                <a:cs typeface="Tahoma"/>
              </a:rPr>
              <a:t>scripts</a:t>
            </a:r>
            <a:endParaRPr sz="1200">
              <a:latin typeface="Tahoma"/>
              <a:cs typeface="Tahoma"/>
            </a:endParaRPr>
          </a:p>
          <a:p>
            <a:pPr marL="12700" marR="123825" indent="227965">
              <a:lnSpc>
                <a:spcPct val="159200"/>
              </a:lnSpc>
              <a:spcBef>
                <a:spcPts val="15"/>
              </a:spcBef>
              <a:buFont typeface="Arial MT"/>
              <a:buChar char="•"/>
              <a:tabLst>
                <a:tab pos="240665" algn="l"/>
              </a:tabLst>
            </a:pPr>
            <a:r>
              <a:rPr sz="1200" spc="-50" dirty="0">
                <a:solidFill>
                  <a:srgbClr val="212121"/>
                </a:solidFill>
                <a:latin typeface="Tahoma"/>
                <a:cs typeface="Tahoma"/>
              </a:rPr>
              <a:t>Create</a:t>
            </a:r>
            <a:r>
              <a:rPr sz="1200" spc="-85" dirty="0">
                <a:solidFill>
                  <a:srgbClr val="212121"/>
                </a:solidFill>
                <a:latin typeface="Tahoma"/>
                <a:cs typeface="Tahoma"/>
              </a:rPr>
              <a:t> </a:t>
            </a:r>
            <a:r>
              <a:rPr sz="1200" spc="-20" dirty="0">
                <a:solidFill>
                  <a:srgbClr val="212121"/>
                </a:solidFill>
                <a:latin typeface="Tahoma"/>
                <a:cs typeface="Tahoma"/>
              </a:rPr>
              <a:t>test</a:t>
            </a:r>
            <a:r>
              <a:rPr sz="1200" spc="-70" dirty="0">
                <a:solidFill>
                  <a:srgbClr val="212121"/>
                </a:solidFill>
                <a:latin typeface="Tahoma"/>
                <a:cs typeface="Tahoma"/>
              </a:rPr>
              <a:t> </a:t>
            </a:r>
            <a:r>
              <a:rPr sz="1200" spc="-35" dirty="0">
                <a:solidFill>
                  <a:srgbClr val="212121"/>
                </a:solidFill>
                <a:latin typeface="Tahoma"/>
                <a:cs typeface="Tahoma"/>
              </a:rPr>
              <a:t>data</a:t>
            </a:r>
            <a:r>
              <a:rPr sz="1200" spc="-90" dirty="0">
                <a:solidFill>
                  <a:srgbClr val="212121"/>
                </a:solidFill>
                <a:latin typeface="Tahoma"/>
                <a:cs typeface="Tahoma"/>
              </a:rPr>
              <a:t> </a:t>
            </a:r>
            <a:r>
              <a:rPr sz="1200" spc="-60" dirty="0">
                <a:solidFill>
                  <a:srgbClr val="212121"/>
                </a:solidFill>
                <a:latin typeface="Tahoma"/>
                <a:cs typeface="Tahoma"/>
              </a:rPr>
              <a:t>(If</a:t>
            </a:r>
            <a:r>
              <a:rPr sz="1200" spc="-50" dirty="0">
                <a:solidFill>
                  <a:srgbClr val="212121"/>
                </a:solidFill>
                <a:latin typeface="Tahoma"/>
                <a:cs typeface="Tahoma"/>
              </a:rPr>
              <a:t> </a:t>
            </a:r>
            <a:r>
              <a:rPr sz="1200" spc="-60" dirty="0">
                <a:solidFill>
                  <a:srgbClr val="212121"/>
                </a:solidFill>
                <a:latin typeface="Tahoma"/>
                <a:cs typeface="Tahoma"/>
              </a:rPr>
              <a:t>Test</a:t>
            </a:r>
            <a:r>
              <a:rPr sz="1200" spc="-100" dirty="0">
                <a:solidFill>
                  <a:srgbClr val="212121"/>
                </a:solidFill>
                <a:latin typeface="Tahoma"/>
                <a:cs typeface="Tahoma"/>
              </a:rPr>
              <a:t> </a:t>
            </a:r>
            <a:r>
              <a:rPr sz="1200" spc="-40" dirty="0">
                <a:solidFill>
                  <a:srgbClr val="212121"/>
                </a:solidFill>
                <a:latin typeface="Tahoma"/>
                <a:cs typeface="Tahoma"/>
              </a:rPr>
              <a:t>Environment</a:t>
            </a:r>
            <a:r>
              <a:rPr sz="1200" spc="-70" dirty="0">
                <a:solidFill>
                  <a:srgbClr val="212121"/>
                </a:solidFill>
                <a:latin typeface="Tahoma"/>
                <a:cs typeface="Tahoma"/>
              </a:rPr>
              <a:t> </a:t>
            </a:r>
            <a:r>
              <a:rPr sz="1200" spc="-10" dirty="0">
                <a:solidFill>
                  <a:srgbClr val="212121"/>
                </a:solidFill>
                <a:latin typeface="Tahoma"/>
                <a:cs typeface="Tahoma"/>
              </a:rPr>
              <a:t>is</a:t>
            </a:r>
            <a:r>
              <a:rPr sz="1200" spc="-60" dirty="0">
                <a:solidFill>
                  <a:srgbClr val="212121"/>
                </a:solidFill>
                <a:latin typeface="Tahoma"/>
                <a:cs typeface="Tahoma"/>
              </a:rPr>
              <a:t> </a:t>
            </a:r>
            <a:r>
              <a:rPr sz="1200" spc="-25" dirty="0">
                <a:solidFill>
                  <a:srgbClr val="212121"/>
                </a:solidFill>
                <a:latin typeface="Tahoma"/>
                <a:cs typeface="Tahoma"/>
              </a:rPr>
              <a:t>available) </a:t>
            </a:r>
            <a:r>
              <a:rPr sz="1200" spc="-35" dirty="0">
                <a:solidFill>
                  <a:srgbClr val="212121"/>
                </a:solidFill>
                <a:latin typeface="Tahoma"/>
                <a:cs typeface="Tahoma"/>
              </a:rPr>
              <a:t>Deliverables</a:t>
            </a:r>
            <a:r>
              <a:rPr sz="1200" spc="-114" dirty="0">
                <a:solidFill>
                  <a:srgbClr val="212121"/>
                </a:solidFill>
                <a:latin typeface="Tahoma"/>
                <a:cs typeface="Tahoma"/>
              </a:rPr>
              <a:t> </a:t>
            </a:r>
            <a:r>
              <a:rPr sz="1200" spc="-10" dirty="0">
                <a:solidFill>
                  <a:srgbClr val="212121"/>
                </a:solidFill>
                <a:latin typeface="Tahoma"/>
                <a:cs typeface="Tahoma"/>
              </a:rPr>
              <a:t>of</a:t>
            </a:r>
            <a:r>
              <a:rPr sz="1200" spc="-70" dirty="0">
                <a:solidFill>
                  <a:srgbClr val="212121"/>
                </a:solidFill>
                <a:latin typeface="Tahoma"/>
                <a:cs typeface="Tahoma"/>
              </a:rPr>
              <a:t> </a:t>
            </a:r>
            <a:r>
              <a:rPr sz="1200" spc="-55" dirty="0">
                <a:solidFill>
                  <a:srgbClr val="212121"/>
                </a:solidFill>
                <a:latin typeface="Tahoma"/>
                <a:cs typeface="Tahoma"/>
              </a:rPr>
              <a:t>Test</a:t>
            </a:r>
            <a:r>
              <a:rPr sz="1200" spc="-114" dirty="0">
                <a:solidFill>
                  <a:srgbClr val="212121"/>
                </a:solidFill>
                <a:latin typeface="Tahoma"/>
                <a:cs typeface="Tahoma"/>
              </a:rPr>
              <a:t> </a:t>
            </a:r>
            <a:r>
              <a:rPr sz="1200" spc="-45" dirty="0">
                <a:solidFill>
                  <a:srgbClr val="212121"/>
                </a:solidFill>
                <a:latin typeface="Tahoma"/>
                <a:cs typeface="Tahoma"/>
              </a:rPr>
              <a:t>Case</a:t>
            </a:r>
            <a:r>
              <a:rPr sz="1200" spc="-100" dirty="0">
                <a:solidFill>
                  <a:srgbClr val="212121"/>
                </a:solidFill>
                <a:latin typeface="Tahoma"/>
                <a:cs typeface="Tahoma"/>
              </a:rPr>
              <a:t> </a:t>
            </a:r>
            <a:r>
              <a:rPr sz="1200" spc="-10" dirty="0">
                <a:solidFill>
                  <a:srgbClr val="212121"/>
                </a:solidFill>
                <a:latin typeface="Tahoma"/>
                <a:cs typeface="Tahoma"/>
              </a:rPr>
              <a:t>Development</a:t>
            </a:r>
            <a:endParaRPr sz="1200">
              <a:latin typeface="Tahoma"/>
              <a:cs typeface="Tahoma"/>
            </a:endParaRPr>
          </a:p>
          <a:p>
            <a:pPr marL="240665" indent="-227965">
              <a:lnSpc>
                <a:spcPct val="100000"/>
              </a:lnSpc>
              <a:spcBef>
                <a:spcPts val="850"/>
              </a:spcBef>
              <a:buFont typeface="Arial MT"/>
              <a:buChar char="•"/>
              <a:tabLst>
                <a:tab pos="240665" algn="l"/>
              </a:tabLst>
            </a:pPr>
            <a:r>
              <a:rPr sz="1200" spc="-60" dirty="0">
                <a:solidFill>
                  <a:srgbClr val="212121"/>
                </a:solidFill>
                <a:latin typeface="Tahoma"/>
                <a:cs typeface="Tahoma"/>
              </a:rPr>
              <a:t>Test</a:t>
            </a:r>
            <a:r>
              <a:rPr sz="1200" spc="-85" dirty="0">
                <a:solidFill>
                  <a:srgbClr val="212121"/>
                </a:solidFill>
                <a:latin typeface="Tahoma"/>
                <a:cs typeface="Tahoma"/>
              </a:rPr>
              <a:t> </a:t>
            </a:r>
            <a:r>
              <a:rPr sz="1200" spc="-10" dirty="0">
                <a:solidFill>
                  <a:srgbClr val="212121"/>
                </a:solidFill>
                <a:latin typeface="Tahoma"/>
                <a:cs typeface="Tahoma"/>
              </a:rPr>
              <a:t>cases/scripts</a:t>
            </a:r>
            <a:endParaRPr sz="1200">
              <a:latin typeface="Tahoma"/>
              <a:cs typeface="Tahoma"/>
            </a:endParaRPr>
          </a:p>
          <a:p>
            <a:pPr marL="240665" indent="-227965">
              <a:lnSpc>
                <a:spcPct val="100000"/>
              </a:lnSpc>
              <a:spcBef>
                <a:spcPts val="925"/>
              </a:spcBef>
              <a:buFont typeface="Arial MT"/>
              <a:buChar char="•"/>
              <a:tabLst>
                <a:tab pos="240665" algn="l"/>
              </a:tabLst>
            </a:pPr>
            <a:r>
              <a:rPr sz="1000" spc="-20" dirty="0">
                <a:solidFill>
                  <a:srgbClr val="212121"/>
                </a:solidFill>
                <a:latin typeface="Tahoma"/>
                <a:cs typeface="Tahoma"/>
              </a:rPr>
              <a:t>Test</a:t>
            </a:r>
            <a:r>
              <a:rPr sz="1000" spc="-70" dirty="0">
                <a:solidFill>
                  <a:srgbClr val="212121"/>
                </a:solidFill>
                <a:latin typeface="Tahoma"/>
                <a:cs typeface="Tahoma"/>
              </a:rPr>
              <a:t> </a:t>
            </a:r>
            <a:r>
              <a:rPr sz="1000" spc="-20" dirty="0">
                <a:solidFill>
                  <a:srgbClr val="212121"/>
                </a:solidFill>
                <a:latin typeface="Tahoma"/>
                <a:cs typeface="Tahoma"/>
              </a:rPr>
              <a:t>data</a:t>
            </a:r>
            <a:endParaRPr sz="1000">
              <a:latin typeface="Tahoma"/>
              <a:cs typeface="Tahoma"/>
            </a:endParaRPr>
          </a:p>
        </p:txBody>
      </p:sp>
      <p:sp>
        <p:nvSpPr>
          <p:cNvPr id="5" name="object 5"/>
          <p:cNvSpPr txBox="1"/>
          <p:nvPr/>
        </p:nvSpPr>
        <p:spPr>
          <a:xfrm>
            <a:off x="6251828" y="434086"/>
            <a:ext cx="5583555" cy="830580"/>
          </a:xfrm>
          <a:prstGeom prst="rect">
            <a:avLst/>
          </a:prstGeom>
        </p:spPr>
        <p:txBody>
          <a:bodyPr vert="horz" wrap="square" lIns="0" tIns="140335" rIns="0" bIns="0" rtlCol="0">
            <a:spAutoFit/>
          </a:bodyPr>
          <a:lstStyle/>
          <a:p>
            <a:pPr marL="12700">
              <a:lnSpc>
                <a:spcPct val="100000"/>
              </a:lnSpc>
              <a:spcBef>
                <a:spcPts val="1105"/>
              </a:spcBef>
            </a:pPr>
            <a:r>
              <a:rPr sz="1800" b="1" spc="-35" dirty="0">
                <a:solidFill>
                  <a:srgbClr val="FF0000"/>
                </a:solidFill>
                <a:latin typeface="Calibri"/>
                <a:cs typeface="Calibri"/>
              </a:rPr>
              <a:t>Test </a:t>
            </a:r>
            <a:r>
              <a:rPr sz="1800" b="1" spc="-10" dirty="0">
                <a:solidFill>
                  <a:srgbClr val="FF0000"/>
                </a:solidFill>
                <a:latin typeface="Calibri"/>
                <a:cs typeface="Calibri"/>
              </a:rPr>
              <a:t>Environment</a:t>
            </a:r>
            <a:r>
              <a:rPr sz="1800" b="1" spc="-55" dirty="0">
                <a:solidFill>
                  <a:srgbClr val="FF0000"/>
                </a:solidFill>
                <a:latin typeface="Calibri"/>
                <a:cs typeface="Calibri"/>
              </a:rPr>
              <a:t> </a:t>
            </a:r>
            <a:r>
              <a:rPr sz="1800" b="1" spc="-20" dirty="0">
                <a:solidFill>
                  <a:srgbClr val="FF0000"/>
                </a:solidFill>
                <a:latin typeface="Calibri"/>
                <a:cs typeface="Calibri"/>
              </a:rPr>
              <a:t>Setup</a:t>
            </a:r>
            <a:endParaRPr sz="1800">
              <a:latin typeface="Calibri"/>
              <a:cs typeface="Calibri"/>
            </a:endParaRPr>
          </a:p>
          <a:p>
            <a:pPr marL="240665" indent="-227965">
              <a:lnSpc>
                <a:spcPct val="100000"/>
              </a:lnSpc>
              <a:spcBef>
                <a:spcPts val="1010"/>
              </a:spcBef>
              <a:buFont typeface="Arial MT"/>
              <a:buChar char="•"/>
              <a:tabLst>
                <a:tab pos="240665" algn="l"/>
                <a:tab pos="783590" algn="l"/>
                <a:tab pos="2149475" algn="l"/>
                <a:tab pos="2859405" algn="l"/>
                <a:tab pos="3743325" algn="l"/>
                <a:tab pos="4227830" algn="l"/>
                <a:tab pos="5220335" algn="l"/>
              </a:tabLst>
            </a:pPr>
            <a:r>
              <a:rPr sz="1800" spc="-20" dirty="0">
                <a:latin typeface="Calibri"/>
                <a:cs typeface="Calibri"/>
              </a:rPr>
              <a:t>Test</a:t>
            </a:r>
            <a:r>
              <a:rPr sz="1800" dirty="0">
                <a:latin typeface="Calibri"/>
                <a:cs typeface="Calibri"/>
              </a:rPr>
              <a:t>	</a:t>
            </a:r>
            <a:r>
              <a:rPr sz="1800" spc="-10" dirty="0">
                <a:latin typeface="Calibri"/>
                <a:cs typeface="Calibri"/>
              </a:rPr>
              <a:t>Environment</a:t>
            </a:r>
            <a:r>
              <a:rPr sz="1800" dirty="0">
                <a:latin typeface="Calibri"/>
                <a:cs typeface="Calibri"/>
              </a:rPr>
              <a:t>	</a:t>
            </a:r>
            <a:r>
              <a:rPr sz="1800" spc="-20" dirty="0">
                <a:latin typeface="Calibri"/>
                <a:cs typeface="Calibri"/>
              </a:rPr>
              <a:t>Setup</a:t>
            </a:r>
            <a:r>
              <a:rPr sz="1800" dirty="0">
                <a:latin typeface="Calibri"/>
                <a:cs typeface="Calibri"/>
              </a:rPr>
              <a:t>	</a:t>
            </a:r>
            <a:r>
              <a:rPr sz="1800" spc="-10" dirty="0">
                <a:latin typeface="Calibri"/>
                <a:cs typeface="Calibri"/>
              </a:rPr>
              <a:t>decides</a:t>
            </a:r>
            <a:r>
              <a:rPr sz="1800" dirty="0">
                <a:latin typeface="Calibri"/>
                <a:cs typeface="Calibri"/>
              </a:rPr>
              <a:t>	</a:t>
            </a:r>
            <a:r>
              <a:rPr sz="1800" spc="-25" dirty="0">
                <a:latin typeface="Calibri"/>
                <a:cs typeface="Calibri"/>
              </a:rPr>
              <a:t>the</a:t>
            </a:r>
            <a:r>
              <a:rPr sz="1800" dirty="0">
                <a:latin typeface="Calibri"/>
                <a:cs typeface="Calibri"/>
              </a:rPr>
              <a:t>	</a:t>
            </a:r>
            <a:r>
              <a:rPr sz="1800" spc="-10" dirty="0">
                <a:latin typeface="Calibri"/>
                <a:cs typeface="Calibri"/>
              </a:rPr>
              <a:t>software</a:t>
            </a:r>
            <a:r>
              <a:rPr sz="1800" dirty="0">
                <a:latin typeface="Calibri"/>
                <a:cs typeface="Calibri"/>
              </a:rPr>
              <a:t>	</a:t>
            </a:r>
            <a:r>
              <a:rPr sz="1800" spc="-25" dirty="0">
                <a:latin typeface="Calibri"/>
                <a:cs typeface="Calibri"/>
              </a:rPr>
              <a:t>and</a:t>
            </a:r>
            <a:endParaRPr sz="1800">
              <a:latin typeface="Calibri"/>
              <a:cs typeface="Calibri"/>
            </a:endParaRPr>
          </a:p>
        </p:txBody>
      </p:sp>
      <p:sp>
        <p:nvSpPr>
          <p:cNvPr id="6" name="object 6"/>
          <p:cNvSpPr txBox="1"/>
          <p:nvPr/>
        </p:nvSpPr>
        <p:spPr>
          <a:xfrm>
            <a:off x="6251828" y="1238758"/>
            <a:ext cx="5587365" cy="2875915"/>
          </a:xfrm>
          <a:prstGeom prst="rect">
            <a:avLst/>
          </a:prstGeom>
        </p:spPr>
        <p:txBody>
          <a:bodyPr vert="horz" wrap="square" lIns="0" tIns="12700" rIns="0" bIns="0" rtlCol="0">
            <a:spAutoFit/>
          </a:bodyPr>
          <a:lstStyle/>
          <a:p>
            <a:pPr marL="241300" marR="9525" algn="just">
              <a:lnSpc>
                <a:spcPct val="100000"/>
              </a:lnSpc>
              <a:spcBef>
                <a:spcPts val="100"/>
              </a:spcBef>
            </a:pPr>
            <a:r>
              <a:rPr sz="1800" dirty="0">
                <a:latin typeface="Calibri"/>
                <a:cs typeface="Calibri"/>
              </a:rPr>
              <a:t>hardware</a:t>
            </a:r>
            <a:r>
              <a:rPr sz="1800" spc="75" dirty="0">
                <a:latin typeface="Calibri"/>
                <a:cs typeface="Calibri"/>
              </a:rPr>
              <a:t>  </a:t>
            </a:r>
            <a:r>
              <a:rPr sz="1800" dirty="0">
                <a:latin typeface="Calibri"/>
                <a:cs typeface="Calibri"/>
              </a:rPr>
              <a:t>conditions</a:t>
            </a:r>
            <a:r>
              <a:rPr sz="1800" spc="90" dirty="0">
                <a:latin typeface="Calibri"/>
                <a:cs typeface="Calibri"/>
              </a:rPr>
              <a:t>  </a:t>
            </a:r>
            <a:r>
              <a:rPr sz="1800" dirty="0">
                <a:latin typeface="Calibri"/>
                <a:cs typeface="Calibri"/>
              </a:rPr>
              <a:t>under</a:t>
            </a:r>
            <a:r>
              <a:rPr sz="1800" spc="75" dirty="0">
                <a:latin typeface="Calibri"/>
                <a:cs typeface="Calibri"/>
              </a:rPr>
              <a:t>  </a:t>
            </a:r>
            <a:r>
              <a:rPr sz="1800" dirty="0">
                <a:latin typeface="Calibri"/>
                <a:cs typeface="Calibri"/>
              </a:rPr>
              <a:t>which</a:t>
            </a:r>
            <a:r>
              <a:rPr sz="1800" spc="80" dirty="0">
                <a:latin typeface="Calibri"/>
                <a:cs typeface="Calibri"/>
              </a:rPr>
              <a:t>  </a:t>
            </a:r>
            <a:r>
              <a:rPr sz="1800" dirty="0">
                <a:latin typeface="Calibri"/>
                <a:cs typeface="Calibri"/>
              </a:rPr>
              <a:t>a</a:t>
            </a:r>
            <a:r>
              <a:rPr sz="1800" spc="80" dirty="0">
                <a:latin typeface="Calibri"/>
                <a:cs typeface="Calibri"/>
              </a:rPr>
              <a:t>  </a:t>
            </a:r>
            <a:r>
              <a:rPr sz="1800" dirty="0">
                <a:latin typeface="Calibri"/>
                <a:cs typeface="Calibri"/>
              </a:rPr>
              <a:t>work</a:t>
            </a:r>
            <a:r>
              <a:rPr sz="1800" spc="75" dirty="0">
                <a:latin typeface="Calibri"/>
                <a:cs typeface="Calibri"/>
              </a:rPr>
              <a:t>  </a:t>
            </a:r>
            <a:r>
              <a:rPr sz="1800" dirty="0">
                <a:latin typeface="Calibri"/>
                <a:cs typeface="Calibri"/>
              </a:rPr>
              <a:t>product</a:t>
            </a:r>
            <a:r>
              <a:rPr sz="1800" spc="75" dirty="0">
                <a:latin typeface="Calibri"/>
                <a:cs typeface="Calibri"/>
              </a:rPr>
              <a:t>  </a:t>
            </a:r>
            <a:r>
              <a:rPr sz="1800" spc="-25" dirty="0">
                <a:latin typeface="Calibri"/>
                <a:cs typeface="Calibri"/>
              </a:rPr>
              <a:t>is </a:t>
            </a:r>
            <a:r>
              <a:rPr sz="1800" spc="-10" dirty="0">
                <a:latin typeface="Calibri"/>
                <a:cs typeface="Calibri"/>
              </a:rPr>
              <a:t>tested.</a:t>
            </a:r>
            <a:endParaRPr sz="1800">
              <a:latin typeface="Calibri"/>
              <a:cs typeface="Calibri"/>
            </a:endParaRPr>
          </a:p>
          <a:p>
            <a:pPr marL="241300" marR="5715" indent="-228600" algn="just">
              <a:lnSpc>
                <a:spcPct val="100000"/>
              </a:lnSpc>
              <a:spcBef>
                <a:spcPts val="994"/>
              </a:spcBef>
              <a:buFont typeface="Arial MT"/>
              <a:buChar char="•"/>
              <a:tabLst>
                <a:tab pos="241300" algn="l"/>
              </a:tabLst>
            </a:pPr>
            <a:r>
              <a:rPr sz="1800" dirty="0">
                <a:latin typeface="Calibri"/>
                <a:cs typeface="Calibri"/>
              </a:rPr>
              <a:t>It</a:t>
            </a:r>
            <a:r>
              <a:rPr sz="1800" spc="50" dirty="0">
                <a:latin typeface="Calibri"/>
                <a:cs typeface="Calibri"/>
              </a:rPr>
              <a:t> </a:t>
            </a:r>
            <a:r>
              <a:rPr sz="1800" dirty="0">
                <a:latin typeface="Calibri"/>
                <a:cs typeface="Calibri"/>
              </a:rPr>
              <a:t>is</a:t>
            </a:r>
            <a:r>
              <a:rPr sz="1800" spc="60" dirty="0">
                <a:latin typeface="Calibri"/>
                <a:cs typeface="Calibri"/>
              </a:rPr>
              <a:t> </a:t>
            </a:r>
            <a:r>
              <a:rPr sz="1800" dirty="0">
                <a:latin typeface="Calibri"/>
                <a:cs typeface="Calibri"/>
              </a:rPr>
              <a:t>one</a:t>
            </a:r>
            <a:r>
              <a:rPr sz="1800" spc="65" dirty="0">
                <a:latin typeface="Calibri"/>
                <a:cs typeface="Calibri"/>
              </a:rPr>
              <a:t> </a:t>
            </a:r>
            <a:r>
              <a:rPr sz="1800" dirty="0">
                <a:latin typeface="Calibri"/>
                <a:cs typeface="Calibri"/>
              </a:rPr>
              <a:t>of</a:t>
            </a:r>
            <a:r>
              <a:rPr sz="1800" spc="60" dirty="0">
                <a:latin typeface="Calibri"/>
                <a:cs typeface="Calibri"/>
              </a:rPr>
              <a:t> </a:t>
            </a:r>
            <a:r>
              <a:rPr sz="1800" dirty="0">
                <a:latin typeface="Calibri"/>
                <a:cs typeface="Calibri"/>
              </a:rPr>
              <a:t>the</a:t>
            </a:r>
            <a:r>
              <a:rPr sz="1800" spc="70" dirty="0">
                <a:latin typeface="Calibri"/>
                <a:cs typeface="Calibri"/>
              </a:rPr>
              <a:t> </a:t>
            </a:r>
            <a:r>
              <a:rPr sz="1800" dirty="0">
                <a:latin typeface="Calibri"/>
                <a:cs typeface="Calibri"/>
              </a:rPr>
              <a:t>critical</a:t>
            </a:r>
            <a:r>
              <a:rPr sz="1800" spc="60" dirty="0">
                <a:latin typeface="Calibri"/>
                <a:cs typeface="Calibri"/>
              </a:rPr>
              <a:t> </a:t>
            </a:r>
            <a:r>
              <a:rPr sz="1800" dirty="0">
                <a:latin typeface="Calibri"/>
                <a:cs typeface="Calibri"/>
              </a:rPr>
              <a:t>aspects</a:t>
            </a:r>
            <a:r>
              <a:rPr sz="1800" spc="65" dirty="0">
                <a:latin typeface="Calibri"/>
                <a:cs typeface="Calibri"/>
              </a:rPr>
              <a:t> </a:t>
            </a:r>
            <a:r>
              <a:rPr sz="1800" dirty="0">
                <a:latin typeface="Calibri"/>
                <a:cs typeface="Calibri"/>
              </a:rPr>
              <a:t>of</a:t>
            </a:r>
            <a:r>
              <a:rPr sz="1800" spc="65" dirty="0">
                <a:latin typeface="Calibri"/>
                <a:cs typeface="Calibri"/>
              </a:rPr>
              <a:t> </a:t>
            </a:r>
            <a:r>
              <a:rPr sz="1800" dirty="0">
                <a:latin typeface="Calibri"/>
                <a:cs typeface="Calibri"/>
              </a:rPr>
              <a:t>the</a:t>
            </a:r>
            <a:r>
              <a:rPr sz="1800" spc="70" dirty="0">
                <a:latin typeface="Calibri"/>
                <a:cs typeface="Calibri"/>
              </a:rPr>
              <a:t> </a:t>
            </a:r>
            <a:r>
              <a:rPr sz="1800" dirty="0">
                <a:latin typeface="Calibri"/>
                <a:cs typeface="Calibri"/>
              </a:rPr>
              <a:t>testing</a:t>
            </a:r>
            <a:r>
              <a:rPr sz="1800" spc="70" dirty="0">
                <a:latin typeface="Calibri"/>
                <a:cs typeface="Calibri"/>
              </a:rPr>
              <a:t> </a:t>
            </a:r>
            <a:r>
              <a:rPr sz="1800" dirty="0">
                <a:latin typeface="Calibri"/>
                <a:cs typeface="Calibri"/>
              </a:rPr>
              <a:t>process</a:t>
            </a:r>
            <a:r>
              <a:rPr sz="1800" spc="60" dirty="0">
                <a:latin typeface="Calibri"/>
                <a:cs typeface="Calibri"/>
              </a:rPr>
              <a:t> </a:t>
            </a:r>
            <a:r>
              <a:rPr sz="1800" spc="-25" dirty="0">
                <a:latin typeface="Calibri"/>
                <a:cs typeface="Calibri"/>
              </a:rPr>
              <a:t>and </a:t>
            </a:r>
            <a:r>
              <a:rPr sz="1800" dirty="0">
                <a:latin typeface="Calibri"/>
                <a:cs typeface="Calibri"/>
              </a:rPr>
              <a:t>can</a:t>
            </a:r>
            <a:r>
              <a:rPr sz="1800" spc="105" dirty="0">
                <a:latin typeface="Calibri"/>
                <a:cs typeface="Calibri"/>
              </a:rPr>
              <a:t> </a:t>
            </a:r>
            <a:r>
              <a:rPr sz="1800" dirty="0">
                <a:latin typeface="Calibri"/>
                <a:cs typeface="Calibri"/>
              </a:rPr>
              <a:t>be</a:t>
            </a:r>
            <a:r>
              <a:rPr sz="1800" spc="120" dirty="0">
                <a:latin typeface="Calibri"/>
                <a:cs typeface="Calibri"/>
              </a:rPr>
              <a:t> </a:t>
            </a:r>
            <a:r>
              <a:rPr sz="1800" dirty="0">
                <a:latin typeface="Calibri"/>
                <a:cs typeface="Calibri"/>
              </a:rPr>
              <a:t>done</a:t>
            </a:r>
            <a:r>
              <a:rPr sz="1800" spc="114" dirty="0">
                <a:latin typeface="Calibri"/>
                <a:cs typeface="Calibri"/>
              </a:rPr>
              <a:t> </a:t>
            </a:r>
            <a:r>
              <a:rPr sz="1800" dirty="0">
                <a:latin typeface="Calibri"/>
                <a:cs typeface="Calibri"/>
              </a:rPr>
              <a:t>in</a:t>
            </a:r>
            <a:r>
              <a:rPr sz="1800" spc="120" dirty="0">
                <a:latin typeface="Calibri"/>
                <a:cs typeface="Calibri"/>
              </a:rPr>
              <a:t> </a:t>
            </a:r>
            <a:r>
              <a:rPr sz="1800" dirty="0">
                <a:latin typeface="Calibri"/>
                <a:cs typeface="Calibri"/>
              </a:rPr>
              <a:t>parallel</a:t>
            </a:r>
            <a:r>
              <a:rPr sz="1800" spc="110" dirty="0">
                <a:latin typeface="Calibri"/>
                <a:cs typeface="Calibri"/>
              </a:rPr>
              <a:t> </a:t>
            </a:r>
            <a:r>
              <a:rPr sz="1800" dirty="0">
                <a:latin typeface="Calibri"/>
                <a:cs typeface="Calibri"/>
              </a:rPr>
              <a:t>with</a:t>
            </a:r>
            <a:r>
              <a:rPr sz="1800" spc="110" dirty="0">
                <a:latin typeface="Calibri"/>
                <a:cs typeface="Calibri"/>
              </a:rPr>
              <a:t> </a:t>
            </a:r>
            <a:r>
              <a:rPr sz="1800" dirty="0">
                <a:latin typeface="Calibri"/>
                <a:cs typeface="Calibri"/>
              </a:rPr>
              <a:t>the</a:t>
            </a:r>
            <a:r>
              <a:rPr sz="1800" spc="120" dirty="0">
                <a:latin typeface="Calibri"/>
                <a:cs typeface="Calibri"/>
              </a:rPr>
              <a:t> </a:t>
            </a:r>
            <a:r>
              <a:rPr sz="1800" dirty="0">
                <a:latin typeface="Calibri"/>
                <a:cs typeface="Calibri"/>
              </a:rPr>
              <a:t>Test</a:t>
            </a:r>
            <a:r>
              <a:rPr sz="1800" spc="100" dirty="0">
                <a:latin typeface="Calibri"/>
                <a:cs typeface="Calibri"/>
              </a:rPr>
              <a:t> </a:t>
            </a:r>
            <a:r>
              <a:rPr sz="1800" dirty="0">
                <a:latin typeface="Calibri"/>
                <a:cs typeface="Calibri"/>
              </a:rPr>
              <a:t>Case</a:t>
            </a:r>
            <a:r>
              <a:rPr sz="1800" spc="110" dirty="0">
                <a:latin typeface="Calibri"/>
                <a:cs typeface="Calibri"/>
              </a:rPr>
              <a:t> </a:t>
            </a:r>
            <a:r>
              <a:rPr sz="1800" spc="-10" dirty="0">
                <a:latin typeface="Calibri"/>
                <a:cs typeface="Calibri"/>
              </a:rPr>
              <a:t>Development Phase.</a:t>
            </a:r>
            <a:endParaRPr sz="1800">
              <a:latin typeface="Calibri"/>
              <a:cs typeface="Calibri"/>
            </a:endParaRPr>
          </a:p>
          <a:p>
            <a:pPr marL="241300" marR="8255" indent="-228600" algn="just">
              <a:lnSpc>
                <a:spcPct val="100000"/>
              </a:lnSpc>
              <a:spcBef>
                <a:spcPts val="1000"/>
              </a:spcBef>
              <a:buFont typeface="Arial MT"/>
              <a:buChar char="•"/>
              <a:tabLst>
                <a:tab pos="241300" algn="l"/>
              </a:tabLst>
            </a:pPr>
            <a:r>
              <a:rPr sz="1800" dirty="0">
                <a:latin typeface="Calibri"/>
                <a:cs typeface="Calibri"/>
              </a:rPr>
              <a:t>Test</a:t>
            </a:r>
            <a:r>
              <a:rPr sz="1800" spc="440" dirty="0">
                <a:latin typeface="Calibri"/>
                <a:cs typeface="Calibri"/>
              </a:rPr>
              <a:t> </a:t>
            </a:r>
            <a:r>
              <a:rPr sz="1800" dirty="0">
                <a:latin typeface="Calibri"/>
                <a:cs typeface="Calibri"/>
              </a:rPr>
              <a:t>team</a:t>
            </a:r>
            <a:r>
              <a:rPr sz="1800" spc="450" dirty="0">
                <a:latin typeface="Calibri"/>
                <a:cs typeface="Calibri"/>
              </a:rPr>
              <a:t> </a:t>
            </a:r>
            <a:r>
              <a:rPr sz="1800" dirty="0">
                <a:latin typeface="Calibri"/>
                <a:cs typeface="Calibri"/>
              </a:rPr>
              <a:t>may</a:t>
            </a:r>
            <a:r>
              <a:rPr sz="1800" spc="434" dirty="0">
                <a:latin typeface="Calibri"/>
                <a:cs typeface="Calibri"/>
              </a:rPr>
              <a:t> </a:t>
            </a:r>
            <a:r>
              <a:rPr sz="1800" dirty="0">
                <a:latin typeface="Calibri"/>
                <a:cs typeface="Calibri"/>
              </a:rPr>
              <a:t>not</a:t>
            </a:r>
            <a:r>
              <a:rPr sz="1800" spc="445" dirty="0">
                <a:latin typeface="Calibri"/>
                <a:cs typeface="Calibri"/>
              </a:rPr>
              <a:t> </a:t>
            </a:r>
            <a:r>
              <a:rPr sz="1800" dirty="0">
                <a:latin typeface="Calibri"/>
                <a:cs typeface="Calibri"/>
              </a:rPr>
              <a:t>be</a:t>
            </a:r>
            <a:r>
              <a:rPr sz="1800" spc="445" dirty="0">
                <a:latin typeface="Calibri"/>
                <a:cs typeface="Calibri"/>
              </a:rPr>
              <a:t> </a:t>
            </a:r>
            <a:r>
              <a:rPr sz="1800" dirty="0">
                <a:latin typeface="Calibri"/>
                <a:cs typeface="Calibri"/>
              </a:rPr>
              <a:t>involved</a:t>
            </a:r>
            <a:r>
              <a:rPr sz="1800" spc="450" dirty="0">
                <a:latin typeface="Calibri"/>
                <a:cs typeface="Calibri"/>
              </a:rPr>
              <a:t> </a:t>
            </a:r>
            <a:r>
              <a:rPr sz="1800" dirty="0">
                <a:latin typeface="Calibri"/>
                <a:cs typeface="Calibri"/>
              </a:rPr>
              <a:t>in</a:t>
            </a:r>
            <a:r>
              <a:rPr sz="1800" spc="450" dirty="0">
                <a:latin typeface="Calibri"/>
                <a:cs typeface="Calibri"/>
              </a:rPr>
              <a:t> </a:t>
            </a:r>
            <a:r>
              <a:rPr sz="1800" dirty="0">
                <a:latin typeface="Calibri"/>
                <a:cs typeface="Calibri"/>
              </a:rPr>
              <a:t>this</a:t>
            </a:r>
            <a:r>
              <a:rPr sz="1800" spc="445" dirty="0">
                <a:latin typeface="Calibri"/>
                <a:cs typeface="Calibri"/>
              </a:rPr>
              <a:t> </a:t>
            </a:r>
            <a:r>
              <a:rPr sz="1800" dirty="0">
                <a:latin typeface="Calibri"/>
                <a:cs typeface="Calibri"/>
              </a:rPr>
              <a:t>activity</a:t>
            </a:r>
            <a:r>
              <a:rPr sz="1800" spc="440" dirty="0">
                <a:latin typeface="Calibri"/>
                <a:cs typeface="Calibri"/>
              </a:rPr>
              <a:t> </a:t>
            </a:r>
            <a:r>
              <a:rPr sz="1800" dirty="0">
                <a:latin typeface="Calibri"/>
                <a:cs typeface="Calibri"/>
              </a:rPr>
              <a:t>if</a:t>
            </a:r>
            <a:r>
              <a:rPr sz="1800" spc="450" dirty="0">
                <a:latin typeface="Calibri"/>
                <a:cs typeface="Calibri"/>
              </a:rPr>
              <a:t> </a:t>
            </a:r>
            <a:r>
              <a:rPr sz="1800" spc="-25" dirty="0">
                <a:latin typeface="Calibri"/>
                <a:cs typeface="Calibri"/>
              </a:rPr>
              <a:t>the </a:t>
            </a:r>
            <a:r>
              <a:rPr sz="1800" spc="-10" dirty="0">
                <a:latin typeface="Calibri"/>
                <a:cs typeface="Calibri"/>
              </a:rPr>
              <a:t>development</a:t>
            </a:r>
            <a:r>
              <a:rPr sz="1800" spc="-50" dirty="0">
                <a:latin typeface="Calibri"/>
                <a:cs typeface="Calibri"/>
              </a:rPr>
              <a:t> </a:t>
            </a:r>
            <a:r>
              <a:rPr sz="1800" dirty="0">
                <a:latin typeface="Calibri"/>
                <a:cs typeface="Calibri"/>
              </a:rPr>
              <a:t>team</a:t>
            </a:r>
            <a:r>
              <a:rPr sz="1800" spc="-20" dirty="0">
                <a:latin typeface="Calibri"/>
                <a:cs typeface="Calibri"/>
              </a:rPr>
              <a:t> </a:t>
            </a:r>
            <a:r>
              <a:rPr sz="1800" spc="-10" dirty="0">
                <a:latin typeface="Calibri"/>
                <a:cs typeface="Calibri"/>
              </a:rPr>
              <a:t>provides</a:t>
            </a:r>
            <a:r>
              <a:rPr sz="1800" spc="-35" dirty="0">
                <a:latin typeface="Calibri"/>
                <a:cs typeface="Calibri"/>
              </a:rPr>
              <a:t> </a:t>
            </a:r>
            <a:r>
              <a:rPr sz="1800" dirty="0">
                <a:latin typeface="Calibri"/>
                <a:cs typeface="Calibri"/>
              </a:rPr>
              <a:t>the</a:t>
            </a:r>
            <a:r>
              <a:rPr sz="1800" spc="-30" dirty="0">
                <a:latin typeface="Calibri"/>
                <a:cs typeface="Calibri"/>
              </a:rPr>
              <a:t> </a:t>
            </a:r>
            <a:r>
              <a:rPr sz="1800" dirty="0">
                <a:latin typeface="Calibri"/>
                <a:cs typeface="Calibri"/>
              </a:rPr>
              <a:t>test</a:t>
            </a:r>
            <a:r>
              <a:rPr sz="1800" spc="-40" dirty="0">
                <a:latin typeface="Calibri"/>
                <a:cs typeface="Calibri"/>
              </a:rPr>
              <a:t> </a:t>
            </a:r>
            <a:r>
              <a:rPr sz="1800" spc="-10" dirty="0">
                <a:latin typeface="Calibri"/>
                <a:cs typeface="Calibri"/>
              </a:rPr>
              <a:t>environment.</a:t>
            </a:r>
            <a:endParaRPr sz="1800">
              <a:latin typeface="Calibri"/>
              <a:cs typeface="Calibri"/>
            </a:endParaRPr>
          </a:p>
          <a:p>
            <a:pPr marL="240665" indent="-227965" algn="just">
              <a:lnSpc>
                <a:spcPct val="100000"/>
              </a:lnSpc>
              <a:spcBef>
                <a:spcPts val="1005"/>
              </a:spcBef>
              <a:buFont typeface="Arial MT"/>
              <a:buChar char="•"/>
              <a:tabLst>
                <a:tab pos="240665" algn="l"/>
              </a:tabLst>
            </a:pPr>
            <a:r>
              <a:rPr sz="1800" dirty="0">
                <a:latin typeface="Calibri"/>
                <a:cs typeface="Calibri"/>
              </a:rPr>
              <a:t>The test team is</a:t>
            </a:r>
            <a:r>
              <a:rPr sz="1800" spc="20" dirty="0">
                <a:latin typeface="Calibri"/>
                <a:cs typeface="Calibri"/>
              </a:rPr>
              <a:t> </a:t>
            </a:r>
            <a:r>
              <a:rPr sz="1800" dirty="0">
                <a:latin typeface="Calibri"/>
                <a:cs typeface="Calibri"/>
              </a:rPr>
              <a:t>required</a:t>
            </a:r>
            <a:r>
              <a:rPr sz="1800" spc="15" dirty="0">
                <a:latin typeface="Calibri"/>
                <a:cs typeface="Calibri"/>
              </a:rPr>
              <a:t> </a:t>
            </a:r>
            <a:r>
              <a:rPr sz="1800" dirty="0">
                <a:latin typeface="Calibri"/>
                <a:cs typeface="Calibri"/>
              </a:rPr>
              <a:t>to</a:t>
            </a:r>
            <a:r>
              <a:rPr sz="1800" spc="5" dirty="0">
                <a:latin typeface="Calibri"/>
                <a:cs typeface="Calibri"/>
              </a:rPr>
              <a:t> </a:t>
            </a:r>
            <a:r>
              <a:rPr sz="1800" dirty="0">
                <a:latin typeface="Calibri"/>
                <a:cs typeface="Calibri"/>
              </a:rPr>
              <a:t>do</a:t>
            </a:r>
            <a:r>
              <a:rPr sz="1800" spc="10" dirty="0">
                <a:latin typeface="Calibri"/>
                <a:cs typeface="Calibri"/>
              </a:rPr>
              <a:t> </a:t>
            </a:r>
            <a:r>
              <a:rPr sz="1800" dirty="0">
                <a:latin typeface="Calibri"/>
                <a:cs typeface="Calibri"/>
              </a:rPr>
              <a:t>a</a:t>
            </a:r>
            <a:r>
              <a:rPr sz="1800" spc="15" dirty="0">
                <a:latin typeface="Calibri"/>
                <a:cs typeface="Calibri"/>
              </a:rPr>
              <a:t> </a:t>
            </a:r>
            <a:r>
              <a:rPr sz="1800" dirty="0">
                <a:latin typeface="Calibri"/>
                <a:cs typeface="Calibri"/>
              </a:rPr>
              <a:t>readiness</a:t>
            </a:r>
            <a:r>
              <a:rPr sz="1800" spc="10" dirty="0">
                <a:latin typeface="Calibri"/>
                <a:cs typeface="Calibri"/>
              </a:rPr>
              <a:t> </a:t>
            </a:r>
            <a:r>
              <a:rPr sz="1800" dirty="0">
                <a:latin typeface="Calibri"/>
                <a:cs typeface="Calibri"/>
              </a:rPr>
              <a:t>check </a:t>
            </a:r>
            <a:r>
              <a:rPr sz="1800" spc="-10" dirty="0">
                <a:latin typeface="Calibri"/>
                <a:cs typeface="Calibri"/>
              </a:rPr>
              <a:t>(smoke</a:t>
            </a:r>
            <a:endParaRPr sz="1800">
              <a:latin typeface="Calibri"/>
              <a:cs typeface="Calibri"/>
            </a:endParaRPr>
          </a:p>
          <a:p>
            <a:pPr marL="241300" algn="just">
              <a:lnSpc>
                <a:spcPct val="100000"/>
              </a:lnSpc>
              <a:spcBef>
                <a:spcPts val="5"/>
              </a:spcBef>
            </a:pPr>
            <a:r>
              <a:rPr sz="1800" dirty="0">
                <a:latin typeface="Calibri"/>
                <a:cs typeface="Calibri"/>
              </a:rPr>
              <a:t>testing)</a:t>
            </a:r>
            <a:r>
              <a:rPr sz="1800" spc="-35" dirty="0">
                <a:latin typeface="Calibri"/>
                <a:cs typeface="Calibri"/>
              </a:rPr>
              <a:t> </a:t>
            </a:r>
            <a:r>
              <a:rPr sz="1800" dirty="0">
                <a:latin typeface="Calibri"/>
                <a:cs typeface="Calibri"/>
              </a:rPr>
              <a:t>of</a:t>
            </a:r>
            <a:r>
              <a:rPr sz="1800" spc="-50" dirty="0">
                <a:latin typeface="Calibri"/>
                <a:cs typeface="Calibri"/>
              </a:rPr>
              <a:t> </a:t>
            </a:r>
            <a:r>
              <a:rPr sz="1800" dirty="0">
                <a:latin typeface="Calibri"/>
                <a:cs typeface="Calibri"/>
              </a:rPr>
              <a:t>the</a:t>
            </a:r>
            <a:r>
              <a:rPr sz="1800" spc="-35" dirty="0">
                <a:latin typeface="Calibri"/>
                <a:cs typeface="Calibri"/>
              </a:rPr>
              <a:t> </a:t>
            </a:r>
            <a:r>
              <a:rPr sz="1800" dirty="0">
                <a:latin typeface="Calibri"/>
                <a:cs typeface="Calibri"/>
              </a:rPr>
              <a:t>given</a:t>
            </a:r>
            <a:r>
              <a:rPr sz="1800" spc="-40" dirty="0">
                <a:latin typeface="Calibri"/>
                <a:cs typeface="Calibri"/>
              </a:rPr>
              <a:t> </a:t>
            </a:r>
            <a:r>
              <a:rPr sz="1800" spc="-10" dirty="0">
                <a:latin typeface="Calibri"/>
                <a:cs typeface="Calibri"/>
              </a:rPr>
              <a:t>environment.</a:t>
            </a:r>
            <a:endParaRPr sz="1800">
              <a:latin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35" dirty="0">
                <a:solidFill>
                  <a:srgbClr val="FF0000"/>
                </a:solidFill>
              </a:rPr>
              <a:t>Test</a:t>
            </a:r>
            <a:r>
              <a:rPr spc="-30" dirty="0">
                <a:solidFill>
                  <a:srgbClr val="FF0000"/>
                </a:solidFill>
              </a:rPr>
              <a:t> </a:t>
            </a:r>
            <a:r>
              <a:rPr spc="-10" dirty="0">
                <a:solidFill>
                  <a:srgbClr val="FF0000"/>
                </a:solidFill>
              </a:rPr>
              <a:t>Environment</a:t>
            </a:r>
            <a:r>
              <a:rPr spc="-50" dirty="0">
                <a:solidFill>
                  <a:srgbClr val="FF0000"/>
                </a:solidFill>
              </a:rPr>
              <a:t> </a:t>
            </a:r>
            <a:r>
              <a:rPr dirty="0">
                <a:solidFill>
                  <a:srgbClr val="FF0000"/>
                </a:solidFill>
              </a:rPr>
              <a:t>Setup</a:t>
            </a:r>
            <a:r>
              <a:rPr spc="-35" dirty="0">
                <a:solidFill>
                  <a:srgbClr val="FF0000"/>
                </a:solidFill>
              </a:rPr>
              <a:t> </a:t>
            </a:r>
            <a:r>
              <a:rPr spc="-10" dirty="0">
                <a:solidFill>
                  <a:srgbClr val="FF0000"/>
                </a:solidFill>
              </a:rPr>
              <a:t>Activities</a:t>
            </a:r>
          </a:p>
        </p:txBody>
      </p:sp>
      <p:sp>
        <p:nvSpPr>
          <p:cNvPr id="3" name="object 3"/>
          <p:cNvSpPr txBox="1"/>
          <p:nvPr/>
        </p:nvSpPr>
        <p:spPr>
          <a:xfrm>
            <a:off x="593242" y="965961"/>
            <a:ext cx="5347335" cy="3526154"/>
          </a:xfrm>
          <a:prstGeom prst="rect">
            <a:avLst/>
          </a:prstGeom>
        </p:spPr>
        <p:txBody>
          <a:bodyPr vert="horz" wrap="square" lIns="0" tIns="12065" rIns="0" bIns="0" rtlCol="0">
            <a:spAutoFit/>
          </a:bodyPr>
          <a:lstStyle/>
          <a:p>
            <a:pPr marL="12700" marR="155575">
              <a:lnSpc>
                <a:spcPct val="100000"/>
              </a:lnSpc>
              <a:spcBef>
                <a:spcPts val="95"/>
              </a:spcBef>
            </a:pPr>
            <a:r>
              <a:rPr sz="1600" spc="-10" dirty="0">
                <a:latin typeface="Calibri"/>
                <a:cs typeface="Calibri"/>
              </a:rPr>
              <a:t>Understand</a:t>
            </a:r>
            <a:r>
              <a:rPr sz="1600" spc="-30" dirty="0">
                <a:latin typeface="Calibri"/>
                <a:cs typeface="Calibri"/>
              </a:rPr>
              <a:t> </a:t>
            </a:r>
            <a:r>
              <a:rPr sz="1600" dirty="0">
                <a:latin typeface="Calibri"/>
                <a:cs typeface="Calibri"/>
              </a:rPr>
              <a:t>the</a:t>
            </a:r>
            <a:r>
              <a:rPr sz="1600" spc="-20" dirty="0">
                <a:latin typeface="Calibri"/>
                <a:cs typeface="Calibri"/>
              </a:rPr>
              <a:t> </a:t>
            </a:r>
            <a:r>
              <a:rPr sz="1600" spc="-10" dirty="0">
                <a:latin typeface="Calibri"/>
                <a:cs typeface="Calibri"/>
              </a:rPr>
              <a:t>required</a:t>
            </a:r>
            <a:r>
              <a:rPr sz="1600" spc="-5" dirty="0">
                <a:latin typeface="Calibri"/>
                <a:cs typeface="Calibri"/>
              </a:rPr>
              <a:t> </a:t>
            </a:r>
            <a:r>
              <a:rPr sz="1600" spc="-10" dirty="0">
                <a:latin typeface="Calibri"/>
                <a:cs typeface="Calibri"/>
              </a:rPr>
              <a:t>architecture, environment</a:t>
            </a:r>
            <a:r>
              <a:rPr sz="1600" spc="-5" dirty="0">
                <a:latin typeface="Calibri"/>
                <a:cs typeface="Calibri"/>
              </a:rPr>
              <a:t> </a:t>
            </a:r>
            <a:r>
              <a:rPr sz="1600" spc="-10" dirty="0">
                <a:latin typeface="Calibri"/>
                <a:cs typeface="Calibri"/>
              </a:rPr>
              <a:t>set-</a:t>
            </a:r>
            <a:r>
              <a:rPr sz="1600" dirty="0">
                <a:latin typeface="Calibri"/>
                <a:cs typeface="Calibri"/>
              </a:rPr>
              <a:t>up</a:t>
            </a:r>
            <a:r>
              <a:rPr sz="1600" spc="-30" dirty="0">
                <a:latin typeface="Calibri"/>
                <a:cs typeface="Calibri"/>
              </a:rPr>
              <a:t> </a:t>
            </a:r>
            <a:r>
              <a:rPr sz="1600" spc="-25" dirty="0">
                <a:latin typeface="Calibri"/>
                <a:cs typeface="Calibri"/>
              </a:rPr>
              <a:t>and </a:t>
            </a:r>
            <a:r>
              <a:rPr sz="1600" dirty="0">
                <a:latin typeface="Calibri"/>
                <a:cs typeface="Calibri"/>
              </a:rPr>
              <a:t>prepare</a:t>
            </a:r>
            <a:r>
              <a:rPr sz="1600" spc="-30" dirty="0">
                <a:latin typeface="Calibri"/>
                <a:cs typeface="Calibri"/>
              </a:rPr>
              <a:t> </a:t>
            </a:r>
            <a:r>
              <a:rPr sz="1600" spc="-10" dirty="0">
                <a:latin typeface="Calibri"/>
                <a:cs typeface="Calibri"/>
              </a:rPr>
              <a:t>hardware</a:t>
            </a:r>
            <a:r>
              <a:rPr sz="1600" spc="-35" dirty="0">
                <a:latin typeface="Calibri"/>
                <a:cs typeface="Calibri"/>
              </a:rPr>
              <a:t> </a:t>
            </a:r>
            <a:r>
              <a:rPr sz="1600" dirty="0">
                <a:latin typeface="Calibri"/>
                <a:cs typeface="Calibri"/>
              </a:rPr>
              <a:t>and</a:t>
            </a:r>
            <a:r>
              <a:rPr sz="1600" spc="-65" dirty="0">
                <a:latin typeface="Calibri"/>
                <a:cs typeface="Calibri"/>
              </a:rPr>
              <a:t> </a:t>
            </a:r>
            <a:r>
              <a:rPr sz="1600" dirty="0">
                <a:latin typeface="Calibri"/>
                <a:cs typeface="Calibri"/>
              </a:rPr>
              <a:t>software</a:t>
            </a:r>
            <a:r>
              <a:rPr sz="1600" spc="-30" dirty="0">
                <a:latin typeface="Calibri"/>
                <a:cs typeface="Calibri"/>
              </a:rPr>
              <a:t> </a:t>
            </a:r>
            <a:r>
              <a:rPr sz="1600" spc="-10" dirty="0">
                <a:latin typeface="Calibri"/>
                <a:cs typeface="Calibri"/>
              </a:rPr>
              <a:t>requirement</a:t>
            </a:r>
            <a:r>
              <a:rPr sz="1600" spc="-30" dirty="0">
                <a:latin typeface="Calibri"/>
                <a:cs typeface="Calibri"/>
              </a:rPr>
              <a:t> </a:t>
            </a:r>
            <a:r>
              <a:rPr sz="1600" dirty="0">
                <a:latin typeface="Calibri"/>
                <a:cs typeface="Calibri"/>
              </a:rPr>
              <a:t>list</a:t>
            </a:r>
            <a:r>
              <a:rPr sz="1600" spc="-75" dirty="0">
                <a:latin typeface="Calibri"/>
                <a:cs typeface="Calibri"/>
              </a:rPr>
              <a:t> </a:t>
            </a:r>
            <a:r>
              <a:rPr sz="1600" dirty="0">
                <a:latin typeface="Calibri"/>
                <a:cs typeface="Calibri"/>
              </a:rPr>
              <a:t>for</a:t>
            </a:r>
            <a:r>
              <a:rPr sz="1600" spc="-40" dirty="0">
                <a:latin typeface="Calibri"/>
                <a:cs typeface="Calibri"/>
              </a:rPr>
              <a:t> </a:t>
            </a:r>
            <a:r>
              <a:rPr sz="1600" dirty="0">
                <a:latin typeface="Calibri"/>
                <a:cs typeface="Calibri"/>
              </a:rPr>
              <a:t>the</a:t>
            </a:r>
            <a:r>
              <a:rPr sz="1600" spc="-45" dirty="0">
                <a:latin typeface="Calibri"/>
                <a:cs typeface="Calibri"/>
              </a:rPr>
              <a:t> </a:t>
            </a:r>
            <a:r>
              <a:rPr sz="1600" spc="-20" dirty="0">
                <a:latin typeface="Calibri"/>
                <a:cs typeface="Calibri"/>
              </a:rPr>
              <a:t>Test </a:t>
            </a:r>
            <a:r>
              <a:rPr sz="1600" spc="-10" dirty="0">
                <a:latin typeface="Calibri"/>
                <a:cs typeface="Calibri"/>
              </a:rPr>
              <a:t>Environment.</a:t>
            </a:r>
            <a:endParaRPr sz="1600">
              <a:latin typeface="Calibri"/>
              <a:cs typeface="Calibri"/>
            </a:endParaRPr>
          </a:p>
          <a:p>
            <a:pPr marL="12700">
              <a:lnSpc>
                <a:spcPct val="100000"/>
              </a:lnSpc>
              <a:spcBef>
                <a:spcPts val="705"/>
              </a:spcBef>
            </a:pPr>
            <a:r>
              <a:rPr sz="1400" spc="-55" dirty="0">
                <a:solidFill>
                  <a:srgbClr val="212121"/>
                </a:solidFill>
                <a:latin typeface="Tahoma"/>
                <a:cs typeface="Tahoma"/>
              </a:rPr>
              <a:t>Test</a:t>
            </a:r>
            <a:r>
              <a:rPr sz="1400" spc="-100" dirty="0">
                <a:solidFill>
                  <a:srgbClr val="212121"/>
                </a:solidFill>
                <a:latin typeface="Tahoma"/>
                <a:cs typeface="Tahoma"/>
              </a:rPr>
              <a:t> </a:t>
            </a:r>
            <a:r>
              <a:rPr sz="1400" spc="-40" dirty="0">
                <a:solidFill>
                  <a:srgbClr val="212121"/>
                </a:solidFill>
                <a:latin typeface="Tahoma"/>
                <a:cs typeface="Tahoma"/>
              </a:rPr>
              <a:t>Environment</a:t>
            </a:r>
            <a:r>
              <a:rPr sz="1400" spc="-100" dirty="0">
                <a:solidFill>
                  <a:srgbClr val="212121"/>
                </a:solidFill>
                <a:latin typeface="Tahoma"/>
                <a:cs typeface="Tahoma"/>
              </a:rPr>
              <a:t> </a:t>
            </a:r>
            <a:r>
              <a:rPr sz="1400" spc="-25" dirty="0">
                <a:solidFill>
                  <a:srgbClr val="212121"/>
                </a:solidFill>
                <a:latin typeface="Tahoma"/>
                <a:cs typeface="Tahoma"/>
              </a:rPr>
              <a:t>Setup</a:t>
            </a:r>
            <a:r>
              <a:rPr sz="1400" spc="-95" dirty="0">
                <a:solidFill>
                  <a:srgbClr val="212121"/>
                </a:solidFill>
                <a:latin typeface="Tahoma"/>
                <a:cs typeface="Tahoma"/>
              </a:rPr>
              <a:t> </a:t>
            </a:r>
            <a:r>
              <a:rPr sz="1400" spc="-10" dirty="0">
                <a:solidFill>
                  <a:srgbClr val="212121"/>
                </a:solidFill>
                <a:latin typeface="Tahoma"/>
                <a:cs typeface="Tahoma"/>
              </a:rPr>
              <a:t>Activities</a:t>
            </a:r>
            <a:endParaRPr sz="1400">
              <a:latin typeface="Tahoma"/>
              <a:cs typeface="Tahoma"/>
            </a:endParaRPr>
          </a:p>
          <a:p>
            <a:pPr marL="240029" marR="5080" indent="-227329" algn="just">
              <a:lnSpc>
                <a:spcPct val="100000"/>
              </a:lnSpc>
              <a:spcBef>
                <a:spcPts val="1140"/>
              </a:spcBef>
              <a:buFont typeface="Arial MT"/>
              <a:buChar char="•"/>
              <a:tabLst>
                <a:tab pos="241300" algn="l"/>
              </a:tabLst>
            </a:pPr>
            <a:r>
              <a:rPr sz="1400" dirty="0">
                <a:solidFill>
                  <a:srgbClr val="212121"/>
                </a:solidFill>
                <a:latin typeface="Calibri"/>
                <a:cs typeface="Calibri"/>
              </a:rPr>
              <a:t>Understand</a:t>
            </a:r>
            <a:r>
              <a:rPr sz="1400" spc="165" dirty="0">
                <a:solidFill>
                  <a:srgbClr val="212121"/>
                </a:solidFill>
                <a:latin typeface="Calibri"/>
                <a:cs typeface="Calibri"/>
              </a:rPr>
              <a:t>  </a:t>
            </a:r>
            <a:r>
              <a:rPr sz="1400" dirty="0">
                <a:solidFill>
                  <a:srgbClr val="212121"/>
                </a:solidFill>
                <a:latin typeface="Calibri"/>
                <a:cs typeface="Calibri"/>
              </a:rPr>
              <a:t>the</a:t>
            </a:r>
            <a:r>
              <a:rPr sz="1400" spc="170" dirty="0">
                <a:solidFill>
                  <a:srgbClr val="212121"/>
                </a:solidFill>
                <a:latin typeface="Calibri"/>
                <a:cs typeface="Calibri"/>
              </a:rPr>
              <a:t>  </a:t>
            </a:r>
            <a:r>
              <a:rPr sz="1400" dirty="0">
                <a:solidFill>
                  <a:srgbClr val="212121"/>
                </a:solidFill>
                <a:latin typeface="Calibri"/>
                <a:cs typeface="Calibri"/>
              </a:rPr>
              <a:t>required</a:t>
            </a:r>
            <a:r>
              <a:rPr sz="1400" spc="165" dirty="0">
                <a:solidFill>
                  <a:srgbClr val="212121"/>
                </a:solidFill>
                <a:latin typeface="Calibri"/>
                <a:cs typeface="Calibri"/>
              </a:rPr>
              <a:t>  </a:t>
            </a:r>
            <a:r>
              <a:rPr sz="1400" dirty="0">
                <a:solidFill>
                  <a:srgbClr val="212121"/>
                </a:solidFill>
                <a:latin typeface="Calibri"/>
                <a:cs typeface="Calibri"/>
              </a:rPr>
              <a:t>architecture,</a:t>
            </a:r>
            <a:r>
              <a:rPr sz="1400" spc="175" dirty="0">
                <a:solidFill>
                  <a:srgbClr val="212121"/>
                </a:solidFill>
                <a:latin typeface="Calibri"/>
                <a:cs typeface="Calibri"/>
              </a:rPr>
              <a:t>  </a:t>
            </a:r>
            <a:r>
              <a:rPr sz="1400" dirty="0">
                <a:solidFill>
                  <a:srgbClr val="212121"/>
                </a:solidFill>
                <a:latin typeface="Calibri"/>
                <a:cs typeface="Calibri"/>
              </a:rPr>
              <a:t>environment</a:t>
            </a:r>
            <a:r>
              <a:rPr sz="1400" spc="170" dirty="0">
                <a:solidFill>
                  <a:srgbClr val="212121"/>
                </a:solidFill>
                <a:latin typeface="Calibri"/>
                <a:cs typeface="Calibri"/>
              </a:rPr>
              <a:t>  </a:t>
            </a:r>
            <a:r>
              <a:rPr sz="1400" spc="-10" dirty="0">
                <a:solidFill>
                  <a:srgbClr val="212121"/>
                </a:solidFill>
                <a:latin typeface="Calibri"/>
                <a:cs typeface="Calibri"/>
              </a:rPr>
              <a:t>set-</a:t>
            </a:r>
            <a:r>
              <a:rPr sz="1400" dirty="0">
                <a:solidFill>
                  <a:srgbClr val="212121"/>
                </a:solidFill>
                <a:latin typeface="Calibri"/>
                <a:cs typeface="Calibri"/>
              </a:rPr>
              <a:t>up</a:t>
            </a:r>
            <a:r>
              <a:rPr sz="1400" spc="170" dirty="0">
                <a:solidFill>
                  <a:srgbClr val="212121"/>
                </a:solidFill>
                <a:latin typeface="Calibri"/>
                <a:cs typeface="Calibri"/>
              </a:rPr>
              <a:t>  </a:t>
            </a:r>
            <a:r>
              <a:rPr sz="1400" spc="-25" dirty="0">
                <a:solidFill>
                  <a:srgbClr val="212121"/>
                </a:solidFill>
                <a:latin typeface="Calibri"/>
                <a:cs typeface="Calibri"/>
              </a:rPr>
              <a:t>and 	</a:t>
            </a:r>
            <a:r>
              <a:rPr sz="1400" dirty="0">
                <a:solidFill>
                  <a:srgbClr val="212121"/>
                </a:solidFill>
                <a:latin typeface="Calibri"/>
                <a:cs typeface="Calibri"/>
              </a:rPr>
              <a:t>prepare</a:t>
            </a:r>
            <a:r>
              <a:rPr sz="1400" spc="175" dirty="0">
                <a:solidFill>
                  <a:srgbClr val="212121"/>
                </a:solidFill>
                <a:latin typeface="Calibri"/>
                <a:cs typeface="Calibri"/>
              </a:rPr>
              <a:t>  </a:t>
            </a:r>
            <a:r>
              <a:rPr sz="1400" dirty="0">
                <a:solidFill>
                  <a:srgbClr val="212121"/>
                </a:solidFill>
                <a:latin typeface="Calibri"/>
                <a:cs typeface="Calibri"/>
              </a:rPr>
              <a:t>hardware</a:t>
            </a:r>
            <a:r>
              <a:rPr sz="1400" spc="180" dirty="0">
                <a:solidFill>
                  <a:srgbClr val="212121"/>
                </a:solidFill>
                <a:latin typeface="Calibri"/>
                <a:cs typeface="Calibri"/>
              </a:rPr>
              <a:t>  </a:t>
            </a:r>
            <a:r>
              <a:rPr sz="1400" dirty="0">
                <a:solidFill>
                  <a:srgbClr val="212121"/>
                </a:solidFill>
                <a:latin typeface="Calibri"/>
                <a:cs typeface="Calibri"/>
              </a:rPr>
              <a:t>and</a:t>
            </a:r>
            <a:r>
              <a:rPr sz="1400" spc="170" dirty="0">
                <a:solidFill>
                  <a:srgbClr val="212121"/>
                </a:solidFill>
                <a:latin typeface="Calibri"/>
                <a:cs typeface="Calibri"/>
              </a:rPr>
              <a:t>  </a:t>
            </a:r>
            <a:r>
              <a:rPr sz="1400" dirty="0">
                <a:solidFill>
                  <a:srgbClr val="212121"/>
                </a:solidFill>
                <a:latin typeface="Calibri"/>
                <a:cs typeface="Calibri"/>
              </a:rPr>
              <a:t>software</a:t>
            </a:r>
            <a:r>
              <a:rPr sz="1400" spc="170" dirty="0">
                <a:solidFill>
                  <a:srgbClr val="212121"/>
                </a:solidFill>
                <a:latin typeface="Calibri"/>
                <a:cs typeface="Calibri"/>
              </a:rPr>
              <a:t>  </a:t>
            </a:r>
            <a:r>
              <a:rPr sz="1400" dirty="0">
                <a:solidFill>
                  <a:srgbClr val="212121"/>
                </a:solidFill>
                <a:latin typeface="Calibri"/>
                <a:cs typeface="Calibri"/>
              </a:rPr>
              <a:t>requirement</a:t>
            </a:r>
            <a:r>
              <a:rPr sz="1400" spc="180" dirty="0">
                <a:solidFill>
                  <a:srgbClr val="212121"/>
                </a:solidFill>
                <a:latin typeface="Calibri"/>
                <a:cs typeface="Calibri"/>
              </a:rPr>
              <a:t>  </a:t>
            </a:r>
            <a:r>
              <a:rPr sz="1400" dirty="0">
                <a:solidFill>
                  <a:srgbClr val="212121"/>
                </a:solidFill>
                <a:latin typeface="Calibri"/>
                <a:cs typeface="Calibri"/>
              </a:rPr>
              <a:t>list</a:t>
            </a:r>
            <a:r>
              <a:rPr sz="1400" spc="175" dirty="0">
                <a:solidFill>
                  <a:srgbClr val="212121"/>
                </a:solidFill>
                <a:latin typeface="Calibri"/>
                <a:cs typeface="Calibri"/>
              </a:rPr>
              <a:t>  </a:t>
            </a:r>
            <a:r>
              <a:rPr sz="1400" dirty="0">
                <a:solidFill>
                  <a:srgbClr val="212121"/>
                </a:solidFill>
                <a:latin typeface="Calibri"/>
                <a:cs typeface="Calibri"/>
              </a:rPr>
              <a:t>for</a:t>
            </a:r>
            <a:r>
              <a:rPr sz="1400" spc="175" dirty="0">
                <a:solidFill>
                  <a:srgbClr val="212121"/>
                </a:solidFill>
                <a:latin typeface="Calibri"/>
                <a:cs typeface="Calibri"/>
              </a:rPr>
              <a:t>  </a:t>
            </a:r>
            <a:r>
              <a:rPr sz="1400" dirty="0">
                <a:solidFill>
                  <a:srgbClr val="212121"/>
                </a:solidFill>
                <a:latin typeface="Calibri"/>
                <a:cs typeface="Calibri"/>
              </a:rPr>
              <a:t>the</a:t>
            </a:r>
            <a:r>
              <a:rPr sz="1400" spc="170" dirty="0">
                <a:solidFill>
                  <a:srgbClr val="212121"/>
                </a:solidFill>
                <a:latin typeface="Calibri"/>
                <a:cs typeface="Calibri"/>
              </a:rPr>
              <a:t>  </a:t>
            </a:r>
            <a:r>
              <a:rPr sz="1400" spc="-20" dirty="0">
                <a:solidFill>
                  <a:srgbClr val="212121"/>
                </a:solidFill>
                <a:latin typeface="Calibri"/>
                <a:cs typeface="Calibri"/>
              </a:rPr>
              <a:t>Test 	</a:t>
            </a:r>
            <a:r>
              <a:rPr sz="1400" spc="-10" dirty="0">
                <a:solidFill>
                  <a:srgbClr val="212121"/>
                </a:solidFill>
                <a:latin typeface="Calibri"/>
                <a:cs typeface="Calibri"/>
              </a:rPr>
              <a:t>Environment.</a:t>
            </a:r>
            <a:endParaRPr sz="1400">
              <a:latin typeface="Calibri"/>
              <a:cs typeface="Calibri"/>
            </a:endParaRPr>
          </a:p>
          <a:p>
            <a:pPr marL="240665" indent="-227965">
              <a:lnSpc>
                <a:spcPct val="100000"/>
              </a:lnSpc>
              <a:spcBef>
                <a:spcPts val="1010"/>
              </a:spcBef>
              <a:buFont typeface="Arial MT"/>
              <a:buChar char="•"/>
              <a:tabLst>
                <a:tab pos="240665" algn="l"/>
              </a:tabLst>
            </a:pPr>
            <a:r>
              <a:rPr sz="1400" dirty="0">
                <a:solidFill>
                  <a:srgbClr val="212121"/>
                </a:solidFill>
                <a:latin typeface="Calibri"/>
                <a:cs typeface="Calibri"/>
              </a:rPr>
              <a:t>Setup</a:t>
            </a:r>
            <a:r>
              <a:rPr sz="1400" spc="-45" dirty="0">
                <a:solidFill>
                  <a:srgbClr val="212121"/>
                </a:solidFill>
                <a:latin typeface="Calibri"/>
                <a:cs typeface="Calibri"/>
              </a:rPr>
              <a:t> </a:t>
            </a:r>
            <a:r>
              <a:rPr sz="1400" dirty="0">
                <a:solidFill>
                  <a:srgbClr val="212121"/>
                </a:solidFill>
                <a:latin typeface="Calibri"/>
                <a:cs typeface="Calibri"/>
              </a:rPr>
              <a:t>test</a:t>
            </a:r>
            <a:r>
              <a:rPr sz="1400" spc="-45" dirty="0">
                <a:solidFill>
                  <a:srgbClr val="212121"/>
                </a:solidFill>
                <a:latin typeface="Calibri"/>
                <a:cs typeface="Calibri"/>
              </a:rPr>
              <a:t> </a:t>
            </a:r>
            <a:r>
              <a:rPr sz="1400" spc="-10" dirty="0">
                <a:solidFill>
                  <a:srgbClr val="212121"/>
                </a:solidFill>
                <a:latin typeface="Calibri"/>
                <a:cs typeface="Calibri"/>
              </a:rPr>
              <a:t>Environment</a:t>
            </a:r>
            <a:r>
              <a:rPr sz="1400" spc="-30" dirty="0">
                <a:solidFill>
                  <a:srgbClr val="212121"/>
                </a:solidFill>
                <a:latin typeface="Calibri"/>
                <a:cs typeface="Calibri"/>
              </a:rPr>
              <a:t> </a:t>
            </a:r>
            <a:r>
              <a:rPr sz="1400" dirty="0">
                <a:solidFill>
                  <a:srgbClr val="212121"/>
                </a:solidFill>
                <a:latin typeface="Calibri"/>
                <a:cs typeface="Calibri"/>
              </a:rPr>
              <a:t>and</a:t>
            </a:r>
            <a:r>
              <a:rPr sz="1400" spc="-45" dirty="0">
                <a:solidFill>
                  <a:srgbClr val="212121"/>
                </a:solidFill>
                <a:latin typeface="Calibri"/>
                <a:cs typeface="Calibri"/>
              </a:rPr>
              <a:t> </a:t>
            </a:r>
            <a:r>
              <a:rPr sz="1400" dirty="0">
                <a:solidFill>
                  <a:srgbClr val="212121"/>
                </a:solidFill>
                <a:latin typeface="Calibri"/>
                <a:cs typeface="Calibri"/>
              </a:rPr>
              <a:t>test</a:t>
            </a:r>
            <a:r>
              <a:rPr sz="1400" spc="-45" dirty="0">
                <a:solidFill>
                  <a:srgbClr val="212121"/>
                </a:solidFill>
                <a:latin typeface="Calibri"/>
                <a:cs typeface="Calibri"/>
              </a:rPr>
              <a:t> </a:t>
            </a:r>
            <a:r>
              <a:rPr sz="1400" spc="-20" dirty="0">
                <a:solidFill>
                  <a:srgbClr val="212121"/>
                </a:solidFill>
                <a:latin typeface="Calibri"/>
                <a:cs typeface="Calibri"/>
              </a:rPr>
              <a:t>data</a:t>
            </a:r>
            <a:endParaRPr sz="1400">
              <a:latin typeface="Calibri"/>
              <a:cs typeface="Calibri"/>
            </a:endParaRPr>
          </a:p>
          <a:p>
            <a:pPr marL="240665" indent="-227965">
              <a:lnSpc>
                <a:spcPct val="100000"/>
              </a:lnSpc>
              <a:spcBef>
                <a:spcPts val="994"/>
              </a:spcBef>
              <a:buFont typeface="Arial MT"/>
              <a:buChar char="•"/>
              <a:tabLst>
                <a:tab pos="240665" algn="l"/>
              </a:tabLst>
            </a:pPr>
            <a:r>
              <a:rPr sz="1400" spc="-10" dirty="0">
                <a:solidFill>
                  <a:srgbClr val="212121"/>
                </a:solidFill>
                <a:latin typeface="Calibri"/>
                <a:cs typeface="Calibri"/>
              </a:rPr>
              <a:t>Perform</a:t>
            </a:r>
            <a:r>
              <a:rPr sz="1400" spc="-65" dirty="0">
                <a:solidFill>
                  <a:srgbClr val="212121"/>
                </a:solidFill>
                <a:latin typeface="Calibri"/>
                <a:cs typeface="Calibri"/>
              </a:rPr>
              <a:t> </a:t>
            </a:r>
            <a:r>
              <a:rPr sz="1400" dirty="0">
                <a:solidFill>
                  <a:srgbClr val="212121"/>
                </a:solidFill>
                <a:latin typeface="Calibri"/>
                <a:cs typeface="Calibri"/>
              </a:rPr>
              <a:t>smoke</a:t>
            </a:r>
            <a:r>
              <a:rPr sz="1400" spc="-40" dirty="0">
                <a:solidFill>
                  <a:srgbClr val="212121"/>
                </a:solidFill>
                <a:latin typeface="Calibri"/>
                <a:cs typeface="Calibri"/>
              </a:rPr>
              <a:t> </a:t>
            </a:r>
            <a:r>
              <a:rPr sz="1400" dirty="0">
                <a:solidFill>
                  <a:srgbClr val="212121"/>
                </a:solidFill>
                <a:latin typeface="Calibri"/>
                <a:cs typeface="Calibri"/>
              </a:rPr>
              <a:t>test</a:t>
            </a:r>
            <a:r>
              <a:rPr sz="1400" spc="-40" dirty="0">
                <a:solidFill>
                  <a:srgbClr val="212121"/>
                </a:solidFill>
                <a:latin typeface="Calibri"/>
                <a:cs typeface="Calibri"/>
              </a:rPr>
              <a:t> </a:t>
            </a:r>
            <a:r>
              <a:rPr sz="1400" dirty="0">
                <a:solidFill>
                  <a:srgbClr val="212121"/>
                </a:solidFill>
                <a:latin typeface="Calibri"/>
                <a:cs typeface="Calibri"/>
              </a:rPr>
              <a:t>on</a:t>
            </a:r>
            <a:r>
              <a:rPr sz="1400" spc="-40" dirty="0">
                <a:solidFill>
                  <a:srgbClr val="212121"/>
                </a:solidFill>
                <a:latin typeface="Calibri"/>
                <a:cs typeface="Calibri"/>
              </a:rPr>
              <a:t> </a:t>
            </a:r>
            <a:r>
              <a:rPr sz="1400" dirty="0">
                <a:solidFill>
                  <a:srgbClr val="212121"/>
                </a:solidFill>
                <a:latin typeface="Calibri"/>
                <a:cs typeface="Calibri"/>
              </a:rPr>
              <a:t>the</a:t>
            </a:r>
            <a:r>
              <a:rPr sz="1400" spc="-15" dirty="0">
                <a:solidFill>
                  <a:srgbClr val="212121"/>
                </a:solidFill>
                <a:latin typeface="Calibri"/>
                <a:cs typeface="Calibri"/>
              </a:rPr>
              <a:t> </a:t>
            </a:r>
            <a:r>
              <a:rPr sz="1400" spc="-10" dirty="0">
                <a:solidFill>
                  <a:srgbClr val="212121"/>
                </a:solidFill>
                <a:latin typeface="Calibri"/>
                <a:cs typeface="Calibri"/>
              </a:rPr>
              <a:t>build</a:t>
            </a:r>
            <a:endParaRPr sz="1400">
              <a:latin typeface="Calibri"/>
              <a:cs typeface="Calibri"/>
            </a:endParaRPr>
          </a:p>
          <a:p>
            <a:pPr marL="12700">
              <a:lnSpc>
                <a:spcPct val="100000"/>
              </a:lnSpc>
              <a:spcBef>
                <a:spcPts val="685"/>
              </a:spcBef>
            </a:pPr>
            <a:r>
              <a:rPr sz="1400" spc="-40" dirty="0">
                <a:solidFill>
                  <a:srgbClr val="212121"/>
                </a:solidFill>
                <a:latin typeface="Tahoma"/>
                <a:cs typeface="Tahoma"/>
              </a:rPr>
              <a:t>Deliverables</a:t>
            </a:r>
            <a:r>
              <a:rPr sz="1400" spc="-110" dirty="0">
                <a:solidFill>
                  <a:srgbClr val="212121"/>
                </a:solidFill>
                <a:latin typeface="Tahoma"/>
                <a:cs typeface="Tahoma"/>
              </a:rPr>
              <a:t> </a:t>
            </a:r>
            <a:r>
              <a:rPr sz="1400" spc="-10" dirty="0">
                <a:solidFill>
                  <a:srgbClr val="212121"/>
                </a:solidFill>
                <a:latin typeface="Tahoma"/>
                <a:cs typeface="Tahoma"/>
              </a:rPr>
              <a:t>of</a:t>
            </a:r>
            <a:r>
              <a:rPr sz="1400" spc="-60" dirty="0">
                <a:solidFill>
                  <a:srgbClr val="212121"/>
                </a:solidFill>
                <a:latin typeface="Tahoma"/>
                <a:cs typeface="Tahoma"/>
              </a:rPr>
              <a:t> Test</a:t>
            </a:r>
            <a:r>
              <a:rPr sz="1400" spc="-100" dirty="0">
                <a:solidFill>
                  <a:srgbClr val="212121"/>
                </a:solidFill>
                <a:latin typeface="Tahoma"/>
                <a:cs typeface="Tahoma"/>
              </a:rPr>
              <a:t> </a:t>
            </a:r>
            <a:r>
              <a:rPr sz="1400" spc="-40" dirty="0">
                <a:solidFill>
                  <a:srgbClr val="212121"/>
                </a:solidFill>
                <a:latin typeface="Tahoma"/>
                <a:cs typeface="Tahoma"/>
              </a:rPr>
              <a:t>Environment</a:t>
            </a:r>
            <a:r>
              <a:rPr sz="1400" spc="-100" dirty="0">
                <a:solidFill>
                  <a:srgbClr val="212121"/>
                </a:solidFill>
                <a:latin typeface="Tahoma"/>
                <a:cs typeface="Tahoma"/>
              </a:rPr>
              <a:t> </a:t>
            </a:r>
            <a:r>
              <a:rPr sz="1400" spc="-20" dirty="0">
                <a:solidFill>
                  <a:srgbClr val="212121"/>
                </a:solidFill>
                <a:latin typeface="Tahoma"/>
                <a:cs typeface="Tahoma"/>
              </a:rPr>
              <a:t>Setup</a:t>
            </a:r>
            <a:endParaRPr sz="1400">
              <a:latin typeface="Tahoma"/>
              <a:cs typeface="Tahoma"/>
            </a:endParaRPr>
          </a:p>
          <a:p>
            <a:pPr marL="240665" indent="-227965">
              <a:lnSpc>
                <a:spcPct val="100000"/>
              </a:lnSpc>
              <a:spcBef>
                <a:spcPts val="1155"/>
              </a:spcBef>
              <a:buFont typeface="Arial MT"/>
              <a:buChar char="•"/>
              <a:tabLst>
                <a:tab pos="240665" algn="l"/>
              </a:tabLst>
            </a:pPr>
            <a:r>
              <a:rPr sz="1400" spc="-10" dirty="0">
                <a:solidFill>
                  <a:srgbClr val="212121"/>
                </a:solidFill>
                <a:latin typeface="Calibri"/>
                <a:cs typeface="Calibri"/>
              </a:rPr>
              <a:t>Environment</a:t>
            </a:r>
            <a:r>
              <a:rPr sz="1400" spc="-35" dirty="0">
                <a:solidFill>
                  <a:srgbClr val="212121"/>
                </a:solidFill>
                <a:latin typeface="Calibri"/>
                <a:cs typeface="Calibri"/>
              </a:rPr>
              <a:t> </a:t>
            </a:r>
            <a:r>
              <a:rPr sz="1400" dirty="0">
                <a:solidFill>
                  <a:srgbClr val="212121"/>
                </a:solidFill>
                <a:latin typeface="Calibri"/>
                <a:cs typeface="Calibri"/>
              </a:rPr>
              <a:t>ready</a:t>
            </a:r>
            <a:r>
              <a:rPr sz="1400" spc="-40" dirty="0">
                <a:solidFill>
                  <a:srgbClr val="212121"/>
                </a:solidFill>
                <a:latin typeface="Calibri"/>
                <a:cs typeface="Calibri"/>
              </a:rPr>
              <a:t> </a:t>
            </a:r>
            <a:r>
              <a:rPr sz="1400" dirty="0">
                <a:solidFill>
                  <a:srgbClr val="212121"/>
                </a:solidFill>
                <a:latin typeface="Calibri"/>
                <a:cs typeface="Calibri"/>
              </a:rPr>
              <a:t>with</a:t>
            </a:r>
            <a:r>
              <a:rPr sz="1400" spc="-50" dirty="0">
                <a:solidFill>
                  <a:srgbClr val="212121"/>
                </a:solidFill>
                <a:latin typeface="Calibri"/>
                <a:cs typeface="Calibri"/>
              </a:rPr>
              <a:t> </a:t>
            </a:r>
            <a:r>
              <a:rPr sz="1400" dirty="0">
                <a:solidFill>
                  <a:srgbClr val="212121"/>
                </a:solidFill>
                <a:latin typeface="Calibri"/>
                <a:cs typeface="Calibri"/>
              </a:rPr>
              <a:t>test</a:t>
            </a:r>
            <a:r>
              <a:rPr sz="1400" spc="-55" dirty="0">
                <a:solidFill>
                  <a:srgbClr val="212121"/>
                </a:solidFill>
                <a:latin typeface="Calibri"/>
                <a:cs typeface="Calibri"/>
              </a:rPr>
              <a:t> </a:t>
            </a:r>
            <a:r>
              <a:rPr sz="1400" dirty="0">
                <a:solidFill>
                  <a:srgbClr val="212121"/>
                </a:solidFill>
                <a:latin typeface="Calibri"/>
                <a:cs typeface="Calibri"/>
              </a:rPr>
              <a:t>data</a:t>
            </a:r>
            <a:r>
              <a:rPr sz="1400" spc="-40" dirty="0">
                <a:solidFill>
                  <a:srgbClr val="212121"/>
                </a:solidFill>
                <a:latin typeface="Calibri"/>
                <a:cs typeface="Calibri"/>
              </a:rPr>
              <a:t> </a:t>
            </a:r>
            <a:r>
              <a:rPr sz="1400" dirty="0">
                <a:solidFill>
                  <a:srgbClr val="212121"/>
                </a:solidFill>
                <a:latin typeface="Calibri"/>
                <a:cs typeface="Calibri"/>
              </a:rPr>
              <a:t>set</a:t>
            </a:r>
            <a:r>
              <a:rPr sz="1400" spc="-30" dirty="0">
                <a:solidFill>
                  <a:srgbClr val="212121"/>
                </a:solidFill>
                <a:latin typeface="Calibri"/>
                <a:cs typeface="Calibri"/>
              </a:rPr>
              <a:t> </a:t>
            </a:r>
            <a:r>
              <a:rPr sz="1400" spc="-25" dirty="0">
                <a:solidFill>
                  <a:srgbClr val="212121"/>
                </a:solidFill>
                <a:latin typeface="Calibri"/>
                <a:cs typeface="Calibri"/>
              </a:rPr>
              <a:t>up</a:t>
            </a:r>
            <a:endParaRPr sz="1400">
              <a:latin typeface="Calibri"/>
              <a:cs typeface="Calibri"/>
            </a:endParaRPr>
          </a:p>
          <a:p>
            <a:pPr marL="240665" indent="-227965">
              <a:lnSpc>
                <a:spcPct val="100000"/>
              </a:lnSpc>
              <a:spcBef>
                <a:spcPts val="994"/>
              </a:spcBef>
              <a:buFont typeface="Arial MT"/>
              <a:buChar char="•"/>
              <a:tabLst>
                <a:tab pos="240665" algn="l"/>
              </a:tabLst>
            </a:pPr>
            <a:r>
              <a:rPr sz="1400" dirty="0">
                <a:solidFill>
                  <a:srgbClr val="212121"/>
                </a:solidFill>
                <a:latin typeface="Calibri"/>
                <a:cs typeface="Calibri"/>
              </a:rPr>
              <a:t>Smoke</a:t>
            </a:r>
            <a:r>
              <a:rPr sz="1400" spc="-55" dirty="0">
                <a:solidFill>
                  <a:srgbClr val="212121"/>
                </a:solidFill>
                <a:latin typeface="Calibri"/>
                <a:cs typeface="Calibri"/>
              </a:rPr>
              <a:t> </a:t>
            </a:r>
            <a:r>
              <a:rPr sz="1400" spc="-40" dirty="0">
                <a:solidFill>
                  <a:srgbClr val="212121"/>
                </a:solidFill>
                <a:latin typeface="Calibri"/>
                <a:cs typeface="Calibri"/>
              </a:rPr>
              <a:t>Test </a:t>
            </a:r>
            <a:r>
              <a:rPr sz="1400" spc="-10" dirty="0">
                <a:solidFill>
                  <a:srgbClr val="212121"/>
                </a:solidFill>
                <a:latin typeface="Calibri"/>
                <a:cs typeface="Calibri"/>
              </a:rPr>
              <a:t>Results.</a:t>
            </a:r>
            <a:endParaRPr sz="1400">
              <a:latin typeface="Calibri"/>
              <a:cs typeface="Calibri"/>
            </a:endParaRPr>
          </a:p>
        </p:txBody>
      </p:sp>
      <p:sp>
        <p:nvSpPr>
          <p:cNvPr id="4" name="object 4"/>
          <p:cNvSpPr txBox="1"/>
          <p:nvPr/>
        </p:nvSpPr>
        <p:spPr>
          <a:xfrm>
            <a:off x="6251828" y="416004"/>
            <a:ext cx="5587365" cy="1306830"/>
          </a:xfrm>
          <a:prstGeom prst="rect">
            <a:avLst/>
          </a:prstGeom>
        </p:spPr>
        <p:txBody>
          <a:bodyPr vert="horz" wrap="square" lIns="0" tIns="158750" rIns="0" bIns="0" rtlCol="0">
            <a:spAutoFit/>
          </a:bodyPr>
          <a:lstStyle/>
          <a:p>
            <a:pPr marL="12700" algn="just">
              <a:lnSpc>
                <a:spcPct val="100000"/>
              </a:lnSpc>
              <a:spcBef>
                <a:spcPts val="1250"/>
              </a:spcBef>
            </a:pPr>
            <a:r>
              <a:rPr sz="1800" b="1" spc="-35" dirty="0">
                <a:solidFill>
                  <a:srgbClr val="FF0000"/>
                </a:solidFill>
                <a:latin typeface="Calibri"/>
                <a:cs typeface="Calibri"/>
              </a:rPr>
              <a:t>Test</a:t>
            </a:r>
            <a:r>
              <a:rPr sz="1800" b="1" spc="-70" dirty="0">
                <a:solidFill>
                  <a:srgbClr val="FF0000"/>
                </a:solidFill>
                <a:latin typeface="Calibri"/>
                <a:cs typeface="Calibri"/>
              </a:rPr>
              <a:t> </a:t>
            </a:r>
            <a:r>
              <a:rPr sz="1800" b="1" dirty="0">
                <a:solidFill>
                  <a:srgbClr val="FF0000"/>
                </a:solidFill>
                <a:latin typeface="Calibri"/>
                <a:cs typeface="Calibri"/>
              </a:rPr>
              <a:t>Execution</a:t>
            </a:r>
            <a:r>
              <a:rPr sz="1800" b="1" spc="-90" dirty="0">
                <a:solidFill>
                  <a:srgbClr val="FF0000"/>
                </a:solidFill>
                <a:latin typeface="Calibri"/>
                <a:cs typeface="Calibri"/>
              </a:rPr>
              <a:t> </a:t>
            </a:r>
            <a:r>
              <a:rPr sz="1800" b="1" spc="-20" dirty="0">
                <a:solidFill>
                  <a:srgbClr val="FF0000"/>
                </a:solidFill>
                <a:latin typeface="Calibri"/>
                <a:cs typeface="Calibri"/>
              </a:rPr>
              <a:t>Phase</a:t>
            </a:r>
            <a:endParaRPr sz="1800">
              <a:latin typeface="Calibri"/>
              <a:cs typeface="Calibri"/>
            </a:endParaRPr>
          </a:p>
          <a:p>
            <a:pPr marL="241300" marR="5080" indent="-228600" algn="just">
              <a:lnSpc>
                <a:spcPct val="100000"/>
              </a:lnSpc>
              <a:spcBef>
                <a:spcPts val="1015"/>
              </a:spcBef>
              <a:buFont typeface="Arial MT"/>
              <a:buChar char="•"/>
              <a:tabLst>
                <a:tab pos="241300" algn="l"/>
                <a:tab pos="242570" algn="l"/>
              </a:tabLst>
            </a:pPr>
            <a:r>
              <a:rPr sz="1600" dirty="0">
                <a:latin typeface="Calibri"/>
                <a:cs typeface="Calibri"/>
              </a:rPr>
              <a:t>	Test</a:t>
            </a:r>
            <a:r>
              <a:rPr sz="1600" spc="409" dirty="0">
                <a:latin typeface="Calibri"/>
                <a:cs typeface="Calibri"/>
              </a:rPr>
              <a:t> </a:t>
            </a:r>
            <a:r>
              <a:rPr sz="1600" dirty="0">
                <a:latin typeface="Calibri"/>
                <a:cs typeface="Calibri"/>
              </a:rPr>
              <a:t>Execution</a:t>
            </a:r>
            <a:r>
              <a:rPr sz="1600" spc="405" dirty="0">
                <a:latin typeface="Calibri"/>
                <a:cs typeface="Calibri"/>
              </a:rPr>
              <a:t> </a:t>
            </a:r>
            <a:r>
              <a:rPr sz="1600" dirty="0">
                <a:latin typeface="Calibri"/>
                <a:cs typeface="Calibri"/>
              </a:rPr>
              <a:t>Phase</a:t>
            </a:r>
            <a:r>
              <a:rPr sz="1600" spc="409" dirty="0">
                <a:latin typeface="Calibri"/>
                <a:cs typeface="Calibri"/>
              </a:rPr>
              <a:t> </a:t>
            </a:r>
            <a:r>
              <a:rPr sz="1600" dirty="0">
                <a:latin typeface="Calibri"/>
                <a:cs typeface="Calibri"/>
              </a:rPr>
              <a:t>is</a:t>
            </a:r>
            <a:r>
              <a:rPr sz="1600" spc="405" dirty="0">
                <a:latin typeface="Calibri"/>
                <a:cs typeface="Calibri"/>
              </a:rPr>
              <a:t> </a:t>
            </a:r>
            <a:r>
              <a:rPr sz="1600" dirty="0">
                <a:latin typeface="Calibri"/>
                <a:cs typeface="Calibri"/>
              </a:rPr>
              <a:t>carried</a:t>
            </a:r>
            <a:r>
              <a:rPr sz="1600" spc="400" dirty="0">
                <a:latin typeface="Calibri"/>
                <a:cs typeface="Calibri"/>
              </a:rPr>
              <a:t> </a:t>
            </a:r>
            <a:r>
              <a:rPr sz="1600" dirty="0">
                <a:latin typeface="Calibri"/>
                <a:cs typeface="Calibri"/>
              </a:rPr>
              <a:t>out</a:t>
            </a:r>
            <a:r>
              <a:rPr sz="1600" spc="415" dirty="0">
                <a:latin typeface="Calibri"/>
                <a:cs typeface="Calibri"/>
              </a:rPr>
              <a:t> </a:t>
            </a:r>
            <a:r>
              <a:rPr sz="1600" dirty="0">
                <a:latin typeface="Calibri"/>
                <a:cs typeface="Calibri"/>
              </a:rPr>
              <a:t>by</a:t>
            </a:r>
            <a:r>
              <a:rPr sz="1600" spc="400" dirty="0">
                <a:latin typeface="Calibri"/>
                <a:cs typeface="Calibri"/>
              </a:rPr>
              <a:t> </a:t>
            </a:r>
            <a:r>
              <a:rPr sz="1600" dirty="0">
                <a:latin typeface="Calibri"/>
                <a:cs typeface="Calibri"/>
              </a:rPr>
              <a:t>the</a:t>
            </a:r>
            <a:r>
              <a:rPr sz="1600" spc="409" dirty="0">
                <a:latin typeface="Calibri"/>
                <a:cs typeface="Calibri"/>
              </a:rPr>
              <a:t> </a:t>
            </a:r>
            <a:r>
              <a:rPr sz="1600" dirty="0">
                <a:latin typeface="Calibri"/>
                <a:cs typeface="Calibri"/>
              </a:rPr>
              <a:t>testers</a:t>
            </a:r>
            <a:r>
              <a:rPr sz="1600" spc="405" dirty="0">
                <a:latin typeface="Calibri"/>
                <a:cs typeface="Calibri"/>
              </a:rPr>
              <a:t> </a:t>
            </a:r>
            <a:r>
              <a:rPr sz="1600" dirty="0">
                <a:latin typeface="Calibri"/>
                <a:cs typeface="Calibri"/>
              </a:rPr>
              <a:t>in</a:t>
            </a:r>
            <a:r>
              <a:rPr sz="1600" spc="405" dirty="0">
                <a:latin typeface="Calibri"/>
                <a:cs typeface="Calibri"/>
              </a:rPr>
              <a:t> </a:t>
            </a:r>
            <a:r>
              <a:rPr sz="1600" spc="-10" dirty="0">
                <a:latin typeface="Calibri"/>
                <a:cs typeface="Calibri"/>
              </a:rPr>
              <a:t>which </a:t>
            </a:r>
            <a:r>
              <a:rPr sz="1600" dirty="0">
                <a:latin typeface="Calibri"/>
                <a:cs typeface="Calibri"/>
              </a:rPr>
              <a:t>testing</a:t>
            </a:r>
            <a:r>
              <a:rPr sz="1600" spc="-25" dirty="0">
                <a:latin typeface="Calibri"/>
                <a:cs typeface="Calibri"/>
              </a:rPr>
              <a:t> </a:t>
            </a:r>
            <a:r>
              <a:rPr sz="1600" dirty="0">
                <a:latin typeface="Calibri"/>
                <a:cs typeface="Calibri"/>
              </a:rPr>
              <a:t>of</a:t>
            </a:r>
            <a:r>
              <a:rPr sz="1600" spc="-30" dirty="0">
                <a:latin typeface="Calibri"/>
                <a:cs typeface="Calibri"/>
              </a:rPr>
              <a:t> </a:t>
            </a:r>
            <a:r>
              <a:rPr sz="1600" dirty="0">
                <a:latin typeface="Calibri"/>
                <a:cs typeface="Calibri"/>
              </a:rPr>
              <a:t>the</a:t>
            </a:r>
            <a:r>
              <a:rPr sz="1600" spc="-15" dirty="0">
                <a:latin typeface="Calibri"/>
                <a:cs typeface="Calibri"/>
              </a:rPr>
              <a:t> </a:t>
            </a:r>
            <a:r>
              <a:rPr sz="1600" dirty="0">
                <a:latin typeface="Calibri"/>
                <a:cs typeface="Calibri"/>
              </a:rPr>
              <a:t>software</a:t>
            </a:r>
            <a:r>
              <a:rPr sz="1600" spc="-30" dirty="0">
                <a:latin typeface="Calibri"/>
                <a:cs typeface="Calibri"/>
              </a:rPr>
              <a:t> </a:t>
            </a:r>
            <a:r>
              <a:rPr sz="1600" dirty="0">
                <a:latin typeface="Calibri"/>
                <a:cs typeface="Calibri"/>
              </a:rPr>
              <a:t>build</a:t>
            </a:r>
            <a:r>
              <a:rPr sz="1600" spc="-30" dirty="0">
                <a:latin typeface="Calibri"/>
                <a:cs typeface="Calibri"/>
              </a:rPr>
              <a:t> </a:t>
            </a:r>
            <a:r>
              <a:rPr sz="1600" dirty="0">
                <a:latin typeface="Calibri"/>
                <a:cs typeface="Calibri"/>
              </a:rPr>
              <a:t>is</a:t>
            </a:r>
            <a:r>
              <a:rPr sz="1600" spc="-35" dirty="0">
                <a:latin typeface="Calibri"/>
                <a:cs typeface="Calibri"/>
              </a:rPr>
              <a:t> </a:t>
            </a:r>
            <a:r>
              <a:rPr sz="1600" dirty="0">
                <a:latin typeface="Calibri"/>
                <a:cs typeface="Calibri"/>
              </a:rPr>
              <a:t>done</a:t>
            </a:r>
            <a:r>
              <a:rPr sz="1600" spc="-15" dirty="0">
                <a:latin typeface="Calibri"/>
                <a:cs typeface="Calibri"/>
              </a:rPr>
              <a:t> </a:t>
            </a:r>
            <a:r>
              <a:rPr sz="1600" dirty="0">
                <a:latin typeface="Calibri"/>
                <a:cs typeface="Calibri"/>
              </a:rPr>
              <a:t>based</a:t>
            </a:r>
            <a:r>
              <a:rPr sz="1600" spc="-30" dirty="0">
                <a:latin typeface="Calibri"/>
                <a:cs typeface="Calibri"/>
              </a:rPr>
              <a:t> </a:t>
            </a:r>
            <a:r>
              <a:rPr sz="1600" dirty="0">
                <a:latin typeface="Calibri"/>
                <a:cs typeface="Calibri"/>
              </a:rPr>
              <a:t>on</a:t>
            </a:r>
            <a:r>
              <a:rPr sz="1600" spc="-20" dirty="0">
                <a:latin typeface="Calibri"/>
                <a:cs typeface="Calibri"/>
              </a:rPr>
              <a:t> </a:t>
            </a:r>
            <a:r>
              <a:rPr sz="1600" dirty="0">
                <a:latin typeface="Calibri"/>
                <a:cs typeface="Calibri"/>
              </a:rPr>
              <a:t>test</a:t>
            </a:r>
            <a:r>
              <a:rPr sz="1600" spc="-20" dirty="0">
                <a:latin typeface="Calibri"/>
                <a:cs typeface="Calibri"/>
              </a:rPr>
              <a:t> </a:t>
            </a:r>
            <a:r>
              <a:rPr sz="1600" dirty="0">
                <a:latin typeface="Calibri"/>
                <a:cs typeface="Calibri"/>
              </a:rPr>
              <a:t>plans</a:t>
            </a:r>
            <a:r>
              <a:rPr sz="1600" spc="-35" dirty="0">
                <a:latin typeface="Calibri"/>
                <a:cs typeface="Calibri"/>
              </a:rPr>
              <a:t> </a:t>
            </a:r>
            <a:r>
              <a:rPr sz="1600" dirty="0">
                <a:latin typeface="Calibri"/>
                <a:cs typeface="Calibri"/>
              </a:rPr>
              <a:t>and</a:t>
            </a:r>
            <a:r>
              <a:rPr sz="1600" spc="-25" dirty="0">
                <a:latin typeface="Calibri"/>
                <a:cs typeface="Calibri"/>
              </a:rPr>
              <a:t> </a:t>
            </a:r>
            <a:r>
              <a:rPr sz="1600" spc="-20" dirty="0">
                <a:latin typeface="Calibri"/>
                <a:cs typeface="Calibri"/>
              </a:rPr>
              <a:t>test </a:t>
            </a:r>
            <a:r>
              <a:rPr sz="1600" dirty="0">
                <a:latin typeface="Calibri"/>
                <a:cs typeface="Calibri"/>
              </a:rPr>
              <a:t>cases</a:t>
            </a:r>
            <a:r>
              <a:rPr sz="1600" spc="-55" dirty="0">
                <a:latin typeface="Calibri"/>
                <a:cs typeface="Calibri"/>
              </a:rPr>
              <a:t> </a:t>
            </a:r>
            <a:r>
              <a:rPr sz="1600" spc="-10" dirty="0">
                <a:latin typeface="Calibri"/>
                <a:cs typeface="Calibri"/>
              </a:rPr>
              <a:t>prepared.</a:t>
            </a:r>
            <a:endParaRPr sz="1600">
              <a:latin typeface="Calibri"/>
              <a:cs typeface="Calibri"/>
            </a:endParaRPr>
          </a:p>
        </p:txBody>
      </p:sp>
      <p:sp>
        <p:nvSpPr>
          <p:cNvPr id="5" name="object 5"/>
          <p:cNvSpPr txBox="1"/>
          <p:nvPr/>
        </p:nvSpPr>
        <p:spPr>
          <a:xfrm>
            <a:off x="6251828" y="3034411"/>
            <a:ext cx="1800860" cy="239395"/>
          </a:xfrm>
          <a:prstGeom prst="rect">
            <a:avLst/>
          </a:prstGeom>
        </p:spPr>
        <p:txBody>
          <a:bodyPr vert="horz" wrap="square" lIns="0" tIns="13335" rIns="0" bIns="0" rtlCol="0">
            <a:spAutoFit/>
          </a:bodyPr>
          <a:lstStyle/>
          <a:p>
            <a:pPr marL="12700">
              <a:lnSpc>
                <a:spcPct val="100000"/>
              </a:lnSpc>
              <a:spcBef>
                <a:spcPts val="105"/>
              </a:spcBef>
            </a:pPr>
            <a:r>
              <a:rPr sz="1400" b="1" spc="-30" dirty="0">
                <a:solidFill>
                  <a:srgbClr val="212121"/>
                </a:solidFill>
                <a:latin typeface="Calibri"/>
                <a:cs typeface="Calibri"/>
              </a:rPr>
              <a:t>Test</a:t>
            </a:r>
            <a:r>
              <a:rPr sz="1400" b="1" spc="-15" dirty="0">
                <a:solidFill>
                  <a:srgbClr val="212121"/>
                </a:solidFill>
                <a:latin typeface="Calibri"/>
                <a:cs typeface="Calibri"/>
              </a:rPr>
              <a:t> </a:t>
            </a:r>
            <a:r>
              <a:rPr sz="1400" b="1" spc="-10" dirty="0">
                <a:solidFill>
                  <a:srgbClr val="212121"/>
                </a:solidFill>
                <a:latin typeface="Calibri"/>
                <a:cs typeface="Calibri"/>
              </a:rPr>
              <a:t>Execution</a:t>
            </a:r>
            <a:r>
              <a:rPr sz="1400" b="1" spc="-25" dirty="0">
                <a:solidFill>
                  <a:srgbClr val="212121"/>
                </a:solidFill>
                <a:latin typeface="Calibri"/>
                <a:cs typeface="Calibri"/>
              </a:rPr>
              <a:t> </a:t>
            </a:r>
            <a:r>
              <a:rPr sz="1400" b="1" spc="-10" dirty="0">
                <a:solidFill>
                  <a:srgbClr val="212121"/>
                </a:solidFill>
                <a:latin typeface="Calibri"/>
                <a:cs typeface="Calibri"/>
              </a:rPr>
              <a:t>Activities</a:t>
            </a:r>
            <a:endParaRPr sz="1400">
              <a:latin typeface="Calibri"/>
              <a:cs typeface="Calibri"/>
            </a:endParaRPr>
          </a:p>
        </p:txBody>
      </p:sp>
      <p:sp>
        <p:nvSpPr>
          <p:cNvPr id="6" name="object 6"/>
          <p:cNvSpPr txBox="1"/>
          <p:nvPr/>
        </p:nvSpPr>
        <p:spPr>
          <a:xfrm>
            <a:off x="6251828" y="1825498"/>
            <a:ext cx="5585460" cy="4000500"/>
          </a:xfrm>
          <a:prstGeom prst="rect">
            <a:avLst/>
          </a:prstGeom>
        </p:spPr>
        <p:txBody>
          <a:bodyPr vert="horz" wrap="square" lIns="0" tIns="12065" rIns="0" bIns="0" rtlCol="0">
            <a:spAutoFit/>
          </a:bodyPr>
          <a:lstStyle/>
          <a:p>
            <a:pPr marL="240665" indent="-227965">
              <a:lnSpc>
                <a:spcPct val="100000"/>
              </a:lnSpc>
              <a:spcBef>
                <a:spcPts val="95"/>
              </a:spcBef>
              <a:buFont typeface="Arial MT"/>
              <a:buChar char="•"/>
              <a:tabLst>
                <a:tab pos="240665" algn="l"/>
                <a:tab pos="695325" algn="l"/>
                <a:tab pos="1470660" algn="l"/>
                <a:tab pos="2271395" algn="l"/>
                <a:tab pos="2588260" algn="l"/>
                <a:tab pos="3049905" algn="l"/>
                <a:tab pos="3653790" algn="l"/>
                <a:tab pos="4655185" algn="l"/>
                <a:tab pos="5116830" algn="l"/>
              </a:tabLst>
            </a:pPr>
            <a:r>
              <a:rPr sz="1600" spc="-25" dirty="0">
                <a:latin typeface="Calibri"/>
                <a:cs typeface="Calibri"/>
              </a:rPr>
              <a:t>The</a:t>
            </a:r>
            <a:r>
              <a:rPr sz="1600" dirty="0">
                <a:latin typeface="Calibri"/>
                <a:cs typeface="Calibri"/>
              </a:rPr>
              <a:t>	</a:t>
            </a:r>
            <a:r>
              <a:rPr sz="1600" spc="-10" dirty="0">
                <a:latin typeface="Calibri"/>
                <a:cs typeface="Calibri"/>
              </a:rPr>
              <a:t>process</a:t>
            </a:r>
            <a:r>
              <a:rPr sz="1600" dirty="0">
                <a:latin typeface="Calibri"/>
                <a:cs typeface="Calibri"/>
              </a:rPr>
              <a:t>	</a:t>
            </a:r>
            <a:r>
              <a:rPr sz="1600" spc="-10" dirty="0">
                <a:latin typeface="Calibri"/>
                <a:cs typeface="Calibri"/>
              </a:rPr>
              <a:t>consists</a:t>
            </a:r>
            <a:r>
              <a:rPr sz="1600" dirty="0">
                <a:latin typeface="Calibri"/>
                <a:cs typeface="Calibri"/>
              </a:rPr>
              <a:t>	</a:t>
            </a:r>
            <a:r>
              <a:rPr sz="1600" spc="-25" dirty="0">
                <a:latin typeface="Calibri"/>
                <a:cs typeface="Calibri"/>
              </a:rPr>
              <a:t>of</a:t>
            </a:r>
            <a:r>
              <a:rPr sz="1600" dirty="0">
                <a:latin typeface="Calibri"/>
                <a:cs typeface="Calibri"/>
              </a:rPr>
              <a:t>	</a:t>
            </a:r>
            <a:r>
              <a:rPr sz="1600" spc="-20" dirty="0">
                <a:latin typeface="Calibri"/>
                <a:cs typeface="Calibri"/>
              </a:rPr>
              <a:t>test</a:t>
            </a:r>
            <a:r>
              <a:rPr sz="1600" dirty="0">
                <a:latin typeface="Calibri"/>
                <a:cs typeface="Calibri"/>
              </a:rPr>
              <a:t>	</a:t>
            </a:r>
            <a:r>
              <a:rPr sz="1600" spc="-10" dirty="0">
                <a:latin typeface="Calibri"/>
                <a:cs typeface="Calibri"/>
              </a:rPr>
              <a:t>script</a:t>
            </a:r>
            <a:r>
              <a:rPr sz="1600" dirty="0">
                <a:latin typeface="Calibri"/>
                <a:cs typeface="Calibri"/>
              </a:rPr>
              <a:t>	</a:t>
            </a:r>
            <a:r>
              <a:rPr sz="1600" spc="-10" dirty="0">
                <a:latin typeface="Calibri"/>
                <a:cs typeface="Calibri"/>
              </a:rPr>
              <a:t>execution,</a:t>
            </a:r>
            <a:r>
              <a:rPr sz="1600" dirty="0">
                <a:latin typeface="Calibri"/>
                <a:cs typeface="Calibri"/>
              </a:rPr>
              <a:t>	</a:t>
            </a:r>
            <a:r>
              <a:rPr sz="1600" spc="-20" dirty="0">
                <a:latin typeface="Calibri"/>
                <a:cs typeface="Calibri"/>
              </a:rPr>
              <a:t>test</a:t>
            </a:r>
            <a:r>
              <a:rPr sz="1600" dirty="0">
                <a:latin typeface="Calibri"/>
                <a:cs typeface="Calibri"/>
              </a:rPr>
              <a:t>	</a:t>
            </a:r>
            <a:r>
              <a:rPr sz="1600" spc="-10" dirty="0">
                <a:latin typeface="Calibri"/>
                <a:cs typeface="Calibri"/>
              </a:rPr>
              <a:t>script</a:t>
            </a:r>
            <a:endParaRPr sz="1600">
              <a:latin typeface="Calibri"/>
              <a:cs typeface="Calibri"/>
            </a:endParaRPr>
          </a:p>
          <a:p>
            <a:pPr marL="241300">
              <a:lnSpc>
                <a:spcPct val="100000"/>
              </a:lnSpc>
            </a:pPr>
            <a:r>
              <a:rPr sz="1600" spc="-10" dirty="0">
                <a:latin typeface="Calibri"/>
                <a:cs typeface="Calibri"/>
              </a:rPr>
              <a:t>maintenance</a:t>
            </a:r>
            <a:r>
              <a:rPr sz="1600" spc="-20" dirty="0">
                <a:latin typeface="Calibri"/>
                <a:cs typeface="Calibri"/>
              </a:rPr>
              <a:t> </a:t>
            </a:r>
            <a:r>
              <a:rPr sz="1600" dirty="0">
                <a:latin typeface="Calibri"/>
                <a:cs typeface="Calibri"/>
              </a:rPr>
              <a:t>and</a:t>
            </a:r>
            <a:r>
              <a:rPr sz="1600" spc="-5" dirty="0">
                <a:latin typeface="Calibri"/>
                <a:cs typeface="Calibri"/>
              </a:rPr>
              <a:t> </a:t>
            </a:r>
            <a:r>
              <a:rPr sz="1600" dirty="0">
                <a:latin typeface="Calibri"/>
                <a:cs typeface="Calibri"/>
              </a:rPr>
              <a:t>bug </a:t>
            </a:r>
            <a:r>
              <a:rPr sz="1600" spc="-10" dirty="0">
                <a:latin typeface="Calibri"/>
                <a:cs typeface="Calibri"/>
              </a:rPr>
              <a:t>reporting.</a:t>
            </a:r>
            <a:endParaRPr sz="1600">
              <a:latin typeface="Calibri"/>
              <a:cs typeface="Calibri"/>
            </a:endParaRPr>
          </a:p>
          <a:p>
            <a:pPr marL="241300" marR="5080" indent="-228600">
              <a:lnSpc>
                <a:spcPct val="100000"/>
              </a:lnSpc>
              <a:spcBef>
                <a:spcPts val="1000"/>
              </a:spcBef>
              <a:buFont typeface="Arial MT"/>
              <a:buChar char="•"/>
              <a:tabLst>
                <a:tab pos="241300" algn="l"/>
              </a:tabLst>
            </a:pPr>
            <a:r>
              <a:rPr sz="1600" dirty="0">
                <a:latin typeface="Calibri"/>
                <a:cs typeface="Calibri"/>
              </a:rPr>
              <a:t>If</a:t>
            </a:r>
            <a:r>
              <a:rPr sz="1600" spc="270" dirty="0">
                <a:latin typeface="Calibri"/>
                <a:cs typeface="Calibri"/>
              </a:rPr>
              <a:t> </a:t>
            </a:r>
            <a:r>
              <a:rPr sz="1600" dirty="0">
                <a:latin typeface="Calibri"/>
                <a:cs typeface="Calibri"/>
              </a:rPr>
              <a:t>bugs</a:t>
            </a:r>
            <a:r>
              <a:rPr sz="1600" spc="275" dirty="0">
                <a:latin typeface="Calibri"/>
                <a:cs typeface="Calibri"/>
              </a:rPr>
              <a:t> </a:t>
            </a:r>
            <a:r>
              <a:rPr sz="1600" dirty="0">
                <a:latin typeface="Calibri"/>
                <a:cs typeface="Calibri"/>
              </a:rPr>
              <a:t>are</a:t>
            </a:r>
            <a:r>
              <a:rPr sz="1600" spc="280" dirty="0">
                <a:latin typeface="Calibri"/>
                <a:cs typeface="Calibri"/>
              </a:rPr>
              <a:t> </a:t>
            </a:r>
            <a:r>
              <a:rPr sz="1600" dirty="0">
                <a:latin typeface="Calibri"/>
                <a:cs typeface="Calibri"/>
              </a:rPr>
              <a:t>reported</a:t>
            </a:r>
            <a:r>
              <a:rPr sz="1600" spc="275" dirty="0">
                <a:latin typeface="Calibri"/>
                <a:cs typeface="Calibri"/>
              </a:rPr>
              <a:t> </a:t>
            </a:r>
            <a:r>
              <a:rPr sz="1600" dirty="0">
                <a:latin typeface="Calibri"/>
                <a:cs typeface="Calibri"/>
              </a:rPr>
              <a:t>then</a:t>
            </a:r>
            <a:r>
              <a:rPr sz="1600" spc="275" dirty="0">
                <a:latin typeface="Calibri"/>
                <a:cs typeface="Calibri"/>
              </a:rPr>
              <a:t> </a:t>
            </a:r>
            <a:r>
              <a:rPr sz="1600" dirty="0">
                <a:latin typeface="Calibri"/>
                <a:cs typeface="Calibri"/>
              </a:rPr>
              <a:t>it</a:t>
            </a:r>
            <a:r>
              <a:rPr sz="1600" spc="275" dirty="0">
                <a:latin typeface="Calibri"/>
                <a:cs typeface="Calibri"/>
              </a:rPr>
              <a:t> </a:t>
            </a:r>
            <a:r>
              <a:rPr sz="1600" dirty="0">
                <a:latin typeface="Calibri"/>
                <a:cs typeface="Calibri"/>
              </a:rPr>
              <a:t>is</a:t>
            </a:r>
            <a:r>
              <a:rPr sz="1600" spc="270" dirty="0">
                <a:latin typeface="Calibri"/>
                <a:cs typeface="Calibri"/>
              </a:rPr>
              <a:t> </a:t>
            </a:r>
            <a:r>
              <a:rPr sz="1600" dirty="0">
                <a:latin typeface="Calibri"/>
                <a:cs typeface="Calibri"/>
              </a:rPr>
              <a:t>reverted</a:t>
            </a:r>
            <a:r>
              <a:rPr sz="1600" spc="265" dirty="0">
                <a:latin typeface="Calibri"/>
                <a:cs typeface="Calibri"/>
              </a:rPr>
              <a:t> </a:t>
            </a:r>
            <a:r>
              <a:rPr sz="1600" dirty="0">
                <a:latin typeface="Calibri"/>
                <a:cs typeface="Calibri"/>
              </a:rPr>
              <a:t>back</a:t>
            </a:r>
            <a:r>
              <a:rPr sz="1600" spc="260" dirty="0">
                <a:latin typeface="Calibri"/>
                <a:cs typeface="Calibri"/>
              </a:rPr>
              <a:t> </a:t>
            </a:r>
            <a:r>
              <a:rPr sz="1600" dirty="0">
                <a:latin typeface="Calibri"/>
                <a:cs typeface="Calibri"/>
              </a:rPr>
              <a:t>to</a:t>
            </a:r>
            <a:r>
              <a:rPr sz="1600" spc="270" dirty="0">
                <a:latin typeface="Calibri"/>
                <a:cs typeface="Calibri"/>
              </a:rPr>
              <a:t> </a:t>
            </a:r>
            <a:r>
              <a:rPr sz="1600" spc="-10" dirty="0">
                <a:latin typeface="Calibri"/>
                <a:cs typeface="Calibri"/>
              </a:rPr>
              <a:t>development </a:t>
            </a:r>
            <a:r>
              <a:rPr sz="1600" dirty="0">
                <a:latin typeface="Calibri"/>
                <a:cs typeface="Calibri"/>
              </a:rPr>
              <a:t>team</a:t>
            </a:r>
            <a:r>
              <a:rPr sz="1600" spc="-40" dirty="0">
                <a:latin typeface="Calibri"/>
                <a:cs typeface="Calibri"/>
              </a:rPr>
              <a:t> </a:t>
            </a:r>
            <a:r>
              <a:rPr sz="1600" dirty="0">
                <a:latin typeface="Calibri"/>
                <a:cs typeface="Calibri"/>
              </a:rPr>
              <a:t>for</a:t>
            </a:r>
            <a:r>
              <a:rPr sz="1600" spc="-15" dirty="0">
                <a:latin typeface="Calibri"/>
                <a:cs typeface="Calibri"/>
              </a:rPr>
              <a:t> </a:t>
            </a:r>
            <a:r>
              <a:rPr sz="1600" spc="-10" dirty="0">
                <a:latin typeface="Calibri"/>
                <a:cs typeface="Calibri"/>
              </a:rPr>
              <a:t>correction</a:t>
            </a:r>
            <a:r>
              <a:rPr sz="1600" spc="10" dirty="0">
                <a:latin typeface="Calibri"/>
                <a:cs typeface="Calibri"/>
              </a:rPr>
              <a:t> </a:t>
            </a:r>
            <a:r>
              <a:rPr sz="1600" dirty="0">
                <a:latin typeface="Calibri"/>
                <a:cs typeface="Calibri"/>
              </a:rPr>
              <a:t>and</a:t>
            </a:r>
            <a:r>
              <a:rPr sz="1600" spc="-40" dirty="0">
                <a:latin typeface="Calibri"/>
                <a:cs typeface="Calibri"/>
              </a:rPr>
              <a:t> </a:t>
            </a:r>
            <a:r>
              <a:rPr sz="1600" spc="-10" dirty="0">
                <a:latin typeface="Calibri"/>
                <a:cs typeface="Calibri"/>
              </a:rPr>
              <a:t>retesting</a:t>
            </a:r>
            <a:r>
              <a:rPr sz="1600" spc="-25" dirty="0">
                <a:latin typeface="Calibri"/>
                <a:cs typeface="Calibri"/>
              </a:rPr>
              <a:t> </a:t>
            </a:r>
            <a:r>
              <a:rPr sz="1600" dirty="0">
                <a:latin typeface="Calibri"/>
                <a:cs typeface="Calibri"/>
              </a:rPr>
              <a:t>will</a:t>
            </a:r>
            <a:r>
              <a:rPr sz="1600" spc="-40" dirty="0">
                <a:latin typeface="Calibri"/>
                <a:cs typeface="Calibri"/>
              </a:rPr>
              <a:t> </a:t>
            </a:r>
            <a:r>
              <a:rPr sz="1600" dirty="0">
                <a:latin typeface="Calibri"/>
                <a:cs typeface="Calibri"/>
              </a:rPr>
              <a:t>be</a:t>
            </a:r>
            <a:r>
              <a:rPr sz="1600" spc="-40" dirty="0">
                <a:latin typeface="Calibri"/>
                <a:cs typeface="Calibri"/>
              </a:rPr>
              <a:t> </a:t>
            </a:r>
            <a:r>
              <a:rPr sz="1600" spc="-10" dirty="0">
                <a:latin typeface="Calibri"/>
                <a:cs typeface="Calibri"/>
              </a:rPr>
              <a:t>performed.</a:t>
            </a:r>
            <a:endParaRPr sz="1600">
              <a:latin typeface="Calibri"/>
              <a:cs typeface="Calibri"/>
            </a:endParaRPr>
          </a:p>
          <a:p>
            <a:pPr>
              <a:lnSpc>
                <a:spcPct val="100000"/>
              </a:lnSpc>
              <a:spcBef>
                <a:spcPts val="1400"/>
              </a:spcBef>
              <a:buFont typeface="Arial MT"/>
              <a:buChar char="•"/>
            </a:pPr>
            <a:endParaRPr sz="1600">
              <a:latin typeface="Calibri"/>
              <a:cs typeface="Calibri"/>
            </a:endParaRPr>
          </a:p>
          <a:p>
            <a:pPr marL="240665" indent="-227965">
              <a:lnSpc>
                <a:spcPct val="100000"/>
              </a:lnSpc>
              <a:buFont typeface="Arial MT"/>
              <a:buChar char="•"/>
              <a:tabLst>
                <a:tab pos="240665" algn="l"/>
              </a:tabLst>
            </a:pPr>
            <a:r>
              <a:rPr sz="1400" spc="-10" dirty="0">
                <a:solidFill>
                  <a:srgbClr val="212121"/>
                </a:solidFill>
                <a:latin typeface="Calibri"/>
                <a:cs typeface="Calibri"/>
              </a:rPr>
              <a:t>Execute</a:t>
            </a:r>
            <a:r>
              <a:rPr sz="1400" spc="-20" dirty="0">
                <a:solidFill>
                  <a:srgbClr val="212121"/>
                </a:solidFill>
                <a:latin typeface="Calibri"/>
                <a:cs typeface="Calibri"/>
              </a:rPr>
              <a:t> </a:t>
            </a:r>
            <a:r>
              <a:rPr sz="1400" dirty="0">
                <a:solidFill>
                  <a:srgbClr val="212121"/>
                </a:solidFill>
                <a:latin typeface="Calibri"/>
                <a:cs typeface="Calibri"/>
              </a:rPr>
              <a:t>tests</a:t>
            </a:r>
            <a:r>
              <a:rPr sz="1400" spc="-35" dirty="0">
                <a:solidFill>
                  <a:srgbClr val="212121"/>
                </a:solidFill>
                <a:latin typeface="Calibri"/>
                <a:cs typeface="Calibri"/>
              </a:rPr>
              <a:t> </a:t>
            </a:r>
            <a:r>
              <a:rPr sz="1400" dirty="0">
                <a:solidFill>
                  <a:srgbClr val="212121"/>
                </a:solidFill>
                <a:latin typeface="Calibri"/>
                <a:cs typeface="Calibri"/>
              </a:rPr>
              <a:t>as</a:t>
            </a:r>
            <a:r>
              <a:rPr sz="1400" spc="-30" dirty="0">
                <a:solidFill>
                  <a:srgbClr val="212121"/>
                </a:solidFill>
                <a:latin typeface="Calibri"/>
                <a:cs typeface="Calibri"/>
              </a:rPr>
              <a:t> </a:t>
            </a:r>
            <a:r>
              <a:rPr sz="1400" dirty="0">
                <a:solidFill>
                  <a:srgbClr val="212121"/>
                </a:solidFill>
                <a:latin typeface="Calibri"/>
                <a:cs typeface="Calibri"/>
              </a:rPr>
              <a:t>per</a:t>
            </a:r>
            <a:r>
              <a:rPr sz="1400" spc="-25" dirty="0">
                <a:solidFill>
                  <a:srgbClr val="212121"/>
                </a:solidFill>
                <a:latin typeface="Calibri"/>
                <a:cs typeface="Calibri"/>
              </a:rPr>
              <a:t> </a:t>
            </a:r>
            <a:r>
              <a:rPr sz="1400" spc="-20" dirty="0">
                <a:solidFill>
                  <a:srgbClr val="212121"/>
                </a:solidFill>
                <a:latin typeface="Calibri"/>
                <a:cs typeface="Calibri"/>
              </a:rPr>
              <a:t>plan</a:t>
            </a:r>
            <a:endParaRPr sz="1400">
              <a:latin typeface="Calibri"/>
              <a:cs typeface="Calibri"/>
            </a:endParaRPr>
          </a:p>
          <a:p>
            <a:pPr marL="240665" indent="-227965">
              <a:lnSpc>
                <a:spcPct val="100000"/>
              </a:lnSpc>
              <a:spcBef>
                <a:spcPts val="830"/>
              </a:spcBef>
              <a:buFont typeface="Arial MT"/>
              <a:buChar char="•"/>
              <a:tabLst>
                <a:tab pos="240665" algn="l"/>
              </a:tabLst>
            </a:pPr>
            <a:r>
              <a:rPr sz="1400" spc="-10" dirty="0">
                <a:solidFill>
                  <a:srgbClr val="212121"/>
                </a:solidFill>
                <a:latin typeface="Calibri"/>
                <a:cs typeface="Calibri"/>
              </a:rPr>
              <a:t>Document</a:t>
            </a:r>
            <a:r>
              <a:rPr sz="1400" spc="-40" dirty="0">
                <a:solidFill>
                  <a:srgbClr val="212121"/>
                </a:solidFill>
                <a:latin typeface="Calibri"/>
                <a:cs typeface="Calibri"/>
              </a:rPr>
              <a:t> </a:t>
            </a:r>
            <a:r>
              <a:rPr sz="1400" dirty="0">
                <a:solidFill>
                  <a:srgbClr val="212121"/>
                </a:solidFill>
                <a:latin typeface="Calibri"/>
                <a:cs typeface="Calibri"/>
              </a:rPr>
              <a:t>test</a:t>
            </a:r>
            <a:r>
              <a:rPr sz="1400" spc="-35" dirty="0">
                <a:solidFill>
                  <a:srgbClr val="212121"/>
                </a:solidFill>
                <a:latin typeface="Calibri"/>
                <a:cs typeface="Calibri"/>
              </a:rPr>
              <a:t> </a:t>
            </a:r>
            <a:r>
              <a:rPr sz="1400" dirty="0">
                <a:solidFill>
                  <a:srgbClr val="212121"/>
                </a:solidFill>
                <a:latin typeface="Calibri"/>
                <a:cs typeface="Calibri"/>
              </a:rPr>
              <a:t>results,</a:t>
            </a:r>
            <a:r>
              <a:rPr sz="1400" spc="-30" dirty="0">
                <a:solidFill>
                  <a:srgbClr val="212121"/>
                </a:solidFill>
                <a:latin typeface="Calibri"/>
                <a:cs typeface="Calibri"/>
              </a:rPr>
              <a:t> </a:t>
            </a:r>
            <a:r>
              <a:rPr sz="1400" dirty="0">
                <a:solidFill>
                  <a:srgbClr val="212121"/>
                </a:solidFill>
                <a:latin typeface="Calibri"/>
                <a:cs typeface="Calibri"/>
              </a:rPr>
              <a:t>and</a:t>
            </a:r>
            <a:r>
              <a:rPr sz="1400" spc="-40" dirty="0">
                <a:solidFill>
                  <a:srgbClr val="212121"/>
                </a:solidFill>
                <a:latin typeface="Calibri"/>
                <a:cs typeface="Calibri"/>
              </a:rPr>
              <a:t> </a:t>
            </a:r>
            <a:r>
              <a:rPr sz="1400" dirty="0">
                <a:solidFill>
                  <a:srgbClr val="212121"/>
                </a:solidFill>
                <a:latin typeface="Calibri"/>
                <a:cs typeface="Calibri"/>
              </a:rPr>
              <a:t>log</a:t>
            </a:r>
            <a:r>
              <a:rPr sz="1400" spc="-45" dirty="0">
                <a:solidFill>
                  <a:srgbClr val="212121"/>
                </a:solidFill>
                <a:latin typeface="Calibri"/>
                <a:cs typeface="Calibri"/>
              </a:rPr>
              <a:t> </a:t>
            </a:r>
            <a:r>
              <a:rPr sz="1400" spc="-10" dirty="0">
                <a:solidFill>
                  <a:srgbClr val="212121"/>
                </a:solidFill>
                <a:latin typeface="Calibri"/>
                <a:cs typeface="Calibri"/>
              </a:rPr>
              <a:t>defects</a:t>
            </a:r>
            <a:r>
              <a:rPr sz="1400" spc="-30" dirty="0">
                <a:solidFill>
                  <a:srgbClr val="212121"/>
                </a:solidFill>
                <a:latin typeface="Calibri"/>
                <a:cs typeface="Calibri"/>
              </a:rPr>
              <a:t> </a:t>
            </a:r>
            <a:r>
              <a:rPr sz="1400" dirty="0">
                <a:solidFill>
                  <a:srgbClr val="212121"/>
                </a:solidFill>
                <a:latin typeface="Calibri"/>
                <a:cs typeface="Calibri"/>
              </a:rPr>
              <a:t>for</a:t>
            </a:r>
            <a:r>
              <a:rPr sz="1400" spc="-60" dirty="0">
                <a:solidFill>
                  <a:srgbClr val="212121"/>
                </a:solidFill>
                <a:latin typeface="Calibri"/>
                <a:cs typeface="Calibri"/>
              </a:rPr>
              <a:t> </a:t>
            </a:r>
            <a:r>
              <a:rPr sz="1400" dirty="0">
                <a:solidFill>
                  <a:srgbClr val="212121"/>
                </a:solidFill>
                <a:latin typeface="Calibri"/>
                <a:cs typeface="Calibri"/>
              </a:rPr>
              <a:t>failed</a:t>
            </a:r>
            <a:r>
              <a:rPr sz="1400" spc="-40" dirty="0">
                <a:solidFill>
                  <a:srgbClr val="212121"/>
                </a:solidFill>
                <a:latin typeface="Calibri"/>
                <a:cs typeface="Calibri"/>
              </a:rPr>
              <a:t> </a:t>
            </a:r>
            <a:r>
              <a:rPr sz="1400" spc="-10" dirty="0">
                <a:solidFill>
                  <a:srgbClr val="212121"/>
                </a:solidFill>
                <a:latin typeface="Calibri"/>
                <a:cs typeface="Calibri"/>
              </a:rPr>
              <a:t>cases</a:t>
            </a:r>
            <a:endParaRPr sz="1400">
              <a:latin typeface="Calibri"/>
              <a:cs typeface="Calibri"/>
            </a:endParaRPr>
          </a:p>
          <a:p>
            <a:pPr marL="240665" indent="-227965">
              <a:lnSpc>
                <a:spcPct val="100000"/>
              </a:lnSpc>
              <a:spcBef>
                <a:spcPts val="840"/>
              </a:spcBef>
              <a:buFont typeface="Arial MT"/>
              <a:buChar char="•"/>
              <a:tabLst>
                <a:tab pos="240665" algn="l"/>
              </a:tabLst>
            </a:pPr>
            <a:r>
              <a:rPr sz="1400" dirty="0">
                <a:solidFill>
                  <a:srgbClr val="212121"/>
                </a:solidFill>
                <a:latin typeface="Calibri"/>
                <a:cs typeface="Calibri"/>
              </a:rPr>
              <a:t>Map</a:t>
            </a:r>
            <a:r>
              <a:rPr sz="1400" spc="-40" dirty="0">
                <a:solidFill>
                  <a:srgbClr val="212121"/>
                </a:solidFill>
                <a:latin typeface="Calibri"/>
                <a:cs typeface="Calibri"/>
              </a:rPr>
              <a:t> </a:t>
            </a:r>
            <a:r>
              <a:rPr sz="1400" spc="-10" dirty="0">
                <a:solidFill>
                  <a:srgbClr val="212121"/>
                </a:solidFill>
                <a:latin typeface="Calibri"/>
                <a:cs typeface="Calibri"/>
              </a:rPr>
              <a:t>defects</a:t>
            </a:r>
            <a:r>
              <a:rPr sz="1400" spc="-30" dirty="0">
                <a:solidFill>
                  <a:srgbClr val="212121"/>
                </a:solidFill>
                <a:latin typeface="Calibri"/>
                <a:cs typeface="Calibri"/>
              </a:rPr>
              <a:t> </a:t>
            </a:r>
            <a:r>
              <a:rPr sz="1400" dirty="0">
                <a:solidFill>
                  <a:srgbClr val="212121"/>
                </a:solidFill>
                <a:latin typeface="Calibri"/>
                <a:cs typeface="Calibri"/>
              </a:rPr>
              <a:t>to</a:t>
            </a:r>
            <a:r>
              <a:rPr sz="1400" spc="-35" dirty="0">
                <a:solidFill>
                  <a:srgbClr val="212121"/>
                </a:solidFill>
                <a:latin typeface="Calibri"/>
                <a:cs typeface="Calibri"/>
              </a:rPr>
              <a:t> </a:t>
            </a:r>
            <a:r>
              <a:rPr sz="1400" dirty="0">
                <a:solidFill>
                  <a:srgbClr val="212121"/>
                </a:solidFill>
                <a:latin typeface="Calibri"/>
                <a:cs typeface="Calibri"/>
              </a:rPr>
              <a:t>test</a:t>
            </a:r>
            <a:r>
              <a:rPr sz="1400" spc="-35" dirty="0">
                <a:solidFill>
                  <a:srgbClr val="212121"/>
                </a:solidFill>
                <a:latin typeface="Calibri"/>
                <a:cs typeface="Calibri"/>
              </a:rPr>
              <a:t> </a:t>
            </a:r>
            <a:r>
              <a:rPr sz="1400" dirty="0">
                <a:solidFill>
                  <a:srgbClr val="212121"/>
                </a:solidFill>
                <a:latin typeface="Calibri"/>
                <a:cs typeface="Calibri"/>
              </a:rPr>
              <a:t>cases</a:t>
            </a:r>
            <a:r>
              <a:rPr sz="1400" spc="-35" dirty="0">
                <a:solidFill>
                  <a:srgbClr val="212121"/>
                </a:solidFill>
                <a:latin typeface="Calibri"/>
                <a:cs typeface="Calibri"/>
              </a:rPr>
              <a:t> </a:t>
            </a:r>
            <a:r>
              <a:rPr sz="1400" dirty="0">
                <a:solidFill>
                  <a:srgbClr val="212121"/>
                </a:solidFill>
                <a:latin typeface="Calibri"/>
                <a:cs typeface="Calibri"/>
              </a:rPr>
              <a:t>in</a:t>
            </a:r>
            <a:r>
              <a:rPr sz="1400" spc="-45" dirty="0">
                <a:solidFill>
                  <a:srgbClr val="212121"/>
                </a:solidFill>
                <a:latin typeface="Calibri"/>
                <a:cs typeface="Calibri"/>
              </a:rPr>
              <a:t> </a:t>
            </a:r>
            <a:r>
              <a:rPr sz="1400" spc="-25" dirty="0">
                <a:solidFill>
                  <a:srgbClr val="212121"/>
                </a:solidFill>
                <a:latin typeface="Calibri"/>
                <a:cs typeface="Calibri"/>
              </a:rPr>
              <a:t>RTM</a:t>
            </a:r>
            <a:endParaRPr sz="1400">
              <a:latin typeface="Calibri"/>
              <a:cs typeface="Calibri"/>
            </a:endParaRPr>
          </a:p>
          <a:p>
            <a:pPr marL="240665" indent="-227965">
              <a:lnSpc>
                <a:spcPct val="100000"/>
              </a:lnSpc>
              <a:spcBef>
                <a:spcPts val="830"/>
              </a:spcBef>
              <a:buFont typeface="Arial MT"/>
              <a:buChar char="•"/>
              <a:tabLst>
                <a:tab pos="240665" algn="l"/>
              </a:tabLst>
            </a:pPr>
            <a:r>
              <a:rPr sz="1400" spc="-10" dirty="0">
                <a:solidFill>
                  <a:srgbClr val="212121"/>
                </a:solidFill>
                <a:latin typeface="Calibri"/>
                <a:cs typeface="Calibri"/>
              </a:rPr>
              <a:t>Retest</a:t>
            </a:r>
            <a:r>
              <a:rPr sz="1400" spc="-55" dirty="0">
                <a:solidFill>
                  <a:srgbClr val="212121"/>
                </a:solidFill>
                <a:latin typeface="Calibri"/>
                <a:cs typeface="Calibri"/>
              </a:rPr>
              <a:t> </a:t>
            </a:r>
            <a:r>
              <a:rPr sz="1400" dirty="0">
                <a:solidFill>
                  <a:srgbClr val="212121"/>
                </a:solidFill>
                <a:latin typeface="Calibri"/>
                <a:cs typeface="Calibri"/>
              </a:rPr>
              <a:t>the</a:t>
            </a:r>
            <a:r>
              <a:rPr sz="1400" u="sng" spc="-45" dirty="0">
                <a:solidFill>
                  <a:srgbClr val="0462C1"/>
                </a:solidFill>
                <a:uFill>
                  <a:solidFill>
                    <a:srgbClr val="0462C1"/>
                  </a:solidFill>
                </a:uFill>
                <a:latin typeface="Calibri"/>
                <a:cs typeface="Calibri"/>
                <a:hlinkClick r:id="rId2"/>
              </a:rPr>
              <a:t> </a:t>
            </a:r>
            <a:r>
              <a:rPr sz="1400" u="sng" dirty="0">
                <a:solidFill>
                  <a:srgbClr val="0462C1"/>
                </a:solidFill>
                <a:uFill>
                  <a:solidFill>
                    <a:srgbClr val="0462C1"/>
                  </a:solidFill>
                </a:uFill>
                <a:latin typeface="Calibri"/>
                <a:cs typeface="Calibri"/>
                <a:hlinkClick r:id="rId2"/>
              </a:rPr>
              <a:t>Defect</a:t>
            </a:r>
            <a:r>
              <a:rPr sz="1400" u="sng" spc="-55" dirty="0">
                <a:solidFill>
                  <a:srgbClr val="0462C1"/>
                </a:solidFill>
                <a:uFill>
                  <a:solidFill>
                    <a:srgbClr val="0462C1"/>
                  </a:solidFill>
                </a:uFill>
                <a:latin typeface="Calibri"/>
                <a:cs typeface="Calibri"/>
              </a:rPr>
              <a:t> </a:t>
            </a:r>
            <a:r>
              <a:rPr sz="1400" spc="-10" dirty="0">
                <a:solidFill>
                  <a:srgbClr val="212121"/>
                </a:solidFill>
                <a:latin typeface="Calibri"/>
                <a:cs typeface="Calibri"/>
              </a:rPr>
              <a:t>fixes</a:t>
            </a:r>
            <a:endParaRPr sz="1400">
              <a:latin typeface="Calibri"/>
              <a:cs typeface="Calibri"/>
            </a:endParaRPr>
          </a:p>
          <a:p>
            <a:pPr marL="12700">
              <a:lnSpc>
                <a:spcPct val="100000"/>
              </a:lnSpc>
              <a:spcBef>
                <a:spcPts val="825"/>
              </a:spcBef>
            </a:pPr>
            <a:r>
              <a:rPr sz="1400" b="1" spc="-10" dirty="0">
                <a:solidFill>
                  <a:srgbClr val="212121"/>
                </a:solidFill>
                <a:latin typeface="Calibri"/>
                <a:cs typeface="Calibri"/>
              </a:rPr>
              <a:t>Deliverables</a:t>
            </a:r>
            <a:r>
              <a:rPr sz="1400" b="1" spc="-35" dirty="0">
                <a:solidFill>
                  <a:srgbClr val="212121"/>
                </a:solidFill>
                <a:latin typeface="Calibri"/>
                <a:cs typeface="Calibri"/>
              </a:rPr>
              <a:t> </a:t>
            </a:r>
            <a:r>
              <a:rPr sz="1400" b="1" dirty="0">
                <a:solidFill>
                  <a:srgbClr val="212121"/>
                </a:solidFill>
                <a:latin typeface="Calibri"/>
                <a:cs typeface="Calibri"/>
              </a:rPr>
              <a:t>of</a:t>
            </a:r>
            <a:r>
              <a:rPr sz="1400" b="1" spc="-15" dirty="0">
                <a:solidFill>
                  <a:srgbClr val="212121"/>
                </a:solidFill>
                <a:latin typeface="Calibri"/>
                <a:cs typeface="Calibri"/>
              </a:rPr>
              <a:t> </a:t>
            </a:r>
            <a:r>
              <a:rPr sz="1400" b="1" spc="-30" dirty="0">
                <a:solidFill>
                  <a:srgbClr val="212121"/>
                </a:solidFill>
                <a:latin typeface="Calibri"/>
                <a:cs typeface="Calibri"/>
              </a:rPr>
              <a:t>Test</a:t>
            </a:r>
            <a:r>
              <a:rPr sz="1400" b="1" spc="-25" dirty="0">
                <a:solidFill>
                  <a:srgbClr val="212121"/>
                </a:solidFill>
                <a:latin typeface="Calibri"/>
                <a:cs typeface="Calibri"/>
              </a:rPr>
              <a:t> </a:t>
            </a:r>
            <a:r>
              <a:rPr sz="1400" b="1" spc="-10" dirty="0">
                <a:solidFill>
                  <a:srgbClr val="212121"/>
                </a:solidFill>
                <a:latin typeface="Calibri"/>
                <a:cs typeface="Calibri"/>
              </a:rPr>
              <a:t>Execution</a:t>
            </a:r>
            <a:endParaRPr sz="1400">
              <a:latin typeface="Calibri"/>
              <a:cs typeface="Calibri"/>
            </a:endParaRPr>
          </a:p>
          <a:p>
            <a:pPr marL="240665" indent="-227965">
              <a:lnSpc>
                <a:spcPct val="100000"/>
              </a:lnSpc>
              <a:spcBef>
                <a:spcPts val="840"/>
              </a:spcBef>
              <a:buFont typeface="Arial MT"/>
              <a:buChar char="•"/>
              <a:tabLst>
                <a:tab pos="240665" algn="l"/>
              </a:tabLst>
            </a:pPr>
            <a:r>
              <a:rPr sz="1400" spc="-10" dirty="0">
                <a:solidFill>
                  <a:srgbClr val="212121"/>
                </a:solidFill>
                <a:latin typeface="Calibri"/>
                <a:cs typeface="Calibri"/>
              </a:rPr>
              <a:t>Completed</a:t>
            </a:r>
            <a:r>
              <a:rPr sz="1400" spc="-25" dirty="0">
                <a:solidFill>
                  <a:srgbClr val="212121"/>
                </a:solidFill>
                <a:latin typeface="Calibri"/>
                <a:cs typeface="Calibri"/>
              </a:rPr>
              <a:t> </a:t>
            </a:r>
            <a:r>
              <a:rPr sz="1400" dirty="0">
                <a:solidFill>
                  <a:srgbClr val="212121"/>
                </a:solidFill>
                <a:latin typeface="Calibri"/>
                <a:cs typeface="Calibri"/>
              </a:rPr>
              <a:t>RTM</a:t>
            </a:r>
            <a:r>
              <a:rPr sz="1400" spc="-35" dirty="0">
                <a:solidFill>
                  <a:srgbClr val="212121"/>
                </a:solidFill>
                <a:latin typeface="Calibri"/>
                <a:cs typeface="Calibri"/>
              </a:rPr>
              <a:t> </a:t>
            </a:r>
            <a:r>
              <a:rPr sz="1400" dirty="0">
                <a:solidFill>
                  <a:srgbClr val="212121"/>
                </a:solidFill>
                <a:latin typeface="Calibri"/>
                <a:cs typeface="Calibri"/>
              </a:rPr>
              <a:t>with</a:t>
            </a:r>
            <a:r>
              <a:rPr sz="1400" spc="-40" dirty="0">
                <a:solidFill>
                  <a:srgbClr val="212121"/>
                </a:solidFill>
                <a:latin typeface="Calibri"/>
                <a:cs typeface="Calibri"/>
              </a:rPr>
              <a:t> </a:t>
            </a:r>
            <a:r>
              <a:rPr sz="1400" dirty="0">
                <a:solidFill>
                  <a:srgbClr val="212121"/>
                </a:solidFill>
                <a:latin typeface="Calibri"/>
                <a:cs typeface="Calibri"/>
              </a:rPr>
              <a:t>the</a:t>
            </a:r>
            <a:r>
              <a:rPr sz="1400" spc="-15" dirty="0">
                <a:solidFill>
                  <a:srgbClr val="212121"/>
                </a:solidFill>
                <a:latin typeface="Calibri"/>
                <a:cs typeface="Calibri"/>
              </a:rPr>
              <a:t> </a:t>
            </a:r>
            <a:r>
              <a:rPr sz="1400" spc="-10" dirty="0">
                <a:solidFill>
                  <a:srgbClr val="212121"/>
                </a:solidFill>
                <a:latin typeface="Calibri"/>
                <a:cs typeface="Calibri"/>
              </a:rPr>
              <a:t>execution</a:t>
            </a:r>
            <a:r>
              <a:rPr sz="1400" spc="-15" dirty="0">
                <a:solidFill>
                  <a:srgbClr val="212121"/>
                </a:solidFill>
                <a:latin typeface="Calibri"/>
                <a:cs typeface="Calibri"/>
              </a:rPr>
              <a:t> </a:t>
            </a:r>
            <a:r>
              <a:rPr sz="1400" spc="-10" dirty="0">
                <a:solidFill>
                  <a:srgbClr val="212121"/>
                </a:solidFill>
                <a:latin typeface="Calibri"/>
                <a:cs typeface="Calibri"/>
              </a:rPr>
              <a:t>status</a:t>
            </a:r>
            <a:endParaRPr sz="1400">
              <a:latin typeface="Calibri"/>
              <a:cs typeface="Calibri"/>
            </a:endParaRPr>
          </a:p>
          <a:p>
            <a:pPr marL="240665" indent="-227965">
              <a:lnSpc>
                <a:spcPct val="100000"/>
              </a:lnSpc>
              <a:spcBef>
                <a:spcPts val="835"/>
              </a:spcBef>
              <a:buFont typeface="Arial MT"/>
              <a:buChar char="•"/>
              <a:tabLst>
                <a:tab pos="240665" algn="l"/>
              </a:tabLst>
            </a:pPr>
            <a:r>
              <a:rPr sz="1400" spc="-40" dirty="0">
                <a:solidFill>
                  <a:srgbClr val="212121"/>
                </a:solidFill>
                <a:latin typeface="Calibri"/>
                <a:cs typeface="Calibri"/>
              </a:rPr>
              <a:t>Test</a:t>
            </a:r>
            <a:r>
              <a:rPr sz="1400" spc="-35" dirty="0">
                <a:solidFill>
                  <a:srgbClr val="212121"/>
                </a:solidFill>
                <a:latin typeface="Calibri"/>
                <a:cs typeface="Calibri"/>
              </a:rPr>
              <a:t> </a:t>
            </a:r>
            <a:r>
              <a:rPr sz="1400" dirty="0">
                <a:solidFill>
                  <a:srgbClr val="212121"/>
                </a:solidFill>
                <a:latin typeface="Calibri"/>
                <a:cs typeface="Calibri"/>
              </a:rPr>
              <a:t>cases</a:t>
            </a:r>
            <a:r>
              <a:rPr sz="1400" spc="-20" dirty="0">
                <a:solidFill>
                  <a:srgbClr val="212121"/>
                </a:solidFill>
                <a:latin typeface="Calibri"/>
                <a:cs typeface="Calibri"/>
              </a:rPr>
              <a:t> </a:t>
            </a:r>
            <a:r>
              <a:rPr sz="1400" spc="-10" dirty="0">
                <a:solidFill>
                  <a:srgbClr val="212121"/>
                </a:solidFill>
                <a:latin typeface="Calibri"/>
                <a:cs typeface="Calibri"/>
              </a:rPr>
              <a:t>updated</a:t>
            </a:r>
            <a:r>
              <a:rPr sz="1400" spc="-20" dirty="0">
                <a:solidFill>
                  <a:srgbClr val="212121"/>
                </a:solidFill>
                <a:latin typeface="Calibri"/>
                <a:cs typeface="Calibri"/>
              </a:rPr>
              <a:t> </a:t>
            </a:r>
            <a:r>
              <a:rPr sz="1400" dirty="0">
                <a:solidFill>
                  <a:srgbClr val="212121"/>
                </a:solidFill>
                <a:latin typeface="Calibri"/>
                <a:cs typeface="Calibri"/>
              </a:rPr>
              <a:t>with</a:t>
            </a:r>
            <a:r>
              <a:rPr sz="1400" spc="-30" dirty="0">
                <a:solidFill>
                  <a:srgbClr val="212121"/>
                </a:solidFill>
                <a:latin typeface="Calibri"/>
                <a:cs typeface="Calibri"/>
              </a:rPr>
              <a:t> </a:t>
            </a:r>
            <a:r>
              <a:rPr sz="1400" spc="-10" dirty="0">
                <a:solidFill>
                  <a:srgbClr val="212121"/>
                </a:solidFill>
                <a:latin typeface="Calibri"/>
                <a:cs typeface="Calibri"/>
              </a:rPr>
              <a:t>results</a:t>
            </a:r>
            <a:endParaRPr sz="1400">
              <a:latin typeface="Calibri"/>
              <a:cs typeface="Calibri"/>
            </a:endParaRPr>
          </a:p>
          <a:p>
            <a:pPr marL="240665" indent="-227965">
              <a:lnSpc>
                <a:spcPct val="100000"/>
              </a:lnSpc>
              <a:spcBef>
                <a:spcPts val="825"/>
              </a:spcBef>
              <a:buFont typeface="Arial MT"/>
              <a:buChar char="•"/>
              <a:tabLst>
                <a:tab pos="240665" algn="l"/>
              </a:tabLst>
            </a:pPr>
            <a:r>
              <a:rPr sz="1400" dirty="0">
                <a:solidFill>
                  <a:srgbClr val="212121"/>
                </a:solidFill>
                <a:latin typeface="Calibri"/>
                <a:cs typeface="Calibri"/>
              </a:rPr>
              <a:t>Defect</a:t>
            </a:r>
            <a:r>
              <a:rPr sz="1400" spc="-65" dirty="0">
                <a:solidFill>
                  <a:srgbClr val="212121"/>
                </a:solidFill>
                <a:latin typeface="Calibri"/>
                <a:cs typeface="Calibri"/>
              </a:rPr>
              <a:t> </a:t>
            </a:r>
            <a:r>
              <a:rPr sz="1400" spc="-10" dirty="0">
                <a:solidFill>
                  <a:srgbClr val="212121"/>
                </a:solidFill>
                <a:latin typeface="Calibri"/>
                <a:cs typeface="Calibri"/>
              </a:rPr>
              <a:t>reports</a:t>
            </a:r>
            <a:endParaRPr sz="1400">
              <a:latin typeface="Calibri"/>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93242" y="334771"/>
            <a:ext cx="955675" cy="299720"/>
          </a:xfrm>
          <a:prstGeom prst="rect">
            <a:avLst/>
          </a:prstGeom>
        </p:spPr>
        <p:txBody>
          <a:bodyPr vert="horz" wrap="square" lIns="0" tIns="12700" rIns="0" bIns="0" rtlCol="0">
            <a:spAutoFit/>
          </a:bodyPr>
          <a:lstStyle/>
          <a:p>
            <a:pPr marL="12700">
              <a:lnSpc>
                <a:spcPct val="100000"/>
              </a:lnSpc>
              <a:spcBef>
                <a:spcPts val="100"/>
              </a:spcBef>
            </a:pPr>
            <a:r>
              <a:rPr sz="1800" b="1" spc="-35" dirty="0">
                <a:solidFill>
                  <a:srgbClr val="006FC0"/>
                </a:solidFill>
                <a:latin typeface="Calibri"/>
                <a:cs typeface="Calibri"/>
              </a:rPr>
              <a:t>Test</a:t>
            </a:r>
            <a:r>
              <a:rPr sz="1800" b="1" spc="-70" dirty="0">
                <a:solidFill>
                  <a:srgbClr val="006FC0"/>
                </a:solidFill>
                <a:latin typeface="Calibri"/>
                <a:cs typeface="Calibri"/>
              </a:rPr>
              <a:t> </a:t>
            </a:r>
            <a:r>
              <a:rPr sz="1800" b="1" spc="-10" dirty="0">
                <a:solidFill>
                  <a:srgbClr val="006FC0"/>
                </a:solidFill>
                <a:latin typeface="Calibri"/>
                <a:cs typeface="Calibri"/>
              </a:rPr>
              <a:t>Case:</a:t>
            </a:r>
            <a:endParaRPr sz="1800">
              <a:latin typeface="Calibri"/>
              <a:cs typeface="Calibri"/>
            </a:endParaRPr>
          </a:p>
        </p:txBody>
      </p:sp>
      <p:sp>
        <p:nvSpPr>
          <p:cNvPr id="3" name="object 3"/>
          <p:cNvSpPr txBox="1">
            <a:spLocks noGrp="1"/>
          </p:cNvSpPr>
          <p:nvPr>
            <p:ph type="title"/>
          </p:nvPr>
        </p:nvSpPr>
        <p:spPr>
          <a:xfrm>
            <a:off x="593242" y="609447"/>
            <a:ext cx="3792220" cy="971550"/>
          </a:xfrm>
          <a:prstGeom prst="rect">
            <a:avLst/>
          </a:prstGeom>
        </p:spPr>
        <p:txBody>
          <a:bodyPr vert="horz" wrap="square" lIns="0" tIns="17145" rIns="0" bIns="0" rtlCol="0">
            <a:spAutoFit/>
          </a:bodyPr>
          <a:lstStyle/>
          <a:p>
            <a:pPr marL="12700" marR="5080">
              <a:lnSpc>
                <a:spcPct val="117200"/>
              </a:lnSpc>
              <a:spcBef>
                <a:spcPts val="135"/>
              </a:spcBef>
            </a:pPr>
            <a:r>
              <a:rPr sz="1700" b="0" dirty="0">
                <a:solidFill>
                  <a:srgbClr val="212121"/>
                </a:solidFill>
                <a:latin typeface="Calibri"/>
                <a:cs typeface="Calibri"/>
              </a:rPr>
              <a:t>“</a:t>
            </a:r>
            <a:r>
              <a:rPr sz="1700" dirty="0">
                <a:solidFill>
                  <a:srgbClr val="FF0000"/>
                </a:solidFill>
              </a:rPr>
              <a:t>A</a:t>
            </a:r>
            <a:r>
              <a:rPr sz="1700" spc="-25" dirty="0">
                <a:solidFill>
                  <a:srgbClr val="FF0000"/>
                </a:solidFill>
              </a:rPr>
              <a:t> </a:t>
            </a:r>
            <a:r>
              <a:rPr sz="1700" dirty="0">
                <a:solidFill>
                  <a:srgbClr val="FF0000"/>
                </a:solidFill>
              </a:rPr>
              <a:t>test</a:t>
            </a:r>
            <a:r>
              <a:rPr sz="1700" spc="-20" dirty="0">
                <a:solidFill>
                  <a:srgbClr val="FF0000"/>
                </a:solidFill>
              </a:rPr>
              <a:t> </a:t>
            </a:r>
            <a:r>
              <a:rPr sz="1700" dirty="0">
                <a:solidFill>
                  <a:srgbClr val="FF0000"/>
                </a:solidFill>
              </a:rPr>
              <a:t>case</a:t>
            </a:r>
            <a:r>
              <a:rPr sz="1700" spc="-25" dirty="0">
                <a:solidFill>
                  <a:srgbClr val="FF0000"/>
                </a:solidFill>
              </a:rPr>
              <a:t> </a:t>
            </a:r>
            <a:r>
              <a:rPr sz="1700" dirty="0">
                <a:solidFill>
                  <a:srgbClr val="FF0000"/>
                </a:solidFill>
              </a:rPr>
              <a:t>is</a:t>
            </a:r>
            <a:r>
              <a:rPr sz="1700" spc="-35" dirty="0">
                <a:solidFill>
                  <a:srgbClr val="FF0000"/>
                </a:solidFill>
              </a:rPr>
              <a:t> </a:t>
            </a:r>
            <a:r>
              <a:rPr sz="1700" dirty="0">
                <a:solidFill>
                  <a:srgbClr val="FF0000"/>
                </a:solidFill>
              </a:rPr>
              <a:t>a</a:t>
            </a:r>
            <a:r>
              <a:rPr sz="1700" spc="-20" dirty="0">
                <a:solidFill>
                  <a:srgbClr val="FF0000"/>
                </a:solidFill>
              </a:rPr>
              <a:t> </a:t>
            </a:r>
            <a:r>
              <a:rPr sz="1700" dirty="0">
                <a:solidFill>
                  <a:srgbClr val="FF0000"/>
                </a:solidFill>
              </a:rPr>
              <a:t>set</a:t>
            </a:r>
            <a:r>
              <a:rPr sz="1700" spc="-40" dirty="0">
                <a:solidFill>
                  <a:srgbClr val="FF0000"/>
                </a:solidFill>
              </a:rPr>
              <a:t> </a:t>
            </a:r>
            <a:r>
              <a:rPr sz="1700" dirty="0">
                <a:solidFill>
                  <a:srgbClr val="FF0000"/>
                </a:solidFill>
              </a:rPr>
              <a:t>of</a:t>
            </a:r>
            <a:r>
              <a:rPr sz="1700" spc="-25" dirty="0">
                <a:solidFill>
                  <a:srgbClr val="FF0000"/>
                </a:solidFill>
              </a:rPr>
              <a:t> </a:t>
            </a:r>
            <a:r>
              <a:rPr sz="1700" dirty="0">
                <a:solidFill>
                  <a:srgbClr val="FF0000"/>
                </a:solidFill>
              </a:rPr>
              <a:t>actions</a:t>
            </a:r>
            <a:r>
              <a:rPr sz="1700" spc="-30" dirty="0">
                <a:solidFill>
                  <a:srgbClr val="FF0000"/>
                </a:solidFill>
              </a:rPr>
              <a:t> </a:t>
            </a:r>
            <a:r>
              <a:rPr sz="1700" dirty="0">
                <a:solidFill>
                  <a:srgbClr val="FF0000"/>
                </a:solidFill>
              </a:rPr>
              <a:t>that</a:t>
            </a:r>
            <a:r>
              <a:rPr sz="1700" spc="-20" dirty="0">
                <a:solidFill>
                  <a:srgbClr val="FF0000"/>
                </a:solidFill>
              </a:rPr>
              <a:t> </a:t>
            </a:r>
            <a:r>
              <a:rPr sz="1700" spc="-10" dirty="0">
                <a:solidFill>
                  <a:srgbClr val="FF0000"/>
                </a:solidFill>
              </a:rPr>
              <a:t>verify </a:t>
            </a:r>
            <a:r>
              <a:rPr sz="1700" dirty="0">
                <a:solidFill>
                  <a:srgbClr val="FF0000"/>
                </a:solidFill>
              </a:rPr>
              <a:t>whether</a:t>
            </a:r>
            <a:r>
              <a:rPr sz="1700" spc="-55" dirty="0">
                <a:solidFill>
                  <a:srgbClr val="FF0000"/>
                </a:solidFill>
              </a:rPr>
              <a:t> </a:t>
            </a:r>
            <a:r>
              <a:rPr sz="1700" dirty="0">
                <a:solidFill>
                  <a:srgbClr val="FF0000"/>
                </a:solidFill>
              </a:rPr>
              <a:t>the</a:t>
            </a:r>
            <a:r>
              <a:rPr sz="1700" spc="-40" dirty="0">
                <a:solidFill>
                  <a:srgbClr val="FF0000"/>
                </a:solidFill>
              </a:rPr>
              <a:t> </a:t>
            </a:r>
            <a:r>
              <a:rPr sz="1700" spc="-10" dirty="0">
                <a:solidFill>
                  <a:srgbClr val="FF0000"/>
                </a:solidFill>
              </a:rPr>
              <a:t>software</a:t>
            </a:r>
            <a:r>
              <a:rPr sz="1700" spc="-55" dirty="0">
                <a:solidFill>
                  <a:srgbClr val="FF0000"/>
                </a:solidFill>
              </a:rPr>
              <a:t> </a:t>
            </a:r>
            <a:r>
              <a:rPr sz="1700" dirty="0">
                <a:solidFill>
                  <a:srgbClr val="FF0000"/>
                </a:solidFill>
              </a:rPr>
              <a:t>application</a:t>
            </a:r>
            <a:r>
              <a:rPr sz="1700" spc="-45" dirty="0">
                <a:solidFill>
                  <a:srgbClr val="FF0000"/>
                </a:solidFill>
              </a:rPr>
              <a:t> </a:t>
            </a:r>
            <a:r>
              <a:rPr sz="1700" spc="-25" dirty="0">
                <a:solidFill>
                  <a:srgbClr val="FF0000"/>
                </a:solidFill>
              </a:rPr>
              <a:t>is </a:t>
            </a:r>
            <a:r>
              <a:rPr sz="1700" spc="-10" dirty="0">
                <a:solidFill>
                  <a:srgbClr val="FF0000"/>
                </a:solidFill>
              </a:rPr>
              <a:t>Working</a:t>
            </a:r>
            <a:r>
              <a:rPr sz="1700" spc="-40" dirty="0">
                <a:solidFill>
                  <a:srgbClr val="FF0000"/>
                </a:solidFill>
              </a:rPr>
              <a:t> </a:t>
            </a:r>
            <a:r>
              <a:rPr sz="1700" dirty="0">
                <a:solidFill>
                  <a:srgbClr val="FF0000"/>
                </a:solidFill>
              </a:rPr>
              <a:t>as</a:t>
            </a:r>
            <a:r>
              <a:rPr sz="1700" spc="-25" dirty="0">
                <a:solidFill>
                  <a:srgbClr val="FF0000"/>
                </a:solidFill>
              </a:rPr>
              <a:t> </a:t>
            </a:r>
            <a:r>
              <a:rPr sz="1700" dirty="0">
                <a:solidFill>
                  <a:srgbClr val="FF0000"/>
                </a:solidFill>
              </a:rPr>
              <a:t>per</a:t>
            </a:r>
            <a:r>
              <a:rPr sz="1700" spc="-20" dirty="0">
                <a:solidFill>
                  <a:srgbClr val="FF0000"/>
                </a:solidFill>
              </a:rPr>
              <a:t> </a:t>
            </a:r>
            <a:r>
              <a:rPr sz="1700" dirty="0">
                <a:solidFill>
                  <a:srgbClr val="FF0000"/>
                </a:solidFill>
              </a:rPr>
              <a:t>the</a:t>
            </a:r>
            <a:r>
              <a:rPr sz="1700" spc="-20" dirty="0">
                <a:solidFill>
                  <a:srgbClr val="FF0000"/>
                </a:solidFill>
              </a:rPr>
              <a:t> </a:t>
            </a:r>
            <a:r>
              <a:rPr sz="1700" spc="-10" dirty="0">
                <a:solidFill>
                  <a:srgbClr val="FF0000"/>
                </a:solidFill>
              </a:rPr>
              <a:t>client’s</a:t>
            </a:r>
            <a:r>
              <a:rPr sz="1700" spc="-30" dirty="0">
                <a:solidFill>
                  <a:srgbClr val="FF0000"/>
                </a:solidFill>
              </a:rPr>
              <a:t> </a:t>
            </a:r>
            <a:r>
              <a:rPr sz="1700" spc="-10" dirty="0">
                <a:solidFill>
                  <a:srgbClr val="FF0000"/>
                </a:solidFill>
              </a:rPr>
              <a:t>requirements</a:t>
            </a:r>
            <a:r>
              <a:rPr sz="1900" b="0" spc="-10" dirty="0">
                <a:solidFill>
                  <a:srgbClr val="212121"/>
                </a:solidFill>
                <a:latin typeface="Calibri"/>
                <a:cs typeface="Calibri"/>
              </a:rPr>
              <a:t>”</a:t>
            </a:r>
            <a:r>
              <a:rPr sz="1300" b="0" spc="-10" dirty="0">
                <a:solidFill>
                  <a:srgbClr val="212121"/>
                </a:solidFill>
                <a:latin typeface="Calibri"/>
                <a:cs typeface="Calibri"/>
              </a:rPr>
              <a:t>.</a:t>
            </a:r>
            <a:endParaRPr sz="1300">
              <a:latin typeface="Calibri"/>
              <a:cs typeface="Calibri"/>
            </a:endParaRPr>
          </a:p>
        </p:txBody>
      </p:sp>
      <p:sp>
        <p:nvSpPr>
          <p:cNvPr id="4" name="object 4"/>
          <p:cNvSpPr txBox="1">
            <a:spLocks noGrp="1"/>
          </p:cNvSpPr>
          <p:nvPr>
            <p:ph sz="half" idx="2"/>
          </p:nvPr>
        </p:nvSpPr>
        <p:spPr>
          <a:prstGeom prst="rect">
            <a:avLst/>
          </a:prstGeom>
        </p:spPr>
        <p:txBody>
          <a:bodyPr vert="horz" wrap="square" lIns="0" tIns="12065" rIns="0" bIns="0" rtlCol="0">
            <a:spAutoFit/>
          </a:bodyPr>
          <a:lstStyle/>
          <a:p>
            <a:pPr marL="241300" marR="8255" indent="-228600" algn="just">
              <a:lnSpc>
                <a:spcPct val="100000"/>
              </a:lnSpc>
              <a:spcBef>
                <a:spcPts val="95"/>
              </a:spcBef>
              <a:buFont typeface="Wingdings"/>
              <a:buChar char=""/>
              <a:tabLst>
                <a:tab pos="241300" algn="l"/>
              </a:tabLst>
            </a:pPr>
            <a:r>
              <a:rPr dirty="0"/>
              <a:t>It</a:t>
            </a:r>
            <a:r>
              <a:rPr spc="225" dirty="0"/>
              <a:t> </a:t>
            </a:r>
            <a:r>
              <a:rPr dirty="0"/>
              <a:t>involves</a:t>
            </a:r>
            <a:r>
              <a:rPr spc="215" dirty="0"/>
              <a:t> </a:t>
            </a:r>
            <a:r>
              <a:rPr dirty="0"/>
              <a:t>specifying</a:t>
            </a:r>
            <a:r>
              <a:rPr spc="235" dirty="0"/>
              <a:t> </a:t>
            </a:r>
            <a:r>
              <a:rPr dirty="0"/>
              <a:t>the</a:t>
            </a:r>
            <a:r>
              <a:rPr spc="220" dirty="0"/>
              <a:t> </a:t>
            </a:r>
            <a:r>
              <a:rPr dirty="0"/>
              <a:t>input</a:t>
            </a:r>
            <a:r>
              <a:rPr spc="225" dirty="0"/>
              <a:t> </a:t>
            </a:r>
            <a:r>
              <a:rPr dirty="0"/>
              <a:t>values</a:t>
            </a:r>
            <a:r>
              <a:rPr spc="220" dirty="0"/>
              <a:t> </a:t>
            </a:r>
            <a:r>
              <a:rPr dirty="0"/>
              <a:t>to</a:t>
            </a:r>
            <a:r>
              <a:rPr spc="229" dirty="0"/>
              <a:t> </a:t>
            </a:r>
            <a:r>
              <a:rPr dirty="0"/>
              <a:t>use,</a:t>
            </a:r>
            <a:r>
              <a:rPr spc="225" dirty="0"/>
              <a:t> </a:t>
            </a:r>
            <a:r>
              <a:rPr dirty="0"/>
              <a:t>the</a:t>
            </a:r>
            <a:r>
              <a:rPr spc="229" dirty="0"/>
              <a:t> </a:t>
            </a:r>
            <a:r>
              <a:rPr spc="-10" dirty="0"/>
              <a:t>expected </a:t>
            </a:r>
            <a:r>
              <a:rPr dirty="0"/>
              <a:t>outcomes</a:t>
            </a:r>
            <a:r>
              <a:rPr spc="185" dirty="0"/>
              <a:t> </a:t>
            </a:r>
            <a:r>
              <a:rPr dirty="0"/>
              <a:t>and</a:t>
            </a:r>
            <a:r>
              <a:rPr spc="185" dirty="0"/>
              <a:t> </a:t>
            </a:r>
            <a:r>
              <a:rPr dirty="0"/>
              <a:t>the</a:t>
            </a:r>
            <a:r>
              <a:rPr spc="190" dirty="0"/>
              <a:t> </a:t>
            </a:r>
            <a:r>
              <a:rPr dirty="0"/>
              <a:t>steps</a:t>
            </a:r>
            <a:r>
              <a:rPr spc="185" dirty="0"/>
              <a:t> </a:t>
            </a:r>
            <a:r>
              <a:rPr dirty="0"/>
              <a:t>to</a:t>
            </a:r>
            <a:r>
              <a:rPr spc="185" dirty="0"/>
              <a:t> </a:t>
            </a:r>
            <a:r>
              <a:rPr dirty="0"/>
              <a:t>be</a:t>
            </a:r>
            <a:r>
              <a:rPr spc="185" dirty="0"/>
              <a:t> </a:t>
            </a:r>
            <a:r>
              <a:rPr dirty="0"/>
              <a:t>taken</a:t>
            </a:r>
            <a:r>
              <a:rPr spc="185" dirty="0"/>
              <a:t> </a:t>
            </a:r>
            <a:r>
              <a:rPr dirty="0"/>
              <a:t>to</a:t>
            </a:r>
            <a:r>
              <a:rPr spc="185" dirty="0"/>
              <a:t> </a:t>
            </a:r>
            <a:r>
              <a:rPr dirty="0"/>
              <a:t>determine</a:t>
            </a:r>
            <a:r>
              <a:rPr spc="200" dirty="0"/>
              <a:t> </a:t>
            </a:r>
            <a:r>
              <a:rPr spc="-10" dirty="0"/>
              <a:t>whether </a:t>
            </a:r>
            <a:r>
              <a:rPr dirty="0"/>
              <a:t>the</a:t>
            </a:r>
            <a:r>
              <a:rPr spc="409" dirty="0"/>
              <a:t>  </a:t>
            </a:r>
            <a:r>
              <a:rPr dirty="0"/>
              <a:t>application</a:t>
            </a:r>
            <a:r>
              <a:rPr spc="409" dirty="0"/>
              <a:t>  </a:t>
            </a:r>
            <a:r>
              <a:rPr dirty="0"/>
              <a:t>is</a:t>
            </a:r>
            <a:r>
              <a:rPr spc="409" dirty="0"/>
              <a:t>  </a:t>
            </a:r>
            <a:r>
              <a:rPr dirty="0"/>
              <a:t>behaving</a:t>
            </a:r>
            <a:r>
              <a:rPr spc="415" dirty="0"/>
              <a:t>  </a:t>
            </a:r>
            <a:r>
              <a:rPr dirty="0"/>
              <a:t>correctly</a:t>
            </a:r>
            <a:r>
              <a:rPr spc="409" dirty="0"/>
              <a:t>  </a:t>
            </a:r>
            <a:r>
              <a:rPr dirty="0"/>
              <a:t>under</a:t>
            </a:r>
            <a:r>
              <a:rPr spc="415" dirty="0"/>
              <a:t>  </a:t>
            </a:r>
            <a:r>
              <a:rPr spc="-10" dirty="0"/>
              <a:t>various conditions.</a:t>
            </a:r>
          </a:p>
          <a:p>
            <a:pPr marL="241300" marR="6985" indent="-228600" algn="just">
              <a:lnSpc>
                <a:spcPct val="100000"/>
              </a:lnSpc>
              <a:spcBef>
                <a:spcPts val="1005"/>
              </a:spcBef>
              <a:buFont typeface="Wingdings"/>
              <a:buChar char=""/>
              <a:tabLst>
                <a:tab pos="241300" algn="l"/>
              </a:tabLst>
            </a:pPr>
            <a:r>
              <a:rPr dirty="0"/>
              <a:t>Test</a:t>
            </a:r>
            <a:r>
              <a:rPr spc="180" dirty="0"/>
              <a:t> </a:t>
            </a:r>
            <a:r>
              <a:rPr dirty="0"/>
              <a:t>cases</a:t>
            </a:r>
            <a:r>
              <a:rPr spc="180" dirty="0"/>
              <a:t> </a:t>
            </a:r>
            <a:r>
              <a:rPr dirty="0"/>
              <a:t>are</a:t>
            </a:r>
            <a:r>
              <a:rPr spc="175" dirty="0"/>
              <a:t> </a:t>
            </a:r>
            <a:r>
              <a:rPr dirty="0"/>
              <a:t>a</a:t>
            </a:r>
            <a:r>
              <a:rPr spc="180" dirty="0"/>
              <a:t> </a:t>
            </a:r>
            <a:r>
              <a:rPr dirty="0"/>
              <a:t>critical</a:t>
            </a:r>
            <a:r>
              <a:rPr spc="185" dirty="0"/>
              <a:t> </a:t>
            </a:r>
            <a:r>
              <a:rPr dirty="0"/>
              <a:t>component</a:t>
            </a:r>
            <a:r>
              <a:rPr spc="180" dirty="0"/>
              <a:t> </a:t>
            </a:r>
            <a:r>
              <a:rPr dirty="0"/>
              <a:t>of</a:t>
            </a:r>
            <a:r>
              <a:rPr spc="180" dirty="0"/>
              <a:t> </a:t>
            </a:r>
            <a:r>
              <a:rPr dirty="0"/>
              <a:t>software</a:t>
            </a:r>
            <a:r>
              <a:rPr spc="180" dirty="0"/>
              <a:t> </a:t>
            </a:r>
            <a:r>
              <a:rPr dirty="0"/>
              <a:t>testing</a:t>
            </a:r>
            <a:r>
              <a:rPr spc="180" dirty="0"/>
              <a:t> </a:t>
            </a:r>
            <a:r>
              <a:rPr spc="-25" dirty="0"/>
              <a:t>and </a:t>
            </a:r>
            <a:r>
              <a:rPr dirty="0"/>
              <a:t>are</a:t>
            </a:r>
            <a:r>
              <a:rPr spc="350" dirty="0"/>
              <a:t> </a:t>
            </a:r>
            <a:r>
              <a:rPr dirty="0"/>
              <a:t>usually</a:t>
            </a:r>
            <a:r>
              <a:rPr spc="340" dirty="0"/>
              <a:t> </a:t>
            </a:r>
            <a:r>
              <a:rPr dirty="0"/>
              <a:t>created</a:t>
            </a:r>
            <a:r>
              <a:rPr spc="350" dirty="0"/>
              <a:t> </a:t>
            </a:r>
            <a:r>
              <a:rPr dirty="0"/>
              <a:t>by</a:t>
            </a:r>
            <a:r>
              <a:rPr spc="340" dirty="0"/>
              <a:t> </a:t>
            </a:r>
            <a:r>
              <a:rPr dirty="0"/>
              <a:t>software</a:t>
            </a:r>
            <a:r>
              <a:rPr spc="345" dirty="0"/>
              <a:t> </a:t>
            </a:r>
            <a:r>
              <a:rPr dirty="0"/>
              <a:t>testers</a:t>
            </a:r>
            <a:r>
              <a:rPr spc="345" dirty="0"/>
              <a:t> </a:t>
            </a:r>
            <a:r>
              <a:rPr dirty="0"/>
              <a:t>during</a:t>
            </a:r>
            <a:r>
              <a:rPr spc="350" dirty="0"/>
              <a:t> </a:t>
            </a:r>
            <a:r>
              <a:rPr dirty="0"/>
              <a:t>the</a:t>
            </a:r>
            <a:r>
              <a:rPr spc="345" dirty="0"/>
              <a:t> </a:t>
            </a:r>
            <a:r>
              <a:rPr spc="-10" dirty="0"/>
              <a:t>testing phase.</a:t>
            </a:r>
          </a:p>
          <a:p>
            <a:pPr marL="241300" marR="5080" indent="-228600" algn="just">
              <a:lnSpc>
                <a:spcPct val="100000"/>
              </a:lnSpc>
              <a:spcBef>
                <a:spcPts val="1000"/>
              </a:spcBef>
              <a:buFont typeface="Wingdings"/>
              <a:buChar char=""/>
              <a:tabLst>
                <a:tab pos="241300" algn="l"/>
                <a:tab pos="286385" algn="l"/>
              </a:tabLst>
            </a:pPr>
            <a:r>
              <a:rPr dirty="0"/>
              <a:t>	TC</a:t>
            </a:r>
            <a:r>
              <a:rPr spc="100" dirty="0"/>
              <a:t>  </a:t>
            </a:r>
            <a:r>
              <a:rPr dirty="0"/>
              <a:t>include</a:t>
            </a:r>
            <a:r>
              <a:rPr spc="105" dirty="0"/>
              <a:t>  </a:t>
            </a:r>
            <a:r>
              <a:rPr dirty="0"/>
              <a:t>parameters</a:t>
            </a:r>
            <a:r>
              <a:rPr spc="100" dirty="0"/>
              <a:t>  </a:t>
            </a:r>
            <a:r>
              <a:rPr dirty="0"/>
              <a:t>such</a:t>
            </a:r>
            <a:r>
              <a:rPr spc="105" dirty="0"/>
              <a:t>  </a:t>
            </a:r>
            <a:r>
              <a:rPr dirty="0"/>
              <a:t>as</a:t>
            </a:r>
            <a:r>
              <a:rPr spc="105" dirty="0"/>
              <a:t>  </a:t>
            </a:r>
            <a:r>
              <a:rPr dirty="0"/>
              <a:t>test</a:t>
            </a:r>
            <a:r>
              <a:rPr spc="100" dirty="0"/>
              <a:t>  </a:t>
            </a:r>
            <a:r>
              <a:rPr dirty="0"/>
              <a:t>case</a:t>
            </a:r>
            <a:r>
              <a:rPr spc="105" dirty="0"/>
              <a:t>  </a:t>
            </a:r>
            <a:r>
              <a:rPr dirty="0"/>
              <a:t>ID,</a:t>
            </a:r>
            <a:r>
              <a:rPr spc="100" dirty="0"/>
              <a:t>  </a:t>
            </a:r>
            <a:r>
              <a:rPr dirty="0"/>
              <a:t>test</a:t>
            </a:r>
            <a:r>
              <a:rPr spc="105" dirty="0"/>
              <a:t>  </a:t>
            </a:r>
            <a:r>
              <a:rPr spc="-10" dirty="0"/>
              <a:t>data, </a:t>
            </a:r>
            <a:r>
              <a:rPr dirty="0"/>
              <a:t>description,</a:t>
            </a:r>
            <a:r>
              <a:rPr spc="114" dirty="0"/>
              <a:t> </a:t>
            </a:r>
            <a:r>
              <a:rPr dirty="0"/>
              <a:t>test</a:t>
            </a:r>
            <a:r>
              <a:rPr spc="114" dirty="0"/>
              <a:t> </a:t>
            </a:r>
            <a:r>
              <a:rPr dirty="0"/>
              <a:t>steps,</a:t>
            </a:r>
            <a:r>
              <a:rPr spc="114" dirty="0"/>
              <a:t> </a:t>
            </a:r>
            <a:r>
              <a:rPr dirty="0"/>
              <a:t>expected</a:t>
            </a:r>
            <a:r>
              <a:rPr spc="125" dirty="0"/>
              <a:t> </a:t>
            </a:r>
            <a:r>
              <a:rPr dirty="0"/>
              <a:t>result,</a:t>
            </a:r>
            <a:r>
              <a:rPr spc="110" dirty="0"/>
              <a:t> </a:t>
            </a:r>
            <a:r>
              <a:rPr dirty="0"/>
              <a:t>actual</a:t>
            </a:r>
            <a:r>
              <a:rPr spc="114" dirty="0"/>
              <a:t> </a:t>
            </a:r>
            <a:r>
              <a:rPr dirty="0"/>
              <a:t>result,</a:t>
            </a:r>
            <a:r>
              <a:rPr spc="120" dirty="0"/>
              <a:t> </a:t>
            </a:r>
            <a:r>
              <a:rPr spc="-10" dirty="0"/>
              <a:t>status, </a:t>
            </a:r>
            <a:r>
              <a:rPr dirty="0"/>
              <a:t>and</a:t>
            </a:r>
            <a:r>
              <a:rPr spc="-20" dirty="0"/>
              <a:t> </a:t>
            </a:r>
            <a:r>
              <a:rPr spc="-10" dirty="0"/>
              <a:t>comments.</a:t>
            </a:r>
          </a:p>
          <a:p>
            <a:pPr marL="241300" marR="5080" indent="-228600" algn="just">
              <a:lnSpc>
                <a:spcPct val="100000"/>
              </a:lnSpc>
              <a:spcBef>
                <a:spcPts val="994"/>
              </a:spcBef>
              <a:buFont typeface="Wingdings"/>
              <a:buChar char=""/>
              <a:tabLst>
                <a:tab pos="241300" algn="l"/>
                <a:tab pos="286385" algn="l"/>
              </a:tabLst>
            </a:pPr>
            <a:r>
              <a:rPr dirty="0"/>
              <a:t>	These</a:t>
            </a:r>
            <a:r>
              <a:rPr spc="35" dirty="0"/>
              <a:t> </a:t>
            </a:r>
            <a:r>
              <a:rPr dirty="0"/>
              <a:t>parameters</a:t>
            </a:r>
            <a:r>
              <a:rPr spc="60" dirty="0"/>
              <a:t> </a:t>
            </a:r>
            <a:r>
              <a:rPr dirty="0"/>
              <a:t>help</a:t>
            </a:r>
            <a:r>
              <a:rPr spc="40" dirty="0"/>
              <a:t> </a:t>
            </a:r>
            <a:r>
              <a:rPr dirty="0"/>
              <a:t>testers</a:t>
            </a:r>
            <a:r>
              <a:rPr spc="45" dirty="0"/>
              <a:t> </a:t>
            </a:r>
            <a:r>
              <a:rPr dirty="0"/>
              <a:t>keep</a:t>
            </a:r>
            <a:r>
              <a:rPr spc="40" dirty="0"/>
              <a:t> </a:t>
            </a:r>
            <a:r>
              <a:rPr dirty="0"/>
              <a:t>track</a:t>
            </a:r>
            <a:r>
              <a:rPr spc="50" dirty="0"/>
              <a:t> </a:t>
            </a:r>
            <a:r>
              <a:rPr dirty="0"/>
              <a:t>of</a:t>
            </a:r>
            <a:r>
              <a:rPr spc="50" dirty="0"/>
              <a:t> </a:t>
            </a:r>
            <a:r>
              <a:rPr dirty="0"/>
              <a:t>the</a:t>
            </a:r>
            <a:r>
              <a:rPr spc="40" dirty="0"/>
              <a:t> </a:t>
            </a:r>
            <a:r>
              <a:rPr dirty="0"/>
              <a:t>various</a:t>
            </a:r>
            <a:r>
              <a:rPr spc="45" dirty="0"/>
              <a:t> </a:t>
            </a:r>
            <a:r>
              <a:rPr spc="-20" dirty="0"/>
              <a:t>test </a:t>
            </a:r>
            <a:r>
              <a:rPr dirty="0"/>
              <a:t>cases</a:t>
            </a:r>
            <a:r>
              <a:rPr spc="5" dirty="0"/>
              <a:t> </a:t>
            </a:r>
            <a:r>
              <a:rPr dirty="0"/>
              <a:t>and</a:t>
            </a:r>
            <a:r>
              <a:rPr spc="5" dirty="0"/>
              <a:t> </a:t>
            </a:r>
            <a:r>
              <a:rPr dirty="0"/>
              <a:t>the</a:t>
            </a:r>
            <a:r>
              <a:rPr spc="20" dirty="0"/>
              <a:t> </a:t>
            </a:r>
            <a:r>
              <a:rPr dirty="0"/>
              <a:t>results</a:t>
            </a:r>
            <a:r>
              <a:rPr spc="15" dirty="0"/>
              <a:t> </a:t>
            </a:r>
            <a:r>
              <a:rPr dirty="0"/>
              <a:t>of</a:t>
            </a:r>
            <a:r>
              <a:rPr spc="10" dirty="0"/>
              <a:t> </a:t>
            </a:r>
            <a:r>
              <a:rPr dirty="0"/>
              <a:t>each</a:t>
            </a:r>
            <a:r>
              <a:rPr spc="10" dirty="0"/>
              <a:t> </a:t>
            </a:r>
            <a:r>
              <a:rPr dirty="0"/>
              <a:t>test,</a:t>
            </a:r>
            <a:r>
              <a:rPr spc="15" dirty="0"/>
              <a:t> </a:t>
            </a:r>
            <a:r>
              <a:rPr dirty="0"/>
              <a:t>ensuring</a:t>
            </a:r>
            <a:r>
              <a:rPr spc="15" dirty="0"/>
              <a:t> </a:t>
            </a:r>
            <a:r>
              <a:rPr dirty="0"/>
              <a:t>that</a:t>
            </a:r>
            <a:r>
              <a:rPr spc="15" dirty="0"/>
              <a:t> </a:t>
            </a:r>
            <a:r>
              <a:rPr dirty="0"/>
              <a:t>any</a:t>
            </a:r>
            <a:r>
              <a:rPr spc="10" dirty="0"/>
              <a:t> </a:t>
            </a:r>
            <a:r>
              <a:rPr dirty="0"/>
              <a:t>issues</a:t>
            </a:r>
            <a:r>
              <a:rPr spc="20" dirty="0"/>
              <a:t> </a:t>
            </a:r>
            <a:r>
              <a:rPr spc="-25" dirty="0"/>
              <a:t>or </a:t>
            </a:r>
            <a:r>
              <a:rPr dirty="0"/>
              <a:t>bugs</a:t>
            </a:r>
            <a:r>
              <a:rPr spc="130" dirty="0"/>
              <a:t> </a:t>
            </a:r>
            <a:r>
              <a:rPr dirty="0"/>
              <a:t>in</a:t>
            </a:r>
            <a:r>
              <a:rPr spc="140" dirty="0"/>
              <a:t> </a:t>
            </a:r>
            <a:r>
              <a:rPr dirty="0"/>
              <a:t>the</a:t>
            </a:r>
            <a:r>
              <a:rPr spc="140" dirty="0"/>
              <a:t> </a:t>
            </a:r>
            <a:r>
              <a:rPr dirty="0"/>
              <a:t>software</a:t>
            </a:r>
            <a:r>
              <a:rPr spc="140" dirty="0"/>
              <a:t> </a:t>
            </a:r>
            <a:r>
              <a:rPr dirty="0"/>
              <a:t>are</a:t>
            </a:r>
            <a:r>
              <a:rPr spc="140" dirty="0"/>
              <a:t> </a:t>
            </a:r>
            <a:r>
              <a:rPr dirty="0"/>
              <a:t>identified</a:t>
            </a:r>
            <a:r>
              <a:rPr spc="150" dirty="0"/>
              <a:t> </a:t>
            </a:r>
            <a:r>
              <a:rPr dirty="0"/>
              <a:t>and</a:t>
            </a:r>
            <a:r>
              <a:rPr spc="145" dirty="0"/>
              <a:t> </a:t>
            </a:r>
            <a:r>
              <a:rPr dirty="0"/>
              <a:t>resolved</a:t>
            </a:r>
            <a:r>
              <a:rPr spc="145" dirty="0"/>
              <a:t> </a:t>
            </a:r>
            <a:r>
              <a:rPr dirty="0"/>
              <a:t>before</a:t>
            </a:r>
            <a:r>
              <a:rPr spc="140" dirty="0"/>
              <a:t> </a:t>
            </a:r>
            <a:r>
              <a:rPr dirty="0"/>
              <a:t>it</a:t>
            </a:r>
            <a:r>
              <a:rPr spc="140" dirty="0"/>
              <a:t> </a:t>
            </a:r>
            <a:r>
              <a:rPr spc="-25" dirty="0"/>
              <a:t>is </a:t>
            </a:r>
            <a:r>
              <a:rPr spc="-10" dirty="0"/>
              <a:t>released</a:t>
            </a:r>
            <a:r>
              <a:rPr spc="-5" dirty="0"/>
              <a:t> </a:t>
            </a:r>
            <a:r>
              <a:rPr dirty="0"/>
              <a:t>to</a:t>
            </a:r>
            <a:r>
              <a:rPr spc="-30" dirty="0"/>
              <a:t> </a:t>
            </a:r>
            <a:r>
              <a:rPr dirty="0"/>
              <a:t>the</a:t>
            </a:r>
            <a:r>
              <a:rPr spc="-15" dirty="0"/>
              <a:t> </a:t>
            </a:r>
            <a:r>
              <a:rPr spc="-10" dirty="0"/>
              <a:t>end-users.</a:t>
            </a:r>
          </a:p>
        </p:txBody>
      </p:sp>
      <p:sp>
        <p:nvSpPr>
          <p:cNvPr id="5" name="object 5"/>
          <p:cNvSpPr txBox="1"/>
          <p:nvPr/>
        </p:nvSpPr>
        <p:spPr>
          <a:xfrm>
            <a:off x="6251828" y="288137"/>
            <a:ext cx="5587365" cy="6215380"/>
          </a:xfrm>
          <a:prstGeom prst="rect">
            <a:avLst/>
          </a:prstGeom>
        </p:spPr>
        <p:txBody>
          <a:bodyPr vert="horz" wrap="square" lIns="0" tIns="62865" rIns="0" bIns="0" rtlCol="0">
            <a:spAutoFit/>
          </a:bodyPr>
          <a:lstStyle/>
          <a:p>
            <a:pPr marL="12700">
              <a:lnSpc>
                <a:spcPct val="100000"/>
              </a:lnSpc>
              <a:spcBef>
                <a:spcPts val="495"/>
              </a:spcBef>
            </a:pPr>
            <a:r>
              <a:rPr sz="1700" b="1" spc="-10" dirty="0">
                <a:solidFill>
                  <a:srgbClr val="006FC0"/>
                </a:solidFill>
                <a:latin typeface="Calibri"/>
                <a:cs typeface="Calibri"/>
              </a:rPr>
              <a:t>Typical</a:t>
            </a:r>
            <a:r>
              <a:rPr sz="1700" b="1" spc="-60" dirty="0">
                <a:solidFill>
                  <a:srgbClr val="006FC0"/>
                </a:solidFill>
                <a:latin typeface="Calibri"/>
                <a:cs typeface="Calibri"/>
              </a:rPr>
              <a:t> </a:t>
            </a:r>
            <a:r>
              <a:rPr sz="1700" b="1" spc="-30" dirty="0">
                <a:solidFill>
                  <a:srgbClr val="006FC0"/>
                </a:solidFill>
                <a:latin typeface="Calibri"/>
                <a:cs typeface="Calibri"/>
              </a:rPr>
              <a:t>Test</a:t>
            </a:r>
            <a:r>
              <a:rPr sz="1700" b="1" spc="-40" dirty="0">
                <a:solidFill>
                  <a:srgbClr val="006FC0"/>
                </a:solidFill>
                <a:latin typeface="Calibri"/>
                <a:cs typeface="Calibri"/>
              </a:rPr>
              <a:t> </a:t>
            </a:r>
            <a:r>
              <a:rPr sz="1700" b="1" dirty="0">
                <a:solidFill>
                  <a:srgbClr val="006FC0"/>
                </a:solidFill>
                <a:latin typeface="Calibri"/>
                <a:cs typeface="Calibri"/>
              </a:rPr>
              <a:t>Case</a:t>
            </a:r>
            <a:r>
              <a:rPr sz="1700" b="1" spc="-50" dirty="0">
                <a:solidFill>
                  <a:srgbClr val="006FC0"/>
                </a:solidFill>
                <a:latin typeface="Calibri"/>
                <a:cs typeface="Calibri"/>
              </a:rPr>
              <a:t> </a:t>
            </a:r>
            <a:r>
              <a:rPr sz="1700" b="1" spc="-10" dirty="0">
                <a:solidFill>
                  <a:srgbClr val="006FC0"/>
                </a:solidFill>
                <a:latin typeface="Calibri"/>
                <a:cs typeface="Calibri"/>
              </a:rPr>
              <a:t>Parameters</a:t>
            </a:r>
            <a:endParaRPr sz="1700">
              <a:latin typeface="Calibri"/>
              <a:cs typeface="Calibri"/>
            </a:endParaRPr>
          </a:p>
          <a:p>
            <a:pPr marL="12700">
              <a:lnSpc>
                <a:spcPct val="100000"/>
              </a:lnSpc>
              <a:spcBef>
                <a:spcPts val="395"/>
              </a:spcBef>
            </a:pPr>
            <a:r>
              <a:rPr sz="1700" b="1" dirty="0">
                <a:latin typeface="Calibri"/>
                <a:cs typeface="Calibri"/>
              </a:rPr>
              <a:t>Let’s</a:t>
            </a:r>
            <a:r>
              <a:rPr sz="1700" b="1" spc="-55" dirty="0">
                <a:latin typeface="Calibri"/>
                <a:cs typeface="Calibri"/>
              </a:rPr>
              <a:t> </a:t>
            </a:r>
            <a:r>
              <a:rPr sz="1700" b="1" dirty="0">
                <a:latin typeface="Calibri"/>
                <a:cs typeface="Calibri"/>
              </a:rPr>
              <a:t>talk</a:t>
            </a:r>
            <a:r>
              <a:rPr sz="1700" b="1" spc="-50" dirty="0">
                <a:latin typeface="Calibri"/>
                <a:cs typeface="Calibri"/>
              </a:rPr>
              <a:t> </a:t>
            </a:r>
            <a:r>
              <a:rPr sz="1700" b="1" dirty="0">
                <a:latin typeface="Calibri"/>
                <a:cs typeface="Calibri"/>
              </a:rPr>
              <a:t>about</a:t>
            </a:r>
            <a:r>
              <a:rPr sz="1700" b="1" spc="-45" dirty="0">
                <a:latin typeface="Calibri"/>
                <a:cs typeface="Calibri"/>
              </a:rPr>
              <a:t> </a:t>
            </a:r>
            <a:r>
              <a:rPr sz="1700" b="1" dirty="0">
                <a:latin typeface="Calibri"/>
                <a:cs typeface="Calibri"/>
              </a:rPr>
              <a:t>the</a:t>
            </a:r>
            <a:r>
              <a:rPr sz="1700" b="1" spc="-35" dirty="0">
                <a:latin typeface="Calibri"/>
                <a:cs typeface="Calibri"/>
              </a:rPr>
              <a:t> </a:t>
            </a:r>
            <a:r>
              <a:rPr sz="1700" b="1" dirty="0">
                <a:latin typeface="Calibri"/>
                <a:cs typeface="Calibri"/>
              </a:rPr>
              <a:t>test</a:t>
            </a:r>
            <a:r>
              <a:rPr sz="1700" b="1" spc="-35" dirty="0">
                <a:latin typeface="Calibri"/>
                <a:cs typeface="Calibri"/>
              </a:rPr>
              <a:t> </a:t>
            </a:r>
            <a:r>
              <a:rPr sz="1700" b="1" dirty="0">
                <a:latin typeface="Calibri"/>
                <a:cs typeface="Calibri"/>
              </a:rPr>
              <a:t>case</a:t>
            </a:r>
            <a:r>
              <a:rPr sz="1700" b="1" spc="-35" dirty="0">
                <a:latin typeface="Calibri"/>
                <a:cs typeface="Calibri"/>
              </a:rPr>
              <a:t> </a:t>
            </a:r>
            <a:r>
              <a:rPr sz="1700" b="1" spc="-10" dirty="0">
                <a:latin typeface="Calibri"/>
                <a:cs typeface="Calibri"/>
              </a:rPr>
              <a:t>parameters</a:t>
            </a:r>
            <a:r>
              <a:rPr sz="1700" b="1" spc="-45" dirty="0">
                <a:latin typeface="Calibri"/>
                <a:cs typeface="Calibri"/>
              </a:rPr>
              <a:t> </a:t>
            </a:r>
            <a:r>
              <a:rPr sz="1700" b="1" dirty="0">
                <a:latin typeface="Calibri"/>
                <a:cs typeface="Calibri"/>
              </a:rPr>
              <a:t>in</a:t>
            </a:r>
            <a:r>
              <a:rPr sz="1700" b="1" spc="-45" dirty="0">
                <a:latin typeface="Calibri"/>
                <a:cs typeface="Calibri"/>
              </a:rPr>
              <a:t> </a:t>
            </a:r>
            <a:r>
              <a:rPr sz="1700" b="1" spc="-10" dirty="0">
                <a:latin typeface="Calibri"/>
                <a:cs typeface="Calibri"/>
              </a:rPr>
              <a:t>detail,</a:t>
            </a:r>
            <a:endParaRPr sz="1700">
              <a:latin typeface="Calibri"/>
              <a:cs typeface="Calibri"/>
            </a:endParaRPr>
          </a:p>
          <a:p>
            <a:pPr marL="12700">
              <a:lnSpc>
                <a:spcPct val="100000"/>
              </a:lnSpc>
              <a:spcBef>
                <a:spcPts val="900"/>
              </a:spcBef>
            </a:pPr>
            <a:r>
              <a:rPr sz="1700" b="1" spc="-35" dirty="0">
                <a:latin typeface="Calibri"/>
                <a:cs typeface="Calibri"/>
              </a:rPr>
              <a:t>Test</a:t>
            </a:r>
            <a:r>
              <a:rPr sz="1700" b="1" spc="-55" dirty="0">
                <a:latin typeface="Calibri"/>
                <a:cs typeface="Calibri"/>
              </a:rPr>
              <a:t> </a:t>
            </a:r>
            <a:r>
              <a:rPr sz="1700" b="1" dirty="0">
                <a:latin typeface="Calibri"/>
                <a:cs typeface="Calibri"/>
              </a:rPr>
              <a:t>Case</a:t>
            </a:r>
            <a:r>
              <a:rPr sz="1700" b="1" spc="-45" dirty="0">
                <a:latin typeface="Calibri"/>
                <a:cs typeface="Calibri"/>
              </a:rPr>
              <a:t> </a:t>
            </a:r>
            <a:r>
              <a:rPr sz="1700" b="1" spc="-25" dirty="0">
                <a:latin typeface="Calibri"/>
                <a:cs typeface="Calibri"/>
              </a:rPr>
              <a:t>ID</a:t>
            </a:r>
            <a:endParaRPr sz="1700">
              <a:latin typeface="Calibri"/>
              <a:cs typeface="Calibri"/>
            </a:endParaRPr>
          </a:p>
          <a:p>
            <a:pPr marL="12700" marR="7620">
              <a:lnSpc>
                <a:spcPct val="100000"/>
              </a:lnSpc>
              <a:spcBef>
                <a:spcPts val="994"/>
              </a:spcBef>
            </a:pPr>
            <a:r>
              <a:rPr sz="1800" dirty="0">
                <a:solidFill>
                  <a:srgbClr val="212121"/>
                </a:solidFill>
                <a:latin typeface="Calibri"/>
                <a:cs typeface="Calibri"/>
              </a:rPr>
              <a:t>It</a:t>
            </a:r>
            <a:r>
              <a:rPr sz="1800" spc="60" dirty="0">
                <a:solidFill>
                  <a:srgbClr val="212121"/>
                </a:solidFill>
                <a:latin typeface="Calibri"/>
                <a:cs typeface="Calibri"/>
              </a:rPr>
              <a:t>  </a:t>
            </a:r>
            <a:r>
              <a:rPr sz="1800" dirty="0">
                <a:solidFill>
                  <a:srgbClr val="212121"/>
                </a:solidFill>
                <a:latin typeface="Calibri"/>
                <a:cs typeface="Calibri"/>
              </a:rPr>
              <a:t>is</a:t>
            </a:r>
            <a:r>
              <a:rPr sz="1800" spc="60" dirty="0">
                <a:solidFill>
                  <a:srgbClr val="212121"/>
                </a:solidFill>
                <a:latin typeface="Calibri"/>
                <a:cs typeface="Calibri"/>
              </a:rPr>
              <a:t>  </a:t>
            </a:r>
            <a:r>
              <a:rPr sz="1800" dirty="0">
                <a:solidFill>
                  <a:srgbClr val="212121"/>
                </a:solidFill>
                <a:latin typeface="Calibri"/>
                <a:cs typeface="Calibri"/>
              </a:rPr>
              <a:t>a</a:t>
            </a:r>
            <a:r>
              <a:rPr sz="1800" spc="65" dirty="0">
                <a:solidFill>
                  <a:srgbClr val="212121"/>
                </a:solidFill>
                <a:latin typeface="Calibri"/>
                <a:cs typeface="Calibri"/>
              </a:rPr>
              <a:t>  </a:t>
            </a:r>
            <a:r>
              <a:rPr sz="1800" dirty="0">
                <a:solidFill>
                  <a:srgbClr val="212121"/>
                </a:solidFill>
                <a:latin typeface="Calibri"/>
                <a:cs typeface="Calibri"/>
              </a:rPr>
              <a:t>unique</a:t>
            </a:r>
            <a:r>
              <a:rPr sz="1800" spc="70" dirty="0">
                <a:solidFill>
                  <a:srgbClr val="212121"/>
                </a:solidFill>
                <a:latin typeface="Calibri"/>
                <a:cs typeface="Calibri"/>
              </a:rPr>
              <a:t>  </a:t>
            </a:r>
            <a:r>
              <a:rPr sz="1800" dirty="0">
                <a:solidFill>
                  <a:srgbClr val="212121"/>
                </a:solidFill>
                <a:latin typeface="Calibri"/>
                <a:cs typeface="Calibri"/>
              </a:rPr>
              <a:t>identifier</a:t>
            </a:r>
            <a:r>
              <a:rPr sz="1800" spc="60" dirty="0">
                <a:solidFill>
                  <a:srgbClr val="212121"/>
                </a:solidFill>
                <a:latin typeface="Calibri"/>
                <a:cs typeface="Calibri"/>
              </a:rPr>
              <a:t>  </a:t>
            </a:r>
            <a:r>
              <a:rPr sz="1800" dirty="0">
                <a:solidFill>
                  <a:srgbClr val="212121"/>
                </a:solidFill>
                <a:latin typeface="Calibri"/>
                <a:cs typeface="Calibri"/>
              </a:rPr>
              <a:t>for</a:t>
            </a:r>
            <a:r>
              <a:rPr sz="1800" spc="60" dirty="0">
                <a:solidFill>
                  <a:srgbClr val="212121"/>
                </a:solidFill>
                <a:latin typeface="Calibri"/>
                <a:cs typeface="Calibri"/>
              </a:rPr>
              <a:t>  </a:t>
            </a:r>
            <a:r>
              <a:rPr sz="1800" dirty="0">
                <a:solidFill>
                  <a:srgbClr val="212121"/>
                </a:solidFill>
                <a:latin typeface="Calibri"/>
                <a:cs typeface="Calibri"/>
              </a:rPr>
              <a:t>the</a:t>
            </a:r>
            <a:r>
              <a:rPr sz="1800" spc="65" dirty="0">
                <a:solidFill>
                  <a:srgbClr val="212121"/>
                </a:solidFill>
                <a:latin typeface="Calibri"/>
                <a:cs typeface="Calibri"/>
              </a:rPr>
              <a:t>  </a:t>
            </a:r>
            <a:r>
              <a:rPr sz="1800" dirty="0">
                <a:solidFill>
                  <a:srgbClr val="212121"/>
                </a:solidFill>
                <a:latin typeface="Calibri"/>
                <a:cs typeface="Calibri"/>
              </a:rPr>
              <a:t>test</a:t>
            </a:r>
            <a:r>
              <a:rPr sz="1800" spc="60" dirty="0">
                <a:solidFill>
                  <a:srgbClr val="212121"/>
                </a:solidFill>
                <a:latin typeface="Calibri"/>
                <a:cs typeface="Calibri"/>
              </a:rPr>
              <a:t>  </a:t>
            </a:r>
            <a:r>
              <a:rPr sz="1800" dirty="0">
                <a:solidFill>
                  <a:srgbClr val="212121"/>
                </a:solidFill>
                <a:latin typeface="Calibri"/>
                <a:cs typeface="Calibri"/>
              </a:rPr>
              <a:t>case.</a:t>
            </a:r>
            <a:r>
              <a:rPr sz="1800" spc="65" dirty="0">
                <a:solidFill>
                  <a:srgbClr val="212121"/>
                </a:solidFill>
                <a:latin typeface="Calibri"/>
                <a:cs typeface="Calibri"/>
              </a:rPr>
              <a:t>  </a:t>
            </a:r>
            <a:r>
              <a:rPr sz="1800" dirty="0">
                <a:solidFill>
                  <a:srgbClr val="212121"/>
                </a:solidFill>
                <a:latin typeface="Calibri"/>
                <a:cs typeface="Calibri"/>
              </a:rPr>
              <a:t>It</a:t>
            </a:r>
            <a:r>
              <a:rPr sz="1800" spc="50" dirty="0">
                <a:solidFill>
                  <a:srgbClr val="212121"/>
                </a:solidFill>
                <a:latin typeface="Calibri"/>
                <a:cs typeface="Calibri"/>
              </a:rPr>
              <a:t>  </a:t>
            </a:r>
            <a:r>
              <a:rPr sz="1800" dirty="0">
                <a:solidFill>
                  <a:srgbClr val="212121"/>
                </a:solidFill>
                <a:latin typeface="Calibri"/>
                <a:cs typeface="Calibri"/>
              </a:rPr>
              <a:t>is</a:t>
            </a:r>
            <a:r>
              <a:rPr sz="1800" spc="65" dirty="0">
                <a:solidFill>
                  <a:srgbClr val="212121"/>
                </a:solidFill>
                <a:latin typeface="Calibri"/>
                <a:cs typeface="Calibri"/>
              </a:rPr>
              <a:t>  </a:t>
            </a:r>
            <a:r>
              <a:rPr sz="1800" spc="-10" dirty="0">
                <a:solidFill>
                  <a:srgbClr val="212121"/>
                </a:solidFill>
                <a:latin typeface="Calibri"/>
                <a:cs typeface="Calibri"/>
              </a:rPr>
              <a:t>usually represented</a:t>
            </a:r>
            <a:r>
              <a:rPr sz="1800" spc="-50" dirty="0">
                <a:solidFill>
                  <a:srgbClr val="212121"/>
                </a:solidFill>
                <a:latin typeface="Calibri"/>
                <a:cs typeface="Calibri"/>
              </a:rPr>
              <a:t> </a:t>
            </a:r>
            <a:r>
              <a:rPr sz="1800" dirty="0">
                <a:solidFill>
                  <a:srgbClr val="212121"/>
                </a:solidFill>
                <a:latin typeface="Calibri"/>
                <a:cs typeface="Calibri"/>
              </a:rPr>
              <a:t>using</a:t>
            </a:r>
            <a:r>
              <a:rPr sz="1800" spc="-40" dirty="0">
                <a:solidFill>
                  <a:srgbClr val="212121"/>
                </a:solidFill>
                <a:latin typeface="Calibri"/>
                <a:cs typeface="Calibri"/>
              </a:rPr>
              <a:t> </a:t>
            </a:r>
            <a:r>
              <a:rPr sz="1800" dirty="0">
                <a:solidFill>
                  <a:srgbClr val="212121"/>
                </a:solidFill>
                <a:latin typeface="Calibri"/>
                <a:cs typeface="Calibri"/>
              </a:rPr>
              <a:t>alphanumeric</a:t>
            </a:r>
            <a:r>
              <a:rPr sz="1800" spc="-35" dirty="0">
                <a:solidFill>
                  <a:srgbClr val="212121"/>
                </a:solidFill>
                <a:latin typeface="Calibri"/>
                <a:cs typeface="Calibri"/>
              </a:rPr>
              <a:t> </a:t>
            </a:r>
            <a:r>
              <a:rPr sz="1800" dirty="0">
                <a:solidFill>
                  <a:srgbClr val="212121"/>
                </a:solidFill>
                <a:latin typeface="Calibri"/>
                <a:cs typeface="Calibri"/>
              </a:rPr>
              <a:t>or</a:t>
            </a:r>
            <a:r>
              <a:rPr sz="1800" spc="-65" dirty="0">
                <a:solidFill>
                  <a:srgbClr val="212121"/>
                </a:solidFill>
                <a:latin typeface="Calibri"/>
                <a:cs typeface="Calibri"/>
              </a:rPr>
              <a:t> </a:t>
            </a:r>
            <a:r>
              <a:rPr sz="1800" dirty="0">
                <a:solidFill>
                  <a:srgbClr val="212121"/>
                </a:solidFill>
                <a:latin typeface="Calibri"/>
                <a:cs typeface="Calibri"/>
              </a:rPr>
              <a:t>numeric</a:t>
            </a:r>
            <a:r>
              <a:rPr sz="1800" spc="-45" dirty="0">
                <a:solidFill>
                  <a:srgbClr val="212121"/>
                </a:solidFill>
                <a:latin typeface="Calibri"/>
                <a:cs typeface="Calibri"/>
              </a:rPr>
              <a:t> </a:t>
            </a:r>
            <a:r>
              <a:rPr sz="1800" spc="-10" dirty="0">
                <a:solidFill>
                  <a:srgbClr val="212121"/>
                </a:solidFill>
                <a:latin typeface="Calibri"/>
                <a:cs typeface="Calibri"/>
              </a:rPr>
              <a:t>characters.</a:t>
            </a:r>
            <a:endParaRPr sz="1800">
              <a:latin typeface="Calibri"/>
              <a:cs typeface="Calibri"/>
            </a:endParaRPr>
          </a:p>
          <a:p>
            <a:pPr marL="12700">
              <a:lnSpc>
                <a:spcPct val="100000"/>
              </a:lnSpc>
              <a:spcBef>
                <a:spcPts val="1010"/>
              </a:spcBef>
            </a:pPr>
            <a:r>
              <a:rPr sz="1700" b="1" spc="-35" dirty="0">
                <a:latin typeface="Calibri"/>
                <a:cs typeface="Calibri"/>
              </a:rPr>
              <a:t>Test</a:t>
            </a:r>
            <a:r>
              <a:rPr sz="1700" b="1" spc="-60" dirty="0">
                <a:latin typeface="Calibri"/>
                <a:cs typeface="Calibri"/>
              </a:rPr>
              <a:t> </a:t>
            </a:r>
            <a:r>
              <a:rPr sz="1700" b="1" spc="-10" dirty="0">
                <a:latin typeface="Calibri"/>
                <a:cs typeface="Calibri"/>
              </a:rPr>
              <a:t>Scenario</a:t>
            </a:r>
            <a:endParaRPr sz="1700">
              <a:latin typeface="Calibri"/>
              <a:cs typeface="Calibri"/>
            </a:endParaRPr>
          </a:p>
          <a:p>
            <a:pPr marL="12700">
              <a:lnSpc>
                <a:spcPct val="100000"/>
              </a:lnSpc>
              <a:spcBef>
                <a:spcPts val="995"/>
              </a:spcBef>
            </a:pPr>
            <a:r>
              <a:rPr sz="1800" dirty="0">
                <a:solidFill>
                  <a:srgbClr val="212121"/>
                </a:solidFill>
                <a:latin typeface="Calibri"/>
                <a:cs typeface="Calibri"/>
              </a:rPr>
              <a:t>It</a:t>
            </a:r>
            <a:r>
              <a:rPr sz="1800" spc="140" dirty="0">
                <a:solidFill>
                  <a:srgbClr val="212121"/>
                </a:solidFill>
                <a:latin typeface="Calibri"/>
                <a:cs typeface="Calibri"/>
              </a:rPr>
              <a:t> </a:t>
            </a:r>
            <a:r>
              <a:rPr sz="1800" dirty="0">
                <a:solidFill>
                  <a:srgbClr val="212121"/>
                </a:solidFill>
                <a:latin typeface="Calibri"/>
                <a:cs typeface="Calibri"/>
              </a:rPr>
              <a:t>is</a:t>
            </a:r>
            <a:r>
              <a:rPr sz="1800" spc="150" dirty="0">
                <a:solidFill>
                  <a:srgbClr val="212121"/>
                </a:solidFill>
                <a:latin typeface="Calibri"/>
                <a:cs typeface="Calibri"/>
              </a:rPr>
              <a:t> </a:t>
            </a:r>
            <a:r>
              <a:rPr sz="1800" dirty="0">
                <a:solidFill>
                  <a:srgbClr val="212121"/>
                </a:solidFill>
                <a:latin typeface="Calibri"/>
                <a:cs typeface="Calibri"/>
              </a:rPr>
              <a:t>a</a:t>
            </a:r>
            <a:r>
              <a:rPr sz="1800" spc="150" dirty="0">
                <a:solidFill>
                  <a:srgbClr val="212121"/>
                </a:solidFill>
                <a:latin typeface="Calibri"/>
                <a:cs typeface="Calibri"/>
              </a:rPr>
              <a:t> </a:t>
            </a:r>
            <a:r>
              <a:rPr sz="1800" dirty="0">
                <a:solidFill>
                  <a:srgbClr val="212121"/>
                </a:solidFill>
                <a:latin typeface="Calibri"/>
                <a:cs typeface="Calibri"/>
              </a:rPr>
              <a:t>brief</a:t>
            </a:r>
            <a:r>
              <a:rPr sz="1800" spc="145" dirty="0">
                <a:solidFill>
                  <a:srgbClr val="212121"/>
                </a:solidFill>
                <a:latin typeface="Calibri"/>
                <a:cs typeface="Calibri"/>
              </a:rPr>
              <a:t> </a:t>
            </a:r>
            <a:r>
              <a:rPr sz="1800" dirty="0">
                <a:solidFill>
                  <a:srgbClr val="212121"/>
                </a:solidFill>
                <a:latin typeface="Calibri"/>
                <a:cs typeface="Calibri"/>
              </a:rPr>
              <a:t>description</a:t>
            </a:r>
            <a:r>
              <a:rPr sz="1800" spc="150" dirty="0">
                <a:solidFill>
                  <a:srgbClr val="212121"/>
                </a:solidFill>
                <a:latin typeface="Calibri"/>
                <a:cs typeface="Calibri"/>
              </a:rPr>
              <a:t> </a:t>
            </a:r>
            <a:r>
              <a:rPr sz="1800" dirty="0">
                <a:solidFill>
                  <a:srgbClr val="212121"/>
                </a:solidFill>
                <a:latin typeface="Calibri"/>
                <a:cs typeface="Calibri"/>
              </a:rPr>
              <a:t>of</a:t>
            </a:r>
            <a:r>
              <a:rPr sz="1800" spc="160" dirty="0">
                <a:solidFill>
                  <a:srgbClr val="212121"/>
                </a:solidFill>
                <a:latin typeface="Calibri"/>
                <a:cs typeface="Calibri"/>
              </a:rPr>
              <a:t> </a:t>
            </a:r>
            <a:r>
              <a:rPr sz="1800" dirty="0">
                <a:solidFill>
                  <a:srgbClr val="212121"/>
                </a:solidFill>
                <a:latin typeface="Calibri"/>
                <a:cs typeface="Calibri"/>
              </a:rPr>
              <a:t>what</a:t>
            </a:r>
            <a:r>
              <a:rPr sz="1800" spc="165" dirty="0">
                <a:solidFill>
                  <a:srgbClr val="212121"/>
                </a:solidFill>
                <a:latin typeface="Calibri"/>
                <a:cs typeface="Calibri"/>
              </a:rPr>
              <a:t> </a:t>
            </a:r>
            <a:r>
              <a:rPr sz="1800" dirty="0">
                <a:solidFill>
                  <a:srgbClr val="212121"/>
                </a:solidFill>
                <a:latin typeface="Calibri"/>
                <a:cs typeface="Calibri"/>
              </a:rPr>
              <a:t>needs</a:t>
            </a:r>
            <a:r>
              <a:rPr sz="1800" spc="150" dirty="0">
                <a:solidFill>
                  <a:srgbClr val="212121"/>
                </a:solidFill>
                <a:latin typeface="Calibri"/>
                <a:cs typeface="Calibri"/>
              </a:rPr>
              <a:t> </a:t>
            </a:r>
            <a:r>
              <a:rPr sz="1800" dirty="0">
                <a:solidFill>
                  <a:srgbClr val="212121"/>
                </a:solidFill>
                <a:latin typeface="Calibri"/>
                <a:cs typeface="Calibri"/>
              </a:rPr>
              <a:t>to</a:t>
            </a:r>
            <a:r>
              <a:rPr sz="1800" spc="145" dirty="0">
                <a:solidFill>
                  <a:srgbClr val="212121"/>
                </a:solidFill>
                <a:latin typeface="Calibri"/>
                <a:cs typeface="Calibri"/>
              </a:rPr>
              <a:t> </a:t>
            </a:r>
            <a:r>
              <a:rPr sz="1800" dirty="0">
                <a:solidFill>
                  <a:srgbClr val="212121"/>
                </a:solidFill>
                <a:latin typeface="Calibri"/>
                <a:cs typeface="Calibri"/>
              </a:rPr>
              <a:t>be</a:t>
            </a:r>
            <a:r>
              <a:rPr sz="1800" spc="155" dirty="0">
                <a:solidFill>
                  <a:srgbClr val="212121"/>
                </a:solidFill>
                <a:latin typeface="Calibri"/>
                <a:cs typeface="Calibri"/>
              </a:rPr>
              <a:t> </a:t>
            </a:r>
            <a:r>
              <a:rPr sz="1800" dirty="0">
                <a:solidFill>
                  <a:srgbClr val="212121"/>
                </a:solidFill>
                <a:latin typeface="Calibri"/>
                <a:cs typeface="Calibri"/>
              </a:rPr>
              <a:t>performed</a:t>
            </a:r>
            <a:r>
              <a:rPr sz="1800" spc="135" dirty="0">
                <a:solidFill>
                  <a:srgbClr val="212121"/>
                </a:solidFill>
                <a:latin typeface="Calibri"/>
                <a:cs typeface="Calibri"/>
              </a:rPr>
              <a:t> </a:t>
            </a:r>
            <a:r>
              <a:rPr sz="1800" spc="-25" dirty="0">
                <a:solidFill>
                  <a:srgbClr val="212121"/>
                </a:solidFill>
                <a:latin typeface="Calibri"/>
                <a:cs typeface="Calibri"/>
              </a:rPr>
              <a:t>by</a:t>
            </a:r>
            <a:endParaRPr sz="1800">
              <a:latin typeface="Calibri"/>
              <a:cs typeface="Calibri"/>
            </a:endParaRPr>
          </a:p>
          <a:p>
            <a:pPr marL="12700">
              <a:lnSpc>
                <a:spcPct val="100000"/>
              </a:lnSpc>
            </a:pPr>
            <a:r>
              <a:rPr sz="1800" dirty="0">
                <a:solidFill>
                  <a:srgbClr val="212121"/>
                </a:solidFill>
                <a:latin typeface="Calibri"/>
                <a:cs typeface="Calibri"/>
              </a:rPr>
              <a:t>the</a:t>
            </a:r>
            <a:r>
              <a:rPr sz="1800" spc="-10" dirty="0">
                <a:solidFill>
                  <a:srgbClr val="212121"/>
                </a:solidFill>
                <a:latin typeface="Calibri"/>
                <a:cs typeface="Calibri"/>
              </a:rPr>
              <a:t> testers.</a:t>
            </a:r>
            <a:endParaRPr sz="1800">
              <a:latin typeface="Calibri"/>
              <a:cs typeface="Calibri"/>
            </a:endParaRPr>
          </a:p>
          <a:p>
            <a:pPr marL="12700">
              <a:lnSpc>
                <a:spcPct val="100000"/>
              </a:lnSpc>
              <a:spcBef>
                <a:spcPts val="1015"/>
              </a:spcBef>
            </a:pPr>
            <a:r>
              <a:rPr sz="1700" b="1" spc="-35" dirty="0">
                <a:latin typeface="Calibri"/>
                <a:cs typeface="Calibri"/>
              </a:rPr>
              <a:t>Test</a:t>
            </a:r>
            <a:r>
              <a:rPr sz="1700" b="1" spc="-45" dirty="0">
                <a:latin typeface="Calibri"/>
                <a:cs typeface="Calibri"/>
              </a:rPr>
              <a:t> </a:t>
            </a:r>
            <a:r>
              <a:rPr sz="1700" b="1" dirty="0">
                <a:latin typeface="Calibri"/>
                <a:cs typeface="Calibri"/>
              </a:rPr>
              <a:t>Case</a:t>
            </a:r>
            <a:r>
              <a:rPr sz="1700" b="1" spc="-45" dirty="0">
                <a:latin typeface="Calibri"/>
                <a:cs typeface="Calibri"/>
              </a:rPr>
              <a:t> </a:t>
            </a:r>
            <a:r>
              <a:rPr sz="1700" b="1" spc="-10" dirty="0">
                <a:latin typeface="Calibri"/>
                <a:cs typeface="Calibri"/>
              </a:rPr>
              <a:t>Description</a:t>
            </a:r>
            <a:endParaRPr sz="1700">
              <a:latin typeface="Calibri"/>
              <a:cs typeface="Calibri"/>
            </a:endParaRPr>
          </a:p>
          <a:p>
            <a:pPr marL="12700" marR="5080">
              <a:lnSpc>
                <a:spcPct val="100000"/>
              </a:lnSpc>
              <a:spcBef>
                <a:spcPts val="990"/>
              </a:spcBef>
            </a:pPr>
            <a:r>
              <a:rPr sz="1800" dirty="0">
                <a:solidFill>
                  <a:srgbClr val="212121"/>
                </a:solidFill>
                <a:latin typeface="Calibri"/>
                <a:cs typeface="Calibri"/>
              </a:rPr>
              <a:t>It</a:t>
            </a:r>
            <a:r>
              <a:rPr sz="1800" spc="434" dirty="0">
                <a:solidFill>
                  <a:srgbClr val="212121"/>
                </a:solidFill>
                <a:latin typeface="Calibri"/>
                <a:cs typeface="Calibri"/>
              </a:rPr>
              <a:t> </a:t>
            </a:r>
            <a:r>
              <a:rPr sz="1800" dirty="0">
                <a:solidFill>
                  <a:srgbClr val="212121"/>
                </a:solidFill>
                <a:latin typeface="Calibri"/>
                <a:cs typeface="Calibri"/>
              </a:rPr>
              <a:t>is</a:t>
            </a:r>
            <a:r>
              <a:rPr sz="1800" spc="459" dirty="0">
                <a:solidFill>
                  <a:srgbClr val="212121"/>
                </a:solidFill>
                <a:latin typeface="Calibri"/>
                <a:cs typeface="Calibri"/>
              </a:rPr>
              <a:t> </a:t>
            </a:r>
            <a:r>
              <a:rPr sz="1800" dirty="0">
                <a:solidFill>
                  <a:srgbClr val="212121"/>
                </a:solidFill>
                <a:latin typeface="Calibri"/>
                <a:cs typeface="Calibri"/>
              </a:rPr>
              <a:t>a</a:t>
            </a:r>
            <a:r>
              <a:rPr sz="1800" spc="450" dirty="0">
                <a:solidFill>
                  <a:srgbClr val="212121"/>
                </a:solidFill>
                <a:latin typeface="Calibri"/>
                <a:cs typeface="Calibri"/>
              </a:rPr>
              <a:t> </a:t>
            </a:r>
            <a:r>
              <a:rPr sz="1800" dirty="0">
                <a:solidFill>
                  <a:srgbClr val="212121"/>
                </a:solidFill>
                <a:latin typeface="Calibri"/>
                <a:cs typeface="Calibri"/>
              </a:rPr>
              <a:t>detailed</a:t>
            </a:r>
            <a:r>
              <a:rPr sz="1800" spc="470" dirty="0">
                <a:solidFill>
                  <a:srgbClr val="212121"/>
                </a:solidFill>
                <a:latin typeface="Calibri"/>
                <a:cs typeface="Calibri"/>
              </a:rPr>
              <a:t> </a:t>
            </a:r>
            <a:r>
              <a:rPr sz="1800" dirty="0">
                <a:solidFill>
                  <a:srgbClr val="212121"/>
                </a:solidFill>
                <a:latin typeface="Calibri"/>
                <a:cs typeface="Calibri"/>
              </a:rPr>
              <a:t>explanation</a:t>
            </a:r>
            <a:r>
              <a:rPr sz="1800" spc="455" dirty="0">
                <a:solidFill>
                  <a:srgbClr val="212121"/>
                </a:solidFill>
                <a:latin typeface="Calibri"/>
                <a:cs typeface="Calibri"/>
              </a:rPr>
              <a:t> </a:t>
            </a:r>
            <a:r>
              <a:rPr sz="1800" dirty="0">
                <a:solidFill>
                  <a:srgbClr val="212121"/>
                </a:solidFill>
                <a:latin typeface="Calibri"/>
                <a:cs typeface="Calibri"/>
              </a:rPr>
              <a:t>of</a:t>
            </a:r>
            <a:r>
              <a:rPr sz="1800" spc="450" dirty="0">
                <a:solidFill>
                  <a:srgbClr val="212121"/>
                </a:solidFill>
                <a:latin typeface="Calibri"/>
                <a:cs typeface="Calibri"/>
              </a:rPr>
              <a:t> </a:t>
            </a:r>
            <a:r>
              <a:rPr sz="1800" dirty="0">
                <a:solidFill>
                  <a:srgbClr val="212121"/>
                </a:solidFill>
                <a:latin typeface="Calibri"/>
                <a:cs typeface="Calibri"/>
              </a:rPr>
              <a:t>what</a:t>
            </a:r>
            <a:r>
              <a:rPr sz="1800" spc="450" dirty="0">
                <a:solidFill>
                  <a:srgbClr val="212121"/>
                </a:solidFill>
                <a:latin typeface="Calibri"/>
                <a:cs typeface="Calibri"/>
              </a:rPr>
              <a:t> </a:t>
            </a:r>
            <a:r>
              <a:rPr sz="1800" dirty="0">
                <a:solidFill>
                  <a:srgbClr val="212121"/>
                </a:solidFill>
                <a:latin typeface="Calibri"/>
                <a:cs typeface="Calibri"/>
              </a:rPr>
              <a:t>function</a:t>
            </a:r>
            <a:r>
              <a:rPr sz="1800" spc="470" dirty="0">
                <a:solidFill>
                  <a:srgbClr val="212121"/>
                </a:solidFill>
                <a:latin typeface="Calibri"/>
                <a:cs typeface="Calibri"/>
              </a:rPr>
              <a:t> </a:t>
            </a:r>
            <a:r>
              <a:rPr sz="1800" dirty="0">
                <a:solidFill>
                  <a:srgbClr val="212121"/>
                </a:solidFill>
                <a:latin typeface="Calibri"/>
                <a:cs typeface="Calibri"/>
              </a:rPr>
              <a:t>has</a:t>
            </a:r>
            <a:r>
              <a:rPr sz="1800" spc="459" dirty="0">
                <a:solidFill>
                  <a:srgbClr val="212121"/>
                </a:solidFill>
                <a:latin typeface="Calibri"/>
                <a:cs typeface="Calibri"/>
              </a:rPr>
              <a:t> </a:t>
            </a:r>
            <a:r>
              <a:rPr sz="1800" dirty="0">
                <a:solidFill>
                  <a:srgbClr val="212121"/>
                </a:solidFill>
                <a:latin typeface="Calibri"/>
                <a:cs typeface="Calibri"/>
              </a:rPr>
              <a:t>to</a:t>
            </a:r>
            <a:r>
              <a:rPr sz="1800" spc="455" dirty="0">
                <a:solidFill>
                  <a:srgbClr val="212121"/>
                </a:solidFill>
                <a:latin typeface="Calibri"/>
                <a:cs typeface="Calibri"/>
              </a:rPr>
              <a:t> </a:t>
            </a:r>
            <a:r>
              <a:rPr sz="1800" spc="-25" dirty="0">
                <a:solidFill>
                  <a:srgbClr val="212121"/>
                </a:solidFill>
                <a:latin typeface="Calibri"/>
                <a:cs typeface="Calibri"/>
              </a:rPr>
              <a:t>be </a:t>
            </a:r>
            <a:r>
              <a:rPr sz="1800" spc="-10" dirty="0">
                <a:solidFill>
                  <a:srgbClr val="212121"/>
                </a:solidFill>
                <a:latin typeface="Calibri"/>
                <a:cs typeface="Calibri"/>
              </a:rPr>
              <a:t>tested.</a:t>
            </a:r>
            <a:endParaRPr sz="1800">
              <a:latin typeface="Calibri"/>
              <a:cs typeface="Calibri"/>
            </a:endParaRPr>
          </a:p>
          <a:p>
            <a:pPr marL="12700">
              <a:lnSpc>
                <a:spcPct val="100000"/>
              </a:lnSpc>
              <a:spcBef>
                <a:spcPts val="1000"/>
              </a:spcBef>
            </a:pPr>
            <a:r>
              <a:rPr sz="1700" b="1" spc="-35" dirty="0">
                <a:latin typeface="Calibri"/>
                <a:cs typeface="Calibri"/>
              </a:rPr>
              <a:t>Test</a:t>
            </a:r>
            <a:r>
              <a:rPr sz="1700" b="1" spc="-60" dirty="0">
                <a:latin typeface="Calibri"/>
                <a:cs typeface="Calibri"/>
              </a:rPr>
              <a:t> </a:t>
            </a:r>
            <a:r>
              <a:rPr sz="1700" b="1" spc="-10" dirty="0">
                <a:latin typeface="Calibri"/>
                <a:cs typeface="Calibri"/>
              </a:rPr>
              <a:t>Steps</a:t>
            </a:r>
            <a:endParaRPr sz="1700">
              <a:latin typeface="Calibri"/>
              <a:cs typeface="Calibri"/>
            </a:endParaRPr>
          </a:p>
          <a:p>
            <a:pPr marL="12700" marR="8890">
              <a:lnSpc>
                <a:spcPct val="100000"/>
              </a:lnSpc>
              <a:spcBef>
                <a:spcPts val="994"/>
              </a:spcBef>
            </a:pPr>
            <a:r>
              <a:rPr sz="1800" spc="-30" dirty="0">
                <a:solidFill>
                  <a:srgbClr val="212121"/>
                </a:solidFill>
                <a:latin typeface="Calibri"/>
                <a:cs typeface="Calibri"/>
              </a:rPr>
              <a:t>Test</a:t>
            </a:r>
            <a:r>
              <a:rPr sz="1800" spc="-35" dirty="0">
                <a:solidFill>
                  <a:srgbClr val="212121"/>
                </a:solidFill>
                <a:latin typeface="Calibri"/>
                <a:cs typeface="Calibri"/>
              </a:rPr>
              <a:t> </a:t>
            </a:r>
            <a:r>
              <a:rPr sz="1800" dirty="0">
                <a:solidFill>
                  <a:srgbClr val="212121"/>
                </a:solidFill>
                <a:latin typeface="Calibri"/>
                <a:cs typeface="Calibri"/>
              </a:rPr>
              <a:t>steps</a:t>
            </a:r>
            <a:r>
              <a:rPr sz="1800" spc="-30" dirty="0">
                <a:solidFill>
                  <a:srgbClr val="212121"/>
                </a:solidFill>
                <a:latin typeface="Calibri"/>
                <a:cs typeface="Calibri"/>
              </a:rPr>
              <a:t> </a:t>
            </a:r>
            <a:r>
              <a:rPr sz="1800" dirty="0">
                <a:solidFill>
                  <a:srgbClr val="212121"/>
                </a:solidFill>
                <a:latin typeface="Calibri"/>
                <a:cs typeface="Calibri"/>
              </a:rPr>
              <a:t>are</a:t>
            </a:r>
            <a:r>
              <a:rPr sz="1800" spc="-25" dirty="0">
                <a:solidFill>
                  <a:srgbClr val="212121"/>
                </a:solidFill>
                <a:latin typeface="Calibri"/>
                <a:cs typeface="Calibri"/>
              </a:rPr>
              <a:t> </a:t>
            </a:r>
            <a:r>
              <a:rPr sz="1800" dirty="0">
                <a:solidFill>
                  <a:srgbClr val="212121"/>
                </a:solidFill>
                <a:latin typeface="Calibri"/>
                <a:cs typeface="Calibri"/>
              </a:rPr>
              <a:t>a</a:t>
            </a:r>
            <a:r>
              <a:rPr sz="1800" spc="-20" dirty="0">
                <a:solidFill>
                  <a:srgbClr val="212121"/>
                </a:solidFill>
                <a:latin typeface="Calibri"/>
                <a:cs typeface="Calibri"/>
              </a:rPr>
              <a:t> </a:t>
            </a:r>
            <a:r>
              <a:rPr sz="1800" dirty="0">
                <a:solidFill>
                  <a:srgbClr val="212121"/>
                </a:solidFill>
                <a:latin typeface="Calibri"/>
                <a:cs typeface="Calibri"/>
              </a:rPr>
              <a:t>sequence</a:t>
            </a:r>
            <a:r>
              <a:rPr sz="1800" spc="-20" dirty="0">
                <a:solidFill>
                  <a:srgbClr val="212121"/>
                </a:solidFill>
                <a:latin typeface="Calibri"/>
                <a:cs typeface="Calibri"/>
              </a:rPr>
              <a:t> </a:t>
            </a:r>
            <a:r>
              <a:rPr sz="1800" dirty="0">
                <a:solidFill>
                  <a:srgbClr val="212121"/>
                </a:solidFill>
                <a:latin typeface="Calibri"/>
                <a:cs typeface="Calibri"/>
              </a:rPr>
              <a:t>of</a:t>
            </a:r>
            <a:r>
              <a:rPr sz="1800" spc="-15" dirty="0">
                <a:solidFill>
                  <a:srgbClr val="212121"/>
                </a:solidFill>
                <a:latin typeface="Calibri"/>
                <a:cs typeface="Calibri"/>
              </a:rPr>
              <a:t> </a:t>
            </a:r>
            <a:r>
              <a:rPr sz="1800" dirty="0">
                <a:solidFill>
                  <a:srgbClr val="212121"/>
                </a:solidFill>
                <a:latin typeface="Calibri"/>
                <a:cs typeface="Calibri"/>
              </a:rPr>
              <a:t>steps</a:t>
            </a:r>
            <a:r>
              <a:rPr sz="1800" spc="-30" dirty="0">
                <a:solidFill>
                  <a:srgbClr val="212121"/>
                </a:solidFill>
                <a:latin typeface="Calibri"/>
                <a:cs typeface="Calibri"/>
              </a:rPr>
              <a:t> </a:t>
            </a:r>
            <a:r>
              <a:rPr sz="1800" dirty="0">
                <a:solidFill>
                  <a:srgbClr val="212121"/>
                </a:solidFill>
                <a:latin typeface="Calibri"/>
                <a:cs typeface="Calibri"/>
              </a:rPr>
              <a:t>or</a:t>
            </a:r>
            <a:r>
              <a:rPr sz="1800" spc="-35" dirty="0">
                <a:solidFill>
                  <a:srgbClr val="212121"/>
                </a:solidFill>
                <a:latin typeface="Calibri"/>
                <a:cs typeface="Calibri"/>
              </a:rPr>
              <a:t> </a:t>
            </a:r>
            <a:r>
              <a:rPr sz="1800" dirty="0">
                <a:solidFill>
                  <a:srgbClr val="212121"/>
                </a:solidFill>
                <a:latin typeface="Calibri"/>
                <a:cs typeface="Calibri"/>
              </a:rPr>
              <a:t>actions</a:t>
            </a:r>
            <a:r>
              <a:rPr sz="1800" spc="-30" dirty="0">
                <a:solidFill>
                  <a:srgbClr val="212121"/>
                </a:solidFill>
                <a:latin typeface="Calibri"/>
                <a:cs typeface="Calibri"/>
              </a:rPr>
              <a:t> </a:t>
            </a:r>
            <a:r>
              <a:rPr sz="1800" dirty="0">
                <a:solidFill>
                  <a:srgbClr val="212121"/>
                </a:solidFill>
                <a:latin typeface="Calibri"/>
                <a:cs typeface="Calibri"/>
              </a:rPr>
              <a:t>to</a:t>
            </a:r>
            <a:r>
              <a:rPr sz="1800" spc="-10" dirty="0">
                <a:solidFill>
                  <a:srgbClr val="212121"/>
                </a:solidFill>
                <a:latin typeface="Calibri"/>
                <a:cs typeface="Calibri"/>
              </a:rPr>
              <a:t> </a:t>
            </a:r>
            <a:r>
              <a:rPr sz="1800" dirty="0">
                <a:solidFill>
                  <a:srgbClr val="212121"/>
                </a:solidFill>
                <a:latin typeface="Calibri"/>
                <a:cs typeface="Calibri"/>
              </a:rPr>
              <a:t>be</a:t>
            </a:r>
            <a:r>
              <a:rPr sz="1800" spc="-25" dirty="0">
                <a:solidFill>
                  <a:srgbClr val="212121"/>
                </a:solidFill>
                <a:latin typeface="Calibri"/>
                <a:cs typeface="Calibri"/>
              </a:rPr>
              <a:t> </a:t>
            </a:r>
            <a:r>
              <a:rPr sz="1800" spc="-10" dirty="0">
                <a:solidFill>
                  <a:srgbClr val="212121"/>
                </a:solidFill>
                <a:latin typeface="Calibri"/>
                <a:cs typeface="Calibri"/>
              </a:rPr>
              <a:t>executed </a:t>
            </a:r>
            <a:r>
              <a:rPr sz="1800" dirty="0">
                <a:solidFill>
                  <a:srgbClr val="212121"/>
                </a:solidFill>
                <a:latin typeface="Calibri"/>
                <a:cs typeface="Calibri"/>
              </a:rPr>
              <a:t>to</a:t>
            </a:r>
            <a:r>
              <a:rPr sz="1800" spc="-35" dirty="0">
                <a:solidFill>
                  <a:srgbClr val="212121"/>
                </a:solidFill>
                <a:latin typeface="Calibri"/>
                <a:cs typeface="Calibri"/>
              </a:rPr>
              <a:t> </a:t>
            </a:r>
            <a:r>
              <a:rPr sz="1800" dirty="0">
                <a:solidFill>
                  <a:srgbClr val="212121"/>
                </a:solidFill>
                <a:latin typeface="Calibri"/>
                <a:cs typeface="Calibri"/>
              </a:rPr>
              <a:t>check</a:t>
            </a:r>
            <a:r>
              <a:rPr sz="1800" spc="-25" dirty="0">
                <a:solidFill>
                  <a:srgbClr val="212121"/>
                </a:solidFill>
                <a:latin typeface="Calibri"/>
                <a:cs typeface="Calibri"/>
              </a:rPr>
              <a:t> </a:t>
            </a:r>
            <a:r>
              <a:rPr sz="1800" dirty="0">
                <a:solidFill>
                  <a:srgbClr val="212121"/>
                </a:solidFill>
                <a:latin typeface="Calibri"/>
                <a:cs typeface="Calibri"/>
              </a:rPr>
              <a:t>a</a:t>
            </a:r>
            <a:r>
              <a:rPr sz="1800" spc="-25" dirty="0">
                <a:solidFill>
                  <a:srgbClr val="212121"/>
                </a:solidFill>
                <a:latin typeface="Calibri"/>
                <a:cs typeface="Calibri"/>
              </a:rPr>
              <a:t> </a:t>
            </a:r>
            <a:r>
              <a:rPr sz="1800" dirty="0">
                <a:solidFill>
                  <a:srgbClr val="212121"/>
                </a:solidFill>
                <a:latin typeface="Calibri"/>
                <a:cs typeface="Calibri"/>
              </a:rPr>
              <a:t>particular</a:t>
            </a:r>
            <a:r>
              <a:rPr sz="1800" spc="-20" dirty="0">
                <a:solidFill>
                  <a:srgbClr val="212121"/>
                </a:solidFill>
                <a:latin typeface="Calibri"/>
                <a:cs typeface="Calibri"/>
              </a:rPr>
              <a:t> </a:t>
            </a:r>
            <a:r>
              <a:rPr sz="1800" dirty="0">
                <a:solidFill>
                  <a:srgbClr val="212121"/>
                </a:solidFill>
                <a:latin typeface="Calibri"/>
                <a:cs typeface="Calibri"/>
              </a:rPr>
              <a:t>functionality</a:t>
            </a:r>
            <a:r>
              <a:rPr sz="1800" spc="-20" dirty="0">
                <a:solidFill>
                  <a:srgbClr val="212121"/>
                </a:solidFill>
                <a:latin typeface="Calibri"/>
                <a:cs typeface="Calibri"/>
              </a:rPr>
              <a:t> </a:t>
            </a:r>
            <a:r>
              <a:rPr sz="1800" dirty="0">
                <a:solidFill>
                  <a:srgbClr val="212121"/>
                </a:solidFill>
                <a:latin typeface="Calibri"/>
                <a:cs typeface="Calibri"/>
              </a:rPr>
              <a:t>or</a:t>
            </a:r>
            <a:r>
              <a:rPr sz="1800" spc="-40" dirty="0">
                <a:solidFill>
                  <a:srgbClr val="212121"/>
                </a:solidFill>
                <a:latin typeface="Calibri"/>
                <a:cs typeface="Calibri"/>
              </a:rPr>
              <a:t> </a:t>
            </a:r>
            <a:r>
              <a:rPr sz="1800" spc="-10" dirty="0">
                <a:solidFill>
                  <a:srgbClr val="212121"/>
                </a:solidFill>
                <a:latin typeface="Calibri"/>
                <a:cs typeface="Calibri"/>
              </a:rPr>
              <a:t>condition.</a:t>
            </a:r>
            <a:endParaRPr sz="1800">
              <a:latin typeface="Calibri"/>
              <a:cs typeface="Calibri"/>
            </a:endParaRPr>
          </a:p>
          <a:p>
            <a:pPr marL="12700">
              <a:lnSpc>
                <a:spcPct val="100000"/>
              </a:lnSpc>
              <a:spcBef>
                <a:spcPts val="1010"/>
              </a:spcBef>
            </a:pPr>
            <a:r>
              <a:rPr sz="1700" b="1" spc="-10" dirty="0">
                <a:latin typeface="Calibri"/>
                <a:cs typeface="Calibri"/>
              </a:rPr>
              <a:t>Prerequisite</a:t>
            </a:r>
            <a:endParaRPr sz="1700">
              <a:latin typeface="Calibri"/>
              <a:cs typeface="Calibri"/>
            </a:endParaRPr>
          </a:p>
          <a:p>
            <a:pPr marL="12700" marR="6350" algn="just">
              <a:lnSpc>
                <a:spcPct val="100000"/>
              </a:lnSpc>
              <a:spcBef>
                <a:spcPts val="994"/>
              </a:spcBef>
            </a:pPr>
            <a:r>
              <a:rPr sz="1800" dirty="0">
                <a:solidFill>
                  <a:srgbClr val="212121"/>
                </a:solidFill>
                <a:latin typeface="Calibri"/>
                <a:cs typeface="Calibri"/>
              </a:rPr>
              <a:t>Prerequisites</a:t>
            </a:r>
            <a:r>
              <a:rPr sz="1800" spc="260" dirty="0">
                <a:solidFill>
                  <a:srgbClr val="212121"/>
                </a:solidFill>
                <a:latin typeface="Calibri"/>
                <a:cs typeface="Calibri"/>
              </a:rPr>
              <a:t> </a:t>
            </a:r>
            <a:r>
              <a:rPr sz="1800" dirty="0">
                <a:solidFill>
                  <a:srgbClr val="212121"/>
                </a:solidFill>
                <a:latin typeface="Calibri"/>
                <a:cs typeface="Calibri"/>
              </a:rPr>
              <a:t>are</a:t>
            </a:r>
            <a:r>
              <a:rPr sz="1800" spc="245" dirty="0">
                <a:solidFill>
                  <a:srgbClr val="212121"/>
                </a:solidFill>
                <a:latin typeface="Calibri"/>
                <a:cs typeface="Calibri"/>
              </a:rPr>
              <a:t> </a:t>
            </a:r>
            <a:r>
              <a:rPr sz="1800" dirty="0">
                <a:solidFill>
                  <a:srgbClr val="212121"/>
                </a:solidFill>
                <a:latin typeface="Calibri"/>
                <a:cs typeface="Calibri"/>
              </a:rPr>
              <a:t>conditions</a:t>
            </a:r>
            <a:r>
              <a:rPr sz="1800" spc="254" dirty="0">
                <a:solidFill>
                  <a:srgbClr val="212121"/>
                </a:solidFill>
                <a:latin typeface="Calibri"/>
                <a:cs typeface="Calibri"/>
              </a:rPr>
              <a:t> </a:t>
            </a:r>
            <a:r>
              <a:rPr sz="1800" dirty="0">
                <a:solidFill>
                  <a:srgbClr val="212121"/>
                </a:solidFill>
                <a:latin typeface="Calibri"/>
                <a:cs typeface="Calibri"/>
              </a:rPr>
              <a:t>that</a:t>
            </a:r>
            <a:r>
              <a:rPr sz="1800" spc="250" dirty="0">
                <a:solidFill>
                  <a:srgbClr val="212121"/>
                </a:solidFill>
                <a:latin typeface="Calibri"/>
                <a:cs typeface="Calibri"/>
              </a:rPr>
              <a:t> </a:t>
            </a:r>
            <a:r>
              <a:rPr sz="1800" dirty="0">
                <a:solidFill>
                  <a:srgbClr val="212121"/>
                </a:solidFill>
                <a:latin typeface="Calibri"/>
                <a:cs typeface="Calibri"/>
              </a:rPr>
              <a:t>are</a:t>
            </a:r>
            <a:r>
              <a:rPr sz="1800" spc="250" dirty="0">
                <a:solidFill>
                  <a:srgbClr val="212121"/>
                </a:solidFill>
                <a:latin typeface="Calibri"/>
                <a:cs typeface="Calibri"/>
              </a:rPr>
              <a:t> </a:t>
            </a:r>
            <a:r>
              <a:rPr sz="1800" dirty="0">
                <a:solidFill>
                  <a:srgbClr val="212121"/>
                </a:solidFill>
                <a:latin typeface="Calibri"/>
                <a:cs typeface="Calibri"/>
              </a:rPr>
              <a:t>required</a:t>
            </a:r>
            <a:r>
              <a:rPr sz="1800" spc="285" dirty="0">
                <a:solidFill>
                  <a:srgbClr val="212121"/>
                </a:solidFill>
                <a:latin typeface="Calibri"/>
                <a:cs typeface="Calibri"/>
              </a:rPr>
              <a:t> </a:t>
            </a:r>
            <a:r>
              <a:rPr sz="1800" dirty="0">
                <a:solidFill>
                  <a:srgbClr val="212121"/>
                </a:solidFill>
                <a:latin typeface="Calibri"/>
                <a:cs typeface="Calibri"/>
              </a:rPr>
              <a:t>to</a:t>
            </a:r>
            <a:r>
              <a:rPr sz="1800" spc="245" dirty="0">
                <a:solidFill>
                  <a:srgbClr val="212121"/>
                </a:solidFill>
                <a:latin typeface="Calibri"/>
                <a:cs typeface="Calibri"/>
              </a:rPr>
              <a:t> </a:t>
            </a:r>
            <a:r>
              <a:rPr sz="1800" spc="-10" dirty="0">
                <a:solidFill>
                  <a:srgbClr val="212121"/>
                </a:solidFill>
                <a:latin typeface="Calibri"/>
                <a:cs typeface="Calibri"/>
              </a:rPr>
              <a:t>perform </a:t>
            </a:r>
            <a:r>
              <a:rPr sz="1800" dirty="0">
                <a:solidFill>
                  <a:srgbClr val="212121"/>
                </a:solidFill>
                <a:latin typeface="Calibri"/>
                <a:cs typeface="Calibri"/>
              </a:rPr>
              <a:t>the</a:t>
            </a:r>
            <a:r>
              <a:rPr sz="1800" spc="245" dirty="0">
                <a:solidFill>
                  <a:srgbClr val="212121"/>
                </a:solidFill>
                <a:latin typeface="Calibri"/>
                <a:cs typeface="Calibri"/>
              </a:rPr>
              <a:t>  </a:t>
            </a:r>
            <a:r>
              <a:rPr sz="1800" dirty="0">
                <a:solidFill>
                  <a:srgbClr val="212121"/>
                </a:solidFill>
                <a:latin typeface="Calibri"/>
                <a:cs typeface="Calibri"/>
              </a:rPr>
              <a:t>test.</a:t>
            </a:r>
            <a:r>
              <a:rPr sz="1800" spc="245" dirty="0">
                <a:solidFill>
                  <a:srgbClr val="212121"/>
                </a:solidFill>
                <a:latin typeface="Calibri"/>
                <a:cs typeface="Calibri"/>
              </a:rPr>
              <a:t>  </a:t>
            </a:r>
            <a:r>
              <a:rPr sz="1800" dirty="0">
                <a:solidFill>
                  <a:srgbClr val="212121"/>
                </a:solidFill>
                <a:latin typeface="Calibri"/>
                <a:cs typeface="Calibri"/>
              </a:rPr>
              <a:t>Typically,</a:t>
            </a:r>
            <a:r>
              <a:rPr sz="1800" spc="245" dirty="0">
                <a:solidFill>
                  <a:srgbClr val="212121"/>
                </a:solidFill>
                <a:latin typeface="Calibri"/>
                <a:cs typeface="Calibri"/>
              </a:rPr>
              <a:t>  </a:t>
            </a:r>
            <a:r>
              <a:rPr sz="1800" dirty="0">
                <a:solidFill>
                  <a:srgbClr val="212121"/>
                </a:solidFill>
                <a:latin typeface="Calibri"/>
                <a:cs typeface="Calibri"/>
              </a:rPr>
              <a:t>testers</a:t>
            </a:r>
            <a:r>
              <a:rPr sz="1800" spc="245" dirty="0">
                <a:solidFill>
                  <a:srgbClr val="212121"/>
                </a:solidFill>
                <a:latin typeface="Calibri"/>
                <a:cs typeface="Calibri"/>
              </a:rPr>
              <a:t>  </a:t>
            </a:r>
            <a:r>
              <a:rPr sz="1800" dirty="0">
                <a:solidFill>
                  <a:srgbClr val="212121"/>
                </a:solidFill>
                <a:latin typeface="Calibri"/>
                <a:cs typeface="Calibri"/>
              </a:rPr>
              <a:t>must</a:t>
            </a:r>
            <a:r>
              <a:rPr sz="1800" spc="245" dirty="0">
                <a:solidFill>
                  <a:srgbClr val="212121"/>
                </a:solidFill>
                <a:latin typeface="Calibri"/>
                <a:cs typeface="Calibri"/>
              </a:rPr>
              <a:t>  </a:t>
            </a:r>
            <a:r>
              <a:rPr sz="1800" dirty="0">
                <a:solidFill>
                  <a:srgbClr val="212121"/>
                </a:solidFill>
                <a:latin typeface="Calibri"/>
                <a:cs typeface="Calibri"/>
              </a:rPr>
              <a:t>check</a:t>
            </a:r>
            <a:r>
              <a:rPr sz="1800" spc="245" dirty="0">
                <a:solidFill>
                  <a:srgbClr val="212121"/>
                </a:solidFill>
                <a:latin typeface="Calibri"/>
                <a:cs typeface="Calibri"/>
              </a:rPr>
              <a:t>  </a:t>
            </a:r>
            <a:r>
              <a:rPr sz="1800" dirty="0">
                <a:solidFill>
                  <a:srgbClr val="212121"/>
                </a:solidFill>
                <a:latin typeface="Calibri"/>
                <a:cs typeface="Calibri"/>
              </a:rPr>
              <a:t>or</a:t>
            </a:r>
            <a:r>
              <a:rPr sz="1800" spc="250" dirty="0">
                <a:solidFill>
                  <a:srgbClr val="212121"/>
                </a:solidFill>
                <a:latin typeface="Calibri"/>
                <a:cs typeface="Calibri"/>
              </a:rPr>
              <a:t>  </a:t>
            </a:r>
            <a:r>
              <a:rPr sz="1800" dirty="0">
                <a:solidFill>
                  <a:srgbClr val="212121"/>
                </a:solidFill>
                <a:latin typeface="Calibri"/>
                <a:cs typeface="Calibri"/>
              </a:rPr>
              <a:t>fulfill</a:t>
            </a:r>
            <a:r>
              <a:rPr sz="1800" spc="250" dirty="0">
                <a:solidFill>
                  <a:srgbClr val="212121"/>
                </a:solidFill>
                <a:latin typeface="Calibri"/>
                <a:cs typeface="Calibri"/>
              </a:rPr>
              <a:t>  </a:t>
            </a:r>
            <a:r>
              <a:rPr sz="1800" spc="-25" dirty="0">
                <a:solidFill>
                  <a:srgbClr val="212121"/>
                </a:solidFill>
                <a:latin typeface="Calibri"/>
                <a:cs typeface="Calibri"/>
              </a:rPr>
              <a:t>the </a:t>
            </a:r>
            <a:r>
              <a:rPr sz="1800" spc="-10" dirty="0">
                <a:solidFill>
                  <a:srgbClr val="212121"/>
                </a:solidFill>
                <a:latin typeface="Calibri"/>
                <a:cs typeface="Calibri"/>
              </a:rPr>
              <a:t>prerequisites</a:t>
            </a:r>
            <a:r>
              <a:rPr sz="1800" spc="-45" dirty="0">
                <a:solidFill>
                  <a:srgbClr val="212121"/>
                </a:solidFill>
                <a:latin typeface="Calibri"/>
                <a:cs typeface="Calibri"/>
              </a:rPr>
              <a:t> </a:t>
            </a:r>
            <a:r>
              <a:rPr sz="1800" dirty="0">
                <a:solidFill>
                  <a:srgbClr val="212121"/>
                </a:solidFill>
                <a:latin typeface="Calibri"/>
                <a:cs typeface="Calibri"/>
              </a:rPr>
              <a:t>before</a:t>
            </a:r>
            <a:r>
              <a:rPr sz="1800" spc="-65" dirty="0">
                <a:solidFill>
                  <a:srgbClr val="212121"/>
                </a:solidFill>
                <a:latin typeface="Calibri"/>
                <a:cs typeface="Calibri"/>
              </a:rPr>
              <a:t> </a:t>
            </a:r>
            <a:r>
              <a:rPr sz="1800" dirty="0">
                <a:solidFill>
                  <a:srgbClr val="212121"/>
                </a:solidFill>
                <a:latin typeface="Calibri"/>
                <a:cs typeface="Calibri"/>
              </a:rPr>
              <a:t>starting</a:t>
            </a:r>
            <a:r>
              <a:rPr sz="1800" spc="-55" dirty="0">
                <a:solidFill>
                  <a:srgbClr val="212121"/>
                </a:solidFill>
                <a:latin typeface="Calibri"/>
                <a:cs typeface="Calibri"/>
              </a:rPr>
              <a:t> </a:t>
            </a:r>
            <a:r>
              <a:rPr sz="1800" dirty="0">
                <a:solidFill>
                  <a:srgbClr val="212121"/>
                </a:solidFill>
                <a:latin typeface="Calibri"/>
                <a:cs typeface="Calibri"/>
              </a:rPr>
              <a:t>the</a:t>
            </a:r>
            <a:r>
              <a:rPr sz="1800" spc="-65" dirty="0">
                <a:solidFill>
                  <a:srgbClr val="212121"/>
                </a:solidFill>
                <a:latin typeface="Calibri"/>
                <a:cs typeface="Calibri"/>
              </a:rPr>
              <a:t> </a:t>
            </a:r>
            <a:r>
              <a:rPr sz="1800" dirty="0">
                <a:solidFill>
                  <a:srgbClr val="212121"/>
                </a:solidFill>
                <a:latin typeface="Calibri"/>
                <a:cs typeface="Calibri"/>
              </a:rPr>
              <a:t>test</a:t>
            </a:r>
            <a:r>
              <a:rPr sz="1800" spc="-55" dirty="0">
                <a:solidFill>
                  <a:srgbClr val="212121"/>
                </a:solidFill>
                <a:latin typeface="Calibri"/>
                <a:cs typeface="Calibri"/>
              </a:rPr>
              <a:t> </a:t>
            </a:r>
            <a:r>
              <a:rPr sz="1800" spc="-10" dirty="0">
                <a:solidFill>
                  <a:srgbClr val="212121"/>
                </a:solidFill>
                <a:latin typeface="Calibri"/>
                <a:cs typeface="Calibri"/>
              </a:rPr>
              <a:t>process.</a:t>
            </a:r>
            <a:endParaRPr sz="1800">
              <a:latin typeface="Calibri"/>
              <a:cs typeface="Calibri"/>
            </a:endParaRPr>
          </a:p>
        </p:txBody>
      </p:sp>
      <p:pic>
        <p:nvPicPr>
          <p:cNvPr id="6" name="object 6"/>
          <p:cNvPicPr/>
          <p:nvPr/>
        </p:nvPicPr>
        <p:blipFill>
          <a:blip r:embed="rId2" cstate="print"/>
          <a:stretch>
            <a:fillRect/>
          </a:stretch>
        </p:blipFill>
        <p:spPr>
          <a:xfrm>
            <a:off x="3934967" y="614172"/>
            <a:ext cx="2084832" cy="127711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15B2A-7208-0522-370D-B3CCC53819B8}"/>
              </a:ext>
            </a:extLst>
          </p:cNvPr>
          <p:cNvSpPr>
            <a:spLocks noGrp="1"/>
          </p:cNvSpPr>
          <p:nvPr>
            <p:ph type="title"/>
          </p:nvPr>
        </p:nvSpPr>
        <p:spPr>
          <a:xfrm>
            <a:off x="593242" y="562102"/>
            <a:ext cx="3567429" cy="276999"/>
          </a:xfrm>
        </p:spPr>
        <p:txBody>
          <a:bodyPr/>
          <a:lstStyle/>
          <a:p>
            <a:r>
              <a:rPr lang="en-IN" dirty="0"/>
              <a:t>.</a:t>
            </a:r>
          </a:p>
        </p:txBody>
      </p:sp>
      <p:sp>
        <p:nvSpPr>
          <p:cNvPr id="3" name="Content Placeholder 2">
            <a:extLst>
              <a:ext uri="{FF2B5EF4-FFF2-40B4-BE49-F238E27FC236}">
                <a16:creationId xmlns:a16="http://schemas.microsoft.com/office/drawing/2014/main" id="{0E304083-02BF-5BE9-5EC5-F982E186A344}"/>
              </a:ext>
            </a:extLst>
          </p:cNvPr>
          <p:cNvSpPr>
            <a:spLocks noGrp="1"/>
          </p:cNvSpPr>
          <p:nvPr>
            <p:ph sz="half" idx="2"/>
          </p:nvPr>
        </p:nvSpPr>
        <p:spPr>
          <a:xfrm>
            <a:off x="593242" y="304800"/>
            <a:ext cx="9693758" cy="5871575"/>
          </a:xfrm>
        </p:spPr>
        <p:txBody>
          <a:bodyPr/>
          <a:lstStyle/>
          <a:p>
            <a:r>
              <a:rPr lang="en-IN" sz="2400" dirty="0"/>
              <a:t>Test Case Document</a:t>
            </a:r>
          </a:p>
          <a:p>
            <a:endParaRPr lang="en-IN" sz="2400" dirty="0"/>
          </a:p>
          <a:p>
            <a:r>
              <a:rPr lang="en-IN" sz="2400" b="1" dirty="0"/>
              <a:t>Quality Test Cases</a:t>
            </a:r>
            <a:r>
              <a:rPr lang="en-IN" sz="2400" dirty="0"/>
              <a:t>:</a:t>
            </a:r>
          </a:p>
          <a:p>
            <a:r>
              <a:rPr lang="en-IN" sz="2400" dirty="0"/>
              <a:t>Cover all possible test cases</a:t>
            </a:r>
          </a:p>
          <a:p>
            <a:r>
              <a:rPr lang="en-IN" sz="2400" dirty="0"/>
              <a:t>Steps should be min and understandable</a:t>
            </a:r>
          </a:p>
          <a:p>
            <a:r>
              <a:rPr lang="en-IN" sz="2400" dirty="0"/>
              <a:t>Test case document should be clear</a:t>
            </a:r>
          </a:p>
          <a:p>
            <a:r>
              <a:rPr lang="en-IN" sz="2400" dirty="0"/>
              <a:t>POSITIVE NEGATIVE CASES- focus</a:t>
            </a:r>
          </a:p>
          <a:p>
            <a:r>
              <a:rPr lang="en-IN" sz="2400" dirty="0"/>
              <a:t>Capability to catch the defects</a:t>
            </a:r>
          </a:p>
          <a:p>
            <a:r>
              <a:rPr lang="en-IN" sz="2400" dirty="0"/>
              <a:t>NO duplicate test cases</a:t>
            </a:r>
          </a:p>
          <a:p>
            <a:endParaRPr lang="en-IN" dirty="0"/>
          </a:p>
        </p:txBody>
      </p:sp>
      <p:sp>
        <p:nvSpPr>
          <p:cNvPr id="4" name="Content Placeholder 3">
            <a:extLst>
              <a:ext uri="{FF2B5EF4-FFF2-40B4-BE49-F238E27FC236}">
                <a16:creationId xmlns:a16="http://schemas.microsoft.com/office/drawing/2014/main" id="{2C84FD70-2575-2FD8-7313-63E54337E68F}"/>
              </a:ext>
            </a:extLst>
          </p:cNvPr>
          <p:cNvSpPr>
            <a:spLocks noGrp="1"/>
          </p:cNvSpPr>
          <p:nvPr>
            <p:ph sz="half" idx="3"/>
          </p:nvPr>
        </p:nvSpPr>
        <p:spPr>
          <a:xfrm>
            <a:off x="6278880" y="1577340"/>
            <a:ext cx="5303520" cy="276999"/>
          </a:xfrm>
        </p:spPr>
        <p:txBody>
          <a:bodyPr/>
          <a:lstStyle/>
          <a:p>
            <a:r>
              <a:rPr lang="en-IN" dirty="0"/>
              <a:t>.</a:t>
            </a:r>
          </a:p>
        </p:txBody>
      </p:sp>
    </p:spTree>
    <p:extLst>
      <p:ext uri="{BB962C8B-B14F-4D97-AF65-F5344CB8AC3E}">
        <p14:creationId xmlns:p14="http://schemas.microsoft.com/office/powerpoint/2010/main" val="33757032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16153" y="147345"/>
            <a:ext cx="5452745" cy="5671820"/>
          </a:xfrm>
          <a:prstGeom prst="rect">
            <a:avLst/>
          </a:prstGeom>
        </p:spPr>
        <p:txBody>
          <a:bodyPr vert="horz" wrap="square" lIns="0" tIns="139065" rIns="0" bIns="0" rtlCol="0">
            <a:spAutoFit/>
          </a:bodyPr>
          <a:lstStyle/>
          <a:p>
            <a:pPr marL="12700" algn="just">
              <a:lnSpc>
                <a:spcPct val="100000"/>
              </a:lnSpc>
              <a:spcBef>
                <a:spcPts val="1095"/>
              </a:spcBef>
            </a:pPr>
            <a:r>
              <a:rPr sz="1600" b="1" spc="-40" dirty="0">
                <a:latin typeface="Calibri"/>
                <a:cs typeface="Calibri"/>
              </a:rPr>
              <a:t>Test</a:t>
            </a:r>
            <a:r>
              <a:rPr sz="1600" b="1" spc="-25" dirty="0">
                <a:latin typeface="Calibri"/>
                <a:cs typeface="Calibri"/>
              </a:rPr>
              <a:t> </a:t>
            </a:r>
            <a:r>
              <a:rPr sz="1600" b="1" spc="-20" dirty="0">
                <a:latin typeface="Calibri"/>
                <a:cs typeface="Calibri"/>
              </a:rPr>
              <a:t>Data</a:t>
            </a:r>
            <a:endParaRPr sz="1600">
              <a:latin typeface="Calibri"/>
              <a:cs typeface="Calibri"/>
            </a:endParaRPr>
          </a:p>
          <a:p>
            <a:pPr marL="12700" marR="5080" algn="just">
              <a:lnSpc>
                <a:spcPct val="100000"/>
              </a:lnSpc>
              <a:spcBef>
                <a:spcPts val="994"/>
              </a:spcBef>
            </a:pPr>
            <a:r>
              <a:rPr sz="1600" dirty="0">
                <a:latin typeface="Calibri"/>
                <a:cs typeface="Calibri"/>
              </a:rPr>
              <a:t>Test</a:t>
            </a:r>
            <a:r>
              <a:rPr sz="1600" spc="140" dirty="0">
                <a:latin typeface="Calibri"/>
                <a:cs typeface="Calibri"/>
              </a:rPr>
              <a:t> </a:t>
            </a:r>
            <a:r>
              <a:rPr sz="1600" dirty="0">
                <a:latin typeface="Calibri"/>
                <a:cs typeface="Calibri"/>
              </a:rPr>
              <a:t>data</a:t>
            </a:r>
            <a:r>
              <a:rPr sz="1600" spc="135" dirty="0">
                <a:latin typeface="Calibri"/>
                <a:cs typeface="Calibri"/>
              </a:rPr>
              <a:t> </a:t>
            </a:r>
            <a:r>
              <a:rPr sz="1600" dirty="0">
                <a:latin typeface="Calibri"/>
                <a:cs typeface="Calibri"/>
              </a:rPr>
              <a:t>refers</a:t>
            </a:r>
            <a:r>
              <a:rPr sz="1600" spc="130" dirty="0">
                <a:latin typeface="Calibri"/>
                <a:cs typeface="Calibri"/>
              </a:rPr>
              <a:t> </a:t>
            </a:r>
            <a:r>
              <a:rPr sz="1600" dirty="0">
                <a:latin typeface="Calibri"/>
                <a:cs typeface="Calibri"/>
              </a:rPr>
              <a:t>to</a:t>
            </a:r>
            <a:r>
              <a:rPr sz="1600" spc="150" dirty="0">
                <a:latin typeface="Calibri"/>
                <a:cs typeface="Calibri"/>
              </a:rPr>
              <a:t> </a:t>
            </a:r>
            <a:r>
              <a:rPr sz="1600" dirty="0">
                <a:latin typeface="Calibri"/>
                <a:cs typeface="Calibri"/>
              </a:rPr>
              <a:t>the</a:t>
            </a:r>
            <a:r>
              <a:rPr sz="1600" spc="135" dirty="0">
                <a:latin typeface="Calibri"/>
                <a:cs typeface="Calibri"/>
              </a:rPr>
              <a:t> </a:t>
            </a:r>
            <a:r>
              <a:rPr sz="1600" dirty="0">
                <a:latin typeface="Calibri"/>
                <a:cs typeface="Calibri"/>
              </a:rPr>
              <a:t>input</a:t>
            </a:r>
            <a:r>
              <a:rPr sz="1600" spc="140" dirty="0">
                <a:latin typeface="Calibri"/>
                <a:cs typeface="Calibri"/>
              </a:rPr>
              <a:t> </a:t>
            </a:r>
            <a:r>
              <a:rPr sz="1600" dirty="0">
                <a:latin typeface="Calibri"/>
                <a:cs typeface="Calibri"/>
              </a:rPr>
              <a:t>data</a:t>
            </a:r>
            <a:r>
              <a:rPr sz="1600" spc="140" dirty="0">
                <a:latin typeface="Calibri"/>
                <a:cs typeface="Calibri"/>
              </a:rPr>
              <a:t> </a:t>
            </a:r>
            <a:r>
              <a:rPr sz="1600" dirty="0">
                <a:latin typeface="Calibri"/>
                <a:cs typeface="Calibri"/>
              </a:rPr>
              <a:t>or</a:t>
            </a:r>
            <a:r>
              <a:rPr sz="1600" spc="140" dirty="0">
                <a:latin typeface="Calibri"/>
                <a:cs typeface="Calibri"/>
              </a:rPr>
              <a:t> </a:t>
            </a:r>
            <a:r>
              <a:rPr sz="1600" dirty="0">
                <a:latin typeface="Calibri"/>
                <a:cs typeface="Calibri"/>
              </a:rPr>
              <a:t>values</a:t>
            </a:r>
            <a:r>
              <a:rPr sz="1600" spc="140" dirty="0">
                <a:latin typeface="Calibri"/>
                <a:cs typeface="Calibri"/>
              </a:rPr>
              <a:t> </a:t>
            </a:r>
            <a:r>
              <a:rPr sz="1600" dirty="0">
                <a:latin typeface="Calibri"/>
                <a:cs typeface="Calibri"/>
              </a:rPr>
              <a:t>required</a:t>
            </a:r>
            <a:r>
              <a:rPr sz="1600" spc="130" dirty="0">
                <a:latin typeface="Calibri"/>
                <a:cs typeface="Calibri"/>
              </a:rPr>
              <a:t> </a:t>
            </a:r>
            <a:r>
              <a:rPr sz="1600" dirty="0">
                <a:latin typeface="Calibri"/>
                <a:cs typeface="Calibri"/>
              </a:rPr>
              <a:t>to</a:t>
            </a:r>
            <a:r>
              <a:rPr sz="1600" spc="145" dirty="0">
                <a:latin typeface="Calibri"/>
                <a:cs typeface="Calibri"/>
              </a:rPr>
              <a:t> </a:t>
            </a:r>
            <a:r>
              <a:rPr sz="1600" spc="-10" dirty="0">
                <a:latin typeface="Calibri"/>
                <a:cs typeface="Calibri"/>
              </a:rPr>
              <a:t>execute </a:t>
            </a:r>
            <a:r>
              <a:rPr sz="1600" dirty="0">
                <a:latin typeface="Calibri"/>
                <a:cs typeface="Calibri"/>
              </a:rPr>
              <a:t>the</a:t>
            </a:r>
            <a:r>
              <a:rPr sz="1600" spc="80" dirty="0">
                <a:latin typeface="Calibri"/>
                <a:cs typeface="Calibri"/>
              </a:rPr>
              <a:t> </a:t>
            </a:r>
            <a:r>
              <a:rPr sz="1600" dirty="0">
                <a:latin typeface="Calibri"/>
                <a:cs typeface="Calibri"/>
              </a:rPr>
              <a:t>test</a:t>
            </a:r>
            <a:r>
              <a:rPr sz="1600" spc="85" dirty="0">
                <a:latin typeface="Calibri"/>
                <a:cs typeface="Calibri"/>
              </a:rPr>
              <a:t> </a:t>
            </a:r>
            <a:r>
              <a:rPr sz="1600" dirty="0">
                <a:latin typeface="Calibri"/>
                <a:cs typeface="Calibri"/>
              </a:rPr>
              <a:t>case.</a:t>
            </a:r>
            <a:r>
              <a:rPr sz="1600" spc="90" dirty="0">
                <a:latin typeface="Calibri"/>
                <a:cs typeface="Calibri"/>
              </a:rPr>
              <a:t> </a:t>
            </a:r>
            <a:r>
              <a:rPr sz="1600" dirty="0">
                <a:latin typeface="Calibri"/>
                <a:cs typeface="Calibri"/>
              </a:rPr>
              <a:t>For</a:t>
            </a:r>
            <a:r>
              <a:rPr sz="1600" spc="85" dirty="0">
                <a:latin typeface="Calibri"/>
                <a:cs typeface="Calibri"/>
              </a:rPr>
              <a:t> </a:t>
            </a:r>
            <a:r>
              <a:rPr sz="1600" dirty="0">
                <a:latin typeface="Calibri"/>
                <a:cs typeface="Calibri"/>
              </a:rPr>
              <a:t>example,</a:t>
            </a:r>
            <a:r>
              <a:rPr sz="1600" spc="80" dirty="0">
                <a:latin typeface="Calibri"/>
                <a:cs typeface="Calibri"/>
              </a:rPr>
              <a:t> </a:t>
            </a:r>
            <a:r>
              <a:rPr sz="1600" dirty="0">
                <a:latin typeface="Calibri"/>
                <a:cs typeface="Calibri"/>
              </a:rPr>
              <a:t>username</a:t>
            </a:r>
            <a:r>
              <a:rPr sz="1600" spc="80" dirty="0">
                <a:latin typeface="Calibri"/>
                <a:cs typeface="Calibri"/>
              </a:rPr>
              <a:t> </a:t>
            </a:r>
            <a:r>
              <a:rPr sz="1600" dirty="0">
                <a:latin typeface="Calibri"/>
                <a:cs typeface="Calibri"/>
              </a:rPr>
              <a:t>and</a:t>
            </a:r>
            <a:r>
              <a:rPr sz="1600" spc="80" dirty="0">
                <a:latin typeface="Calibri"/>
                <a:cs typeface="Calibri"/>
              </a:rPr>
              <a:t> </a:t>
            </a:r>
            <a:r>
              <a:rPr sz="1600" dirty="0">
                <a:latin typeface="Calibri"/>
                <a:cs typeface="Calibri"/>
              </a:rPr>
              <a:t>password</a:t>
            </a:r>
            <a:r>
              <a:rPr sz="1600" spc="85" dirty="0">
                <a:latin typeface="Calibri"/>
                <a:cs typeface="Calibri"/>
              </a:rPr>
              <a:t> </a:t>
            </a:r>
            <a:r>
              <a:rPr sz="1600" dirty="0">
                <a:latin typeface="Calibri"/>
                <a:cs typeface="Calibri"/>
              </a:rPr>
              <a:t>are</a:t>
            </a:r>
            <a:r>
              <a:rPr sz="1600" spc="75" dirty="0">
                <a:latin typeface="Calibri"/>
                <a:cs typeface="Calibri"/>
              </a:rPr>
              <a:t> </a:t>
            </a:r>
            <a:r>
              <a:rPr sz="1600" dirty="0">
                <a:latin typeface="Calibri"/>
                <a:cs typeface="Calibri"/>
              </a:rPr>
              <a:t>the</a:t>
            </a:r>
            <a:r>
              <a:rPr sz="1600" spc="85" dirty="0">
                <a:latin typeface="Calibri"/>
                <a:cs typeface="Calibri"/>
              </a:rPr>
              <a:t> </a:t>
            </a:r>
            <a:r>
              <a:rPr sz="1600" spc="-20" dirty="0">
                <a:latin typeface="Calibri"/>
                <a:cs typeface="Calibri"/>
              </a:rPr>
              <a:t>test </a:t>
            </a:r>
            <a:r>
              <a:rPr sz="1600" dirty="0">
                <a:latin typeface="Calibri"/>
                <a:cs typeface="Calibri"/>
              </a:rPr>
              <a:t>data</a:t>
            </a:r>
            <a:r>
              <a:rPr sz="1600" spc="-45" dirty="0">
                <a:latin typeface="Calibri"/>
                <a:cs typeface="Calibri"/>
              </a:rPr>
              <a:t> </a:t>
            </a:r>
            <a:r>
              <a:rPr sz="1600" dirty="0">
                <a:latin typeface="Calibri"/>
                <a:cs typeface="Calibri"/>
              </a:rPr>
              <a:t>to</a:t>
            </a:r>
            <a:r>
              <a:rPr sz="1600" spc="-25" dirty="0">
                <a:latin typeface="Calibri"/>
                <a:cs typeface="Calibri"/>
              </a:rPr>
              <a:t> </a:t>
            </a:r>
            <a:r>
              <a:rPr sz="1600" dirty="0">
                <a:latin typeface="Calibri"/>
                <a:cs typeface="Calibri"/>
              </a:rPr>
              <a:t>test</a:t>
            </a:r>
            <a:r>
              <a:rPr sz="1600" spc="-40" dirty="0">
                <a:latin typeface="Calibri"/>
                <a:cs typeface="Calibri"/>
              </a:rPr>
              <a:t> </a:t>
            </a:r>
            <a:r>
              <a:rPr sz="1600" dirty="0">
                <a:latin typeface="Calibri"/>
                <a:cs typeface="Calibri"/>
              </a:rPr>
              <a:t>the</a:t>
            </a:r>
            <a:r>
              <a:rPr sz="1600" spc="-25" dirty="0">
                <a:latin typeface="Calibri"/>
                <a:cs typeface="Calibri"/>
              </a:rPr>
              <a:t> </a:t>
            </a:r>
            <a:r>
              <a:rPr sz="1600" dirty="0">
                <a:latin typeface="Calibri"/>
                <a:cs typeface="Calibri"/>
              </a:rPr>
              <a:t>email</a:t>
            </a:r>
            <a:r>
              <a:rPr sz="1600" spc="-40" dirty="0">
                <a:latin typeface="Calibri"/>
                <a:cs typeface="Calibri"/>
              </a:rPr>
              <a:t> </a:t>
            </a:r>
            <a:r>
              <a:rPr sz="1600" spc="-10" dirty="0">
                <a:latin typeface="Calibri"/>
                <a:cs typeface="Calibri"/>
              </a:rPr>
              <a:t>login.</a:t>
            </a:r>
            <a:endParaRPr sz="1600">
              <a:latin typeface="Calibri"/>
              <a:cs typeface="Calibri"/>
            </a:endParaRPr>
          </a:p>
          <a:p>
            <a:pPr marL="12700" algn="just">
              <a:lnSpc>
                <a:spcPct val="100000"/>
              </a:lnSpc>
              <a:spcBef>
                <a:spcPts val="1010"/>
              </a:spcBef>
            </a:pPr>
            <a:r>
              <a:rPr sz="1600" b="1" dirty="0">
                <a:latin typeface="Calibri"/>
                <a:cs typeface="Calibri"/>
              </a:rPr>
              <a:t>Expected</a:t>
            </a:r>
            <a:r>
              <a:rPr sz="1600" b="1" spc="-75" dirty="0">
                <a:latin typeface="Calibri"/>
                <a:cs typeface="Calibri"/>
              </a:rPr>
              <a:t> </a:t>
            </a:r>
            <a:r>
              <a:rPr sz="1600" b="1" spc="-10" dirty="0">
                <a:latin typeface="Calibri"/>
                <a:cs typeface="Calibri"/>
              </a:rPr>
              <a:t>Result</a:t>
            </a:r>
            <a:endParaRPr sz="1600">
              <a:latin typeface="Calibri"/>
              <a:cs typeface="Calibri"/>
            </a:endParaRPr>
          </a:p>
          <a:p>
            <a:pPr marL="12700" marR="7620" algn="just">
              <a:lnSpc>
                <a:spcPct val="100000"/>
              </a:lnSpc>
              <a:spcBef>
                <a:spcPts val="994"/>
              </a:spcBef>
            </a:pPr>
            <a:r>
              <a:rPr sz="1600" dirty="0">
                <a:latin typeface="Calibri"/>
                <a:cs typeface="Calibri"/>
              </a:rPr>
              <a:t>It</a:t>
            </a:r>
            <a:r>
              <a:rPr sz="1600" spc="420" dirty="0">
                <a:latin typeface="Calibri"/>
                <a:cs typeface="Calibri"/>
              </a:rPr>
              <a:t> </a:t>
            </a:r>
            <a:r>
              <a:rPr sz="1600" dirty="0">
                <a:latin typeface="Calibri"/>
                <a:cs typeface="Calibri"/>
              </a:rPr>
              <a:t>refers</a:t>
            </a:r>
            <a:r>
              <a:rPr sz="1600" spc="430" dirty="0">
                <a:latin typeface="Calibri"/>
                <a:cs typeface="Calibri"/>
              </a:rPr>
              <a:t> </a:t>
            </a:r>
            <a:r>
              <a:rPr sz="1600" dirty="0">
                <a:latin typeface="Calibri"/>
                <a:cs typeface="Calibri"/>
              </a:rPr>
              <a:t>to</a:t>
            </a:r>
            <a:r>
              <a:rPr sz="1600" spc="415" dirty="0">
                <a:latin typeface="Calibri"/>
                <a:cs typeface="Calibri"/>
              </a:rPr>
              <a:t> </a:t>
            </a:r>
            <a:r>
              <a:rPr sz="1600" dirty="0">
                <a:latin typeface="Calibri"/>
                <a:cs typeface="Calibri"/>
              </a:rPr>
              <a:t>the</a:t>
            </a:r>
            <a:r>
              <a:rPr sz="1600" spc="430" dirty="0">
                <a:latin typeface="Calibri"/>
                <a:cs typeface="Calibri"/>
              </a:rPr>
              <a:t> </a:t>
            </a:r>
            <a:r>
              <a:rPr sz="1600" dirty="0">
                <a:latin typeface="Calibri"/>
                <a:cs typeface="Calibri"/>
              </a:rPr>
              <a:t>expected</a:t>
            </a:r>
            <a:r>
              <a:rPr sz="1600" spc="415" dirty="0">
                <a:latin typeface="Calibri"/>
                <a:cs typeface="Calibri"/>
              </a:rPr>
              <a:t> </a:t>
            </a:r>
            <a:r>
              <a:rPr sz="1600" dirty="0">
                <a:latin typeface="Calibri"/>
                <a:cs typeface="Calibri"/>
              </a:rPr>
              <a:t>behavior</a:t>
            </a:r>
            <a:r>
              <a:rPr sz="1600" spc="430" dirty="0">
                <a:latin typeface="Calibri"/>
                <a:cs typeface="Calibri"/>
              </a:rPr>
              <a:t> </a:t>
            </a:r>
            <a:r>
              <a:rPr sz="1600" dirty="0">
                <a:latin typeface="Calibri"/>
                <a:cs typeface="Calibri"/>
              </a:rPr>
              <a:t>or</a:t>
            </a:r>
            <a:r>
              <a:rPr sz="1600" spc="434" dirty="0">
                <a:latin typeface="Calibri"/>
                <a:cs typeface="Calibri"/>
              </a:rPr>
              <a:t> </a:t>
            </a:r>
            <a:r>
              <a:rPr sz="1600" dirty="0">
                <a:latin typeface="Calibri"/>
                <a:cs typeface="Calibri"/>
              </a:rPr>
              <a:t>output</a:t>
            </a:r>
            <a:r>
              <a:rPr sz="1600" spc="420" dirty="0">
                <a:latin typeface="Calibri"/>
                <a:cs typeface="Calibri"/>
              </a:rPr>
              <a:t> </a:t>
            </a:r>
            <a:r>
              <a:rPr sz="1600" dirty="0">
                <a:latin typeface="Calibri"/>
                <a:cs typeface="Calibri"/>
              </a:rPr>
              <a:t>that</a:t>
            </a:r>
            <a:r>
              <a:rPr sz="1600" spc="409" dirty="0">
                <a:latin typeface="Calibri"/>
                <a:cs typeface="Calibri"/>
              </a:rPr>
              <a:t> </a:t>
            </a:r>
            <a:r>
              <a:rPr sz="1600" dirty="0">
                <a:latin typeface="Calibri"/>
                <a:cs typeface="Calibri"/>
              </a:rPr>
              <a:t>should</a:t>
            </a:r>
            <a:r>
              <a:rPr sz="1600" spc="415" dirty="0">
                <a:latin typeface="Calibri"/>
                <a:cs typeface="Calibri"/>
              </a:rPr>
              <a:t> </a:t>
            </a:r>
            <a:r>
              <a:rPr sz="1600" spc="-25" dirty="0">
                <a:latin typeface="Calibri"/>
                <a:cs typeface="Calibri"/>
              </a:rPr>
              <a:t>be </a:t>
            </a:r>
            <a:r>
              <a:rPr sz="1600" dirty="0">
                <a:latin typeface="Calibri"/>
                <a:cs typeface="Calibri"/>
              </a:rPr>
              <a:t>observed</a:t>
            </a:r>
            <a:r>
              <a:rPr sz="1600" spc="-10" dirty="0">
                <a:latin typeface="Calibri"/>
                <a:cs typeface="Calibri"/>
              </a:rPr>
              <a:t> </a:t>
            </a:r>
            <a:r>
              <a:rPr sz="1600" dirty="0">
                <a:latin typeface="Calibri"/>
                <a:cs typeface="Calibri"/>
              </a:rPr>
              <a:t>when</a:t>
            </a:r>
            <a:r>
              <a:rPr sz="1600" spc="-35" dirty="0">
                <a:latin typeface="Calibri"/>
                <a:cs typeface="Calibri"/>
              </a:rPr>
              <a:t> </a:t>
            </a:r>
            <a:r>
              <a:rPr sz="1600" spc="-10" dirty="0">
                <a:latin typeface="Calibri"/>
                <a:cs typeface="Calibri"/>
              </a:rPr>
              <a:t>executing</a:t>
            </a:r>
            <a:r>
              <a:rPr sz="1600" spc="-55" dirty="0">
                <a:latin typeface="Calibri"/>
                <a:cs typeface="Calibri"/>
              </a:rPr>
              <a:t> </a:t>
            </a:r>
            <a:r>
              <a:rPr sz="1600" dirty="0">
                <a:latin typeface="Calibri"/>
                <a:cs typeface="Calibri"/>
              </a:rPr>
              <a:t>the</a:t>
            </a:r>
            <a:r>
              <a:rPr sz="1600" spc="-50" dirty="0">
                <a:latin typeface="Calibri"/>
                <a:cs typeface="Calibri"/>
              </a:rPr>
              <a:t> </a:t>
            </a:r>
            <a:r>
              <a:rPr sz="1600" dirty="0">
                <a:latin typeface="Calibri"/>
                <a:cs typeface="Calibri"/>
              </a:rPr>
              <a:t>test</a:t>
            </a:r>
            <a:r>
              <a:rPr sz="1600" spc="-45" dirty="0">
                <a:latin typeface="Calibri"/>
                <a:cs typeface="Calibri"/>
              </a:rPr>
              <a:t> </a:t>
            </a:r>
            <a:r>
              <a:rPr sz="1600" spc="-10" dirty="0">
                <a:latin typeface="Calibri"/>
                <a:cs typeface="Calibri"/>
              </a:rPr>
              <a:t>case.</a:t>
            </a:r>
            <a:endParaRPr sz="1600">
              <a:latin typeface="Calibri"/>
              <a:cs typeface="Calibri"/>
            </a:endParaRPr>
          </a:p>
          <a:p>
            <a:pPr marL="12700" algn="just">
              <a:lnSpc>
                <a:spcPct val="100000"/>
              </a:lnSpc>
              <a:spcBef>
                <a:spcPts val="1000"/>
              </a:spcBef>
            </a:pPr>
            <a:r>
              <a:rPr sz="1600" b="1" spc="-40" dirty="0">
                <a:latin typeface="Calibri"/>
                <a:cs typeface="Calibri"/>
              </a:rPr>
              <a:t>Test</a:t>
            </a:r>
            <a:r>
              <a:rPr sz="1600" b="1" spc="-25" dirty="0">
                <a:latin typeface="Calibri"/>
                <a:cs typeface="Calibri"/>
              </a:rPr>
              <a:t> </a:t>
            </a:r>
            <a:r>
              <a:rPr sz="1600" b="1" spc="-10" dirty="0">
                <a:latin typeface="Calibri"/>
                <a:cs typeface="Calibri"/>
              </a:rPr>
              <a:t>Parameters</a:t>
            </a:r>
            <a:endParaRPr sz="1600">
              <a:latin typeface="Calibri"/>
              <a:cs typeface="Calibri"/>
            </a:endParaRPr>
          </a:p>
          <a:p>
            <a:pPr marL="12700" algn="just">
              <a:lnSpc>
                <a:spcPct val="100000"/>
              </a:lnSpc>
              <a:spcBef>
                <a:spcPts val="1010"/>
              </a:spcBef>
            </a:pPr>
            <a:r>
              <a:rPr sz="1600" spc="-20" dirty="0">
                <a:latin typeface="Calibri"/>
                <a:cs typeface="Calibri"/>
              </a:rPr>
              <a:t>Parameters</a:t>
            </a:r>
            <a:r>
              <a:rPr sz="1600" spc="-15" dirty="0">
                <a:latin typeface="Calibri"/>
                <a:cs typeface="Calibri"/>
              </a:rPr>
              <a:t> </a:t>
            </a:r>
            <a:r>
              <a:rPr sz="1600" dirty="0">
                <a:latin typeface="Calibri"/>
                <a:cs typeface="Calibri"/>
              </a:rPr>
              <a:t>that</a:t>
            </a:r>
            <a:r>
              <a:rPr sz="1600" spc="-40" dirty="0">
                <a:latin typeface="Calibri"/>
                <a:cs typeface="Calibri"/>
              </a:rPr>
              <a:t> </a:t>
            </a:r>
            <a:r>
              <a:rPr sz="1600" dirty="0">
                <a:latin typeface="Calibri"/>
                <a:cs typeface="Calibri"/>
              </a:rPr>
              <a:t>are</a:t>
            </a:r>
            <a:r>
              <a:rPr sz="1600" spc="-15" dirty="0">
                <a:latin typeface="Calibri"/>
                <a:cs typeface="Calibri"/>
              </a:rPr>
              <a:t> </a:t>
            </a:r>
            <a:r>
              <a:rPr sz="1600" dirty="0">
                <a:latin typeface="Calibri"/>
                <a:cs typeface="Calibri"/>
              </a:rPr>
              <a:t>assigned</a:t>
            </a:r>
            <a:r>
              <a:rPr sz="1600" spc="-45" dirty="0">
                <a:latin typeface="Calibri"/>
                <a:cs typeface="Calibri"/>
              </a:rPr>
              <a:t> </a:t>
            </a:r>
            <a:r>
              <a:rPr sz="1600" dirty="0">
                <a:latin typeface="Calibri"/>
                <a:cs typeface="Calibri"/>
              </a:rPr>
              <a:t>to</a:t>
            </a:r>
            <a:r>
              <a:rPr sz="1600" spc="-30" dirty="0">
                <a:latin typeface="Calibri"/>
                <a:cs typeface="Calibri"/>
              </a:rPr>
              <a:t> </a:t>
            </a:r>
            <a:r>
              <a:rPr sz="1600" dirty="0">
                <a:latin typeface="Calibri"/>
                <a:cs typeface="Calibri"/>
              </a:rPr>
              <a:t>a</a:t>
            </a:r>
            <a:r>
              <a:rPr sz="1600" spc="-30" dirty="0">
                <a:latin typeface="Calibri"/>
                <a:cs typeface="Calibri"/>
              </a:rPr>
              <a:t> </a:t>
            </a:r>
            <a:r>
              <a:rPr sz="1600" dirty="0">
                <a:latin typeface="Calibri"/>
                <a:cs typeface="Calibri"/>
              </a:rPr>
              <a:t>specific</a:t>
            </a:r>
            <a:r>
              <a:rPr sz="1600" spc="-45" dirty="0">
                <a:latin typeface="Calibri"/>
                <a:cs typeface="Calibri"/>
              </a:rPr>
              <a:t> </a:t>
            </a:r>
            <a:r>
              <a:rPr sz="1600" dirty="0">
                <a:latin typeface="Calibri"/>
                <a:cs typeface="Calibri"/>
              </a:rPr>
              <a:t>test</a:t>
            </a:r>
            <a:r>
              <a:rPr sz="1600" spc="-30" dirty="0">
                <a:latin typeface="Calibri"/>
                <a:cs typeface="Calibri"/>
              </a:rPr>
              <a:t> </a:t>
            </a:r>
            <a:r>
              <a:rPr sz="1600" spc="-10" dirty="0">
                <a:latin typeface="Calibri"/>
                <a:cs typeface="Calibri"/>
              </a:rPr>
              <a:t>case.</a:t>
            </a:r>
            <a:endParaRPr sz="1600">
              <a:latin typeface="Calibri"/>
              <a:cs typeface="Calibri"/>
            </a:endParaRPr>
          </a:p>
          <a:p>
            <a:pPr marL="12700" algn="just">
              <a:lnSpc>
                <a:spcPct val="100000"/>
              </a:lnSpc>
              <a:spcBef>
                <a:spcPts val="994"/>
              </a:spcBef>
            </a:pPr>
            <a:r>
              <a:rPr sz="1600" b="1" dirty="0">
                <a:latin typeface="Calibri"/>
                <a:cs typeface="Calibri"/>
              </a:rPr>
              <a:t>Actual</a:t>
            </a:r>
            <a:r>
              <a:rPr sz="1600" b="1" spc="-40" dirty="0">
                <a:latin typeface="Calibri"/>
                <a:cs typeface="Calibri"/>
              </a:rPr>
              <a:t> </a:t>
            </a:r>
            <a:r>
              <a:rPr sz="1600" b="1" spc="-10" dirty="0">
                <a:latin typeface="Calibri"/>
                <a:cs typeface="Calibri"/>
              </a:rPr>
              <a:t>Result</a:t>
            </a:r>
            <a:endParaRPr sz="1600">
              <a:latin typeface="Calibri"/>
              <a:cs typeface="Calibri"/>
            </a:endParaRPr>
          </a:p>
          <a:p>
            <a:pPr marL="12700">
              <a:lnSpc>
                <a:spcPct val="100000"/>
              </a:lnSpc>
              <a:spcBef>
                <a:spcPts val="994"/>
              </a:spcBef>
            </a:pPr>
            <a:r>
              <a:rPr sz="1600" dirty="0">
                <a:latin typeface="Calibri"/>
                <a:cs typeface="Calibri"/>
              </a:rPr>
              <a:t>It</a:t>
            </a:r>
            <a:r>
              <a:rPr sz="1600" spc="80" dirty="0">
                <a:latin typeface="Calibri"/>
                <a:cs typeface="Calibri"/>
              </a:rPr>
              <a:t> </a:t>
            </a:r>
            <a:r>
              <a:rPr sz="1600" dirty="0">
                <a:latin typeface="Calibri"/>
                <a:cs typeface="Calibri"/>
              </a:rPr>
              <a:t>is</a:t>
            </a:r>
            <a:r>
              <a:rPr sz="1600" spc="95" dirty="0">
                <a:latin typeface="Calibri"/>
                <a:cs typeface="Calibri"/>
              </a:rPr>
              <a:t> </a:t>
            </a:r>
            <a:r>
              <a:rPr sz="1600" dirty="0">
                <a:latin typeface="Calibri"/>
                <a:cs typeface="Calibri"/>
              </a:rPr>
              <a:t>the</a:t>
            </a:r>
            <a:r>
              <a:rPr sz="1600" spc="95" dirty="0">
                <a:latin typeface="Calibri"/>
                <a:cs typeface="Calibri"/>
              </a:rPr>
              <a:t> </a:t>
            </a:r>
            <a:r>
              <a:rPr sz="1600" dirty="0">
                <a:latin typeface="Calibri"/>
                <a:cs typeface="Calibri"/>
              </a:rPr>
              <a:t>actual</a:t>
            </a:r>
            <a:r>
              <a:rPr sz="1600" spc="95" dirty="0">
                <a:latin typeface="Calibri"/>
                <a:cs typeface="Calibri"/>
              </a:rPr>
              <a:t> </a:t>
            </a:r>
            <a:r>
              <a:rPr sz="1600" dirty="0">
                <a:latin typeface="Calibri"/>
                <a:cs typeface="Calibri"/>
              </a:rPr>
              <a:t>output</a:t>
            </a:r>
            <a:r>
              <a:rPr sz="1600" spc="100" dirty="0">
                <a:latin typeface="Calibri"/>
                <a:cs typeface="Calibri"/>
              </a:rPr>
              <a:t> </a:t>
            </a:r>
            <a:r>
              <a:rPr sz="1600" dirty="0">
                <a:latin typeface="Calibri"/>
                <a:cs typeface="Calibri"/>
              </a:rPr>
              <a:t>or</a:t>
            </a:r>
            <a:r>
              <a:rPr sz="1600" spc="85" dirty="0">
                <a:latin typeface="Calibri"/>
                <a:cs typeface="Calibri"/>
              </a:rPr>
              <a:t> </a:t>
            </a:r>
            <a:r>
              <a:rPr sz="1600" dirty="0">
                <a:latin typeface="Calibri"/>
                <a:cs typeface="Calibri"/>
              </a:rPr>
              <a:t>behavior</a:t>
            </a:r>
            <a:r>
              <a:rPr sz="1600" spc="100" dirty="0">
                <a:latin typeface="Calibri"/>
                <a:cs typeface="Calibri"/>
              </a:rPr>
              <a:t> </a:t>
            </a:r>
            <a:r>
              <a:rPr sz="1600" dirty="0">
                <a:latin typeface="Calibri"/>
                <a:cs typeface="Calibri"/>
              </a:rPr>
              <a:t>observed</a:t>
            </a:r>
            <a:r>
              <a:rPr sz="1600" spc="95" dirty="0">
                <a:latin typeface="Calibri"/>
                <a:cs typeface="Calibri"/>
              </a:rPr>
              <a:t> </a:t>
            </a:r>
            <a:r>
              <a:rPr sz="1600" dirty="0">
                <a:latin typeface="Calibri"/>
                <a:cs typeface="Calibri"/>
              </a:rPr>
              <a:t>during</a:t>
            </a:r>
            <a:r>
              <a:rPr sz="1600" spc="100" dirty="0">
                <a:latin typeface="Calibri"/>
                <a:cs typeface="Calibri"/>
              </a:rPr>
              <a:t> </a:t>
            </a:r>
            <a:r>
              <a:rPr sz="1600" dirty="0">
                <a:latin typeface="Calibri"/>
                <a:cs typeface="Calibri"/>
              </a:rPr>
              <a:t>the</a:t>
            </a:r>
            <a:r>
              <a:rPr sz="1600" spc="90" dirty="0">
                <a:latin typeface="Calibri"/>
                <a:cs typeface="Calibri"/>
              </a:rPr>
              <a:t> </a:t>
            </a:r>
            <a:r>
              <a:rPr sz="1600" dirty="0">
                <a:latin typeface="Calibri"/>
                <a:cs typeface="Calibri"/>
              </a:rPr>
              <a:t>test</a:t>
            </a:r>
            <a:r>
              <a:rPr sz="1600" spc="100" dirty="0">
                <a:latin typeface="Calibri"/>
                <a:cs typeface="Calibri"/>
              </a:rPr>
              <a:t> </a:t>
            </a:r>
            <a:r>
              <a:rPr sz="1600" spc="-20" dirty="0">
                <a:latin typeface="Calibri"/>
                <a:cs typeface="Calibri"/>
              </a:rPr>
              <a:t>case</a:t>
            </a:r>
            <a:endParaRPr sz="1600">
              <a:latin typeface="Calibri"/>
              <a:cs typeface="Calibri"/>
            </a:endParaRPr>
          </a:p>
          <a:p>
            <a:pPr marL="12700">
              <a:lnSpc>
                <a:spcPct val="100000"/>
              </a:lnSpc>
            </a:pPr>
            <a:r>
              <a:rPr sz="1600" spc="-10" dirty="0">
                <a:latin typeface="Calibri"/>
                <a:cs typeface="Calibri"/>
              </a:rPr>
              <a:t>execution.</a:t>
            </a:r>
            <a:endParaRPr sz="1600">
              <a:latin typeface="Calibri"/>
              <a:cs typeface="Calibri"/>
            </a:endParaRPr>
          </a:p>
          <a:p>
            <a:pPr marL="12700">
              <a:lnSpc>
                <a:spcPct val="100000"/>
              </a:lnSpc>
              <a:spcBef>
                <a:spcPts val="1010"/>
              </a:spcBef>
            </a:pPr>
            <a:r>
              <a:rPr sz="1600" b="1" spc="-10" dirty="0">
                <a:latin typeface="Calibri"/>
                <a:cs typeface="Calibri"/>
              </a:rPr>
              <a:t>Status</a:t>
            </a:r>
            <a:endParaRPr sz="1600">
              <a:latin typeface="Calibri"/>
              <a:cs typeface="Calibri"/>
            </a:endParaRPr>
          </a:p>
          <a:p>
            <a:pPr marL="240665" indent="-227965">
              <a:lnSpc>
                <a:spcPct val="100000"/>
              </a:lnSpc>
              <a:spcBef>
                <a:spcPts val="805"/>
              </a:spcBef>
              <a:buFont typeface="Arial MT"/>
              <a:buChar char="•"/>
              <a:tabLst>
                <a:tab pos="240665" algn="l"/>
              </a:tabLst>
            </a:pPr>
            <a:r>
              <a:rPr sz="1600" dirty="0">
                <a:latin typeface="Calibri"/>
                <a:cs typeface="Calibri"/>
              </a:rPr>
              <a:t>It</a:t>
            </a:r>
            <a:r>
              <a:rPr sz="1600" spc="-50" dirty="0">
                <a:latin typeface="Calibri"/>
                <a:cs typeface="Calibri"/>
              </a:rPr>
              <a:t> </a:t>
            </a:r>
            <a:r>
              <a:rPr sz="1600" dirty="0">
                <a:latin typeface="Calibri"/>
                <a:cs typeface="Calibri"/>
              </a:rPr>
              <a:t>shows</a:t>
            </a:r>
            <a:r>
              <a:rPr sz="1600" spc="-20" dirty="0">
                <a:latin typeface="Calibri"/>
                <a:cs typeface="Calibri"/>
              </a:rPr>
              <a:t> </a:t>
            </a:r>
            <a:r>
              <a:rPr sz="1600" dirty="0">
                <a:latin typeface="Calibri"/>
                <a:cs typeface="Calibri"/>
              </a:rPr>
              <a:t>the</a:t>
            </a:r>
            <a:r>
              <a:rPr sz="1600" spc="-25" dirty="0">
                <a:latin typeface="Calibri"/>
                <a:cs typeface="Calibri"/>
              </a:rPr>
              <a:t> </a:t>
            </a:r>
            <a:r>
              <a:rPr sz="1600" dirty="0">
                <a:latin typeface="Calibri"/>
                <a:cs typeface="Calibri"/>
              </a:rPr>
              <a:t>status</a:t>
            </a:r>
            <a:r>
              <a:rPr sz="1600" spc="-45" dirty="0">
                <a:latin typeface="Calibri"/>
                <a:cs typeface="Calibri"/>
              </a:rPr>
              <a:t> </a:t>
            </a:r>
            <a:r>
              <a:rPr sz="1600" dirty="0">
                <a:latin typeface="Calibri"/>
                <a:cs typeface="Calibri"/>
              </a:rPr>
              <a:t>of</a:t>
            </a:r>
            <a:r>
              <a:rPr sz="1600" spc="-30" dirty="0">
                <a:latin typeface="Calibri"/>
                <a:cs typeface="Calibri"/>
              </a:rPr>
              <a:t> </a:t>
            </a:r>
            <a:r>
              <a:rPr sz="1600" dirty="0">
                <a:latin typeface="Calibri"/>
                <a:cs typeface="Calibri"/>
              </a:rPr>
              <a:t>tests,</a:t>
            </a:r>
            <a:r>
              <a:rPr sz="1600" spc="-40" dirty="0">
                <a:latin typeface="Calibri"/>
                <a:cs typeface="Calibri"/>
              </a:rPr>
              <a:t> </a:t>
            </a:r>
            <a:r>
              <a:rPr sz="1600" dirty="0">
                <a:latin typeface="Calibri"/>
                <a:cs typeface="Calibri"/>
              </a:rPr>
              <a:t>like</a:t>
            </a:r>
            <a:r>
              <a:rPr sz="1600" spc="-50" dirty="0">
                <a:latin typeface="Calibri"/>
                <a:cs typeface="Calibri"/>
              </a:rPr>
              <a:t> </a:t>
            </a:r>
            <a:r>
              <a:rPr sz="1600" dirty="0">
                <a:latin typeface="Calibri"/>
                <a:cs typeface="Calibri"/>
              </a:rPr>
              <a:t>pass,</a:t>
            </a:r>
            <a:r>
              <a:rPr sz="1600" spc="-40" dirty="0">
                <a:latin typeface="Calibri"/>
                <a:cs typeface="Calibri"/>
              </a:rPr>
              <a:t> </a:t>
            </a:r>
            <a:r>
              <a:rPr sz="1600" dirty="0">
                <a:latin typeface="Calibri"/>
                <a:cs typeface="Calibri"/>
              </a:rPr>
              <a:t>fail,</a:t>
            </a:r>
            <a:r>
              <a:rPr sz="1600" spc="-50" dirty="0">
                <a:latin typeface="Calibri"/>
                <a:cs typeface="Calibri"/>
              </a:rPr>
              <a:t> </a:t>
            </a:r>
            <a:r>
              <a:rPr sz="1600" dirty="0">
                <a:latin typeface="Calibri"/>
                <a:cs typeface="Calibri"/>
              </a:rPr>
              <a:t>or</a:t>
            </a:r>
            <a:r>
              <a:rPr sz="1600" spc="-35" dirty="0">
                <a:latin typeface="Calibri"/>
                <a:cs typeface="Calibri"/>
              </a:rPr>
              <a:t> </a:t>
            </a:r>
            <a:r>
              <a:rPr sz="1600" spc="-25" dirty="0">
                <a:latin typeface="Calibri"/>
                <a:cs typeface="Calibri"/>
              </a:rPr>
              <a:t>NA.</a:t>
            </a:r>
            <a:endParaRPr sz="1600">
              <a:latin typeface="Calibri"/>
              <a:cs typeface="Calibri"/>
            </a:endParaRPr>
          </a:p>
          <a:p>
            <a:pPr marL="12700">
              <a:lnSpc>
                <a:spcPct val="100000"/>
              </a:lnSpc>
              <a:spcBef>
                <a:spcPts val="994"/>
              </a:spcBef>
            </a:pPr>
            <a:r>
              <a:rPr sz="1600" b="1" spc="-10" dirty="0">
                <a:latin typeface="Calibri"/>
                <a:cs typeface="Calibri"/>
              </a:rPr>
              <a:t>Comments</a:t>
            </a:r>
            <a:endParaRPr sz="1600">
              <a:latin typeface="Calibri"/>
              <a:cs typeface="Calibri"/>
            </a:endParaRPr>
          </a:p>
          <a:p>
            <a:pPr marL="241300" marR="635000" indent="-228600">
              <a:lnSpc>
                <a:spcPct val="100000"/>
              </a:lnSpc>
              <a:spcBef>
                <a:spcPts val="1010"/>
              </a:spcBef>
              <a:buFont typeface="Arial MT"/>
              <a:buChar char="•"/>
              <a:tabLst>
                <a:tab pos="241300" algn="l"/>
              </a:tabLst>
            </a:pPr>
            <a:r>
              <a:rPr sz="1600" dirty="0">
                <a:latin typeface="Calibri"/>
                <a:cs typeface="Calibri"/>
              </a:rPr>
              <a:t>It</a:t>
            </a:r>
            <a:r>
              <a:rPr sz="1600" spc="-55" dirty="0">
                <a:latin typeface="Calibri"/>
                <a:cs typeface="Calibri"/>
              </a:rPr>
              <a:t> </a:t>
            </a:r>
            <a:r>
              <a:rPr sz="1600" dirty="0">
                <a:latin typeface="Calibri"/>
                <a:cs typeface="Calibri"/>
              </a:rPr>
              <a:t>includes</a:t>
            </a:r>
            <a:r>
              <a:rPr sz="1600" spc="-55" dirty="0">
                <a:latin typeface="Calibri"/>
                <a:cs typeface="Calibri"/>
              </a:rPr>
              <a:t> </a:t>
            </a:r>
            <a:r>
              <a:rPr sz="1600" dirty="0">
                <a:latin typeface="Calibri"/>
                <a:cs typeface="Calibri"/>
              </a:rPr>
              <a:t>remarks</a:t>
            </a:r>
            <a:r>
              <a:rPr sz="1600" spc="-10" dirty="0">
                <a:latin typeface="Calibri"/>
                <a:cs typeface="Calibri"/>
              </a:rPr>
              <a:t> </a:t>
            </a:r>
            <a:r>
              <a:rPr sz="1600" dirty="0">
                <a:latin typeface="Calibri"/>
                <a:cs typeface="Calibri"/>
              </a:rPr>
              <a:t>on</a:t>
            </a:r>
            <a:r>
              <a:rPr sz="1600" spc="-35" dirty="0">
                <a:latin typeface="Calibri"/>
                <a:cs typeface="Calibri"/>
              </a:rPr>
              <a:t> </a:t>
            </a:r>
            <a:r>
              <a:rPr sz="1600" dirty="0">
                <a:latin typeface="Calibri"/>
                <a:cs typeface="Calibri"/>
              </a:rPr>
              <a:t>how</a:t>
            </a:r>
            <a:r>
              <a:rPr sz="1600" spc="-25" dirty="0">
                <a:latin typeface="Calibri"/>
                <a:cs typeface="Calibri"/>
              </a:rPr>
              <a:t> </a:t>
            </a:r>
            <a:r>
              <a:rPr sz="1600" spc="-10" dirty="0">
                <a:latin typeface="Calibri"/>
                <a:cs typeface="Calibri"/>
              </a:rPr>
              <a:t>developers </a:t>
            </a:r>
            <a:r>
              <a:rPr sz="1600" dirty="0">
                <a:latin typeface="Calibri"/>
                <a:cs typeface="Calibri"/>
              </a:rPr>
              <a:t>can</a:t>
            </a:r>
            <a:r>
              <a:rPr sz="1600" spc="-45" dirty="0">
                <a:latin typeface="Calibri"/>
                <a:cs typeface="Calibri"/>
              </a:rPr>
              <a:t> </a:t>
            </a:r>
            <a:r>
              <a:rPr sz="1600" dirty="0">
                <a:latin typeface="Calibri"/>
                <a:cs typeface="Calibri"/>
              </a:rPr>
              <a:t>improve</a:t>
            </a:r>
            <a:r>
              <a:rPr sz="1600" spc="-25" dirty="0">
                <a:latin typeface="Calibri"/>
                <a:cs typeface="Calibri"/>
              </a:rPr>
              <a:t> the </a:t>
            </a:r>
            <a:r>
              <a:rPr sz="1600" dirty="0">
                <a:latin typeface="Calibri"/>
                <a:cs typeface="Calibri"/>
              </a:rPr>
              <a:t>software</a:t>
            </a:r>
            <a:r>
              <a:rPr sz="1600" spc="-90" dirty="0">
                <a:latin typeface="Calibri"/>
                <a:cs typeface="Calibri"/>
              </a:rPr>
              <a:t> </a:t>
            </a:r>
            <a:r>
              <a:rPr sz="1600" spc="-10" dirty="0">
                <a:latin typeface="Calibri"/>
                <a:cs typeface="Calibri"/>
              </a:rPr>
              <a:t>quality.</a:t>
            </a:r>
            <a:endParaRPr sz="1600">
              <a:latin typeface="Calibri"/>
              <a:cs typeface="Calibri"/>
            </a:endParaRPr>
          </a:p>
        </p:txBody>
      </p:sp>
      <p:sp>
        <p:nvSpPr>
          <p:cNvPr id="3" name="object 3"/>
          <p:cNvSpPr txBox="1">
            <a:spLocks noGrp="1"/>
          </p:cNvSpPr>
          <p:nvPr>
            <p:ph type="title"/>
          </p:nvPr>
        </p:nvSpPr>
        <p:spPr>
          <a:xfrm>
            <a:off x="6251828" y="263778"/>
            <a:ext cx="2026920" cy="330835"/>
          </a:xfrm>
          <a:prstGeom prst="rect">
            <a:avLst/>
          </a:prstGeom>
        </p:spPr>
        <p:txBody>
          <a:bodyPr vert="horz" wrap="square" lIns="0" tIns="12700" rIns="0" bIns="0" rtlCol="0">
            <a:spAutoFit/>
          </a:bodyPr>
          <a:lstStyle/>
          <a:p>
            <a:pPr marL="12700">
              <a:lnSpc>
                <a:spcPct val="100000"/>
              </a:lnSpc>
              <a:spcBef>
                <a:spcPts val="100"/>
              </a:spcBef>
            </a:pPr>
            <a:r>
              <a:rPr sz="2000" spc="-10" dirty="0">
                <a:solidFill>
                  <a:srgbClr val="006FC0"/>
                </a:solidFill>
              </a:rPr>
              <a:t>Types</a:t>
            </a:r>
            <a:r>
              <a:rPr sz="2000" spc="-50" dirty="0">
                <a:solidFill>
                  <a:srgbClr val="006FC0"/>
                </a:solidFill>
              </a:rPr>
              <a:t> </a:t>
            </a:r>
            <a:r>
              <a:rPr sz="2000" dirty="0">
                <a:solidFill>
                  <a:srgbClr val="006FC0"/>
                </a:solidFill>
              </a:rPr>
              <a:t>of</a:t>
            </a:r>
            <a:r>
              <a:rPr sz="2000" spc="-25" dirty="0">
                <a:solidFill>
                  <a:srgbClr val="006FC0"/>
                </a:solidFill>
              </a:rPr>
              <a:t> </a:t>
            </a:r>
            <a:r>
              <a:rPr sz="2000" spc="-45" dirty="0">
                <a:solidFill>
                  <a:srgbClr val="006FC0"/>
                </a:solidFill>
              </a:rPr>
              <a:t>Test</a:t>
            </a:r>
            <a:r>
              <a:rPr sz="2000" spc="-65" dirty="0">
                <a:solidFill>
                  <a:srgbClr val="006FC0"/>
                </a:solidFill>
              </a:rPr>
              <a:t> </a:t>
            </a:r>
            <a:r>
              <a:rPr sz="2000" spc="-20" dirty="0">
                <a:solidFill>
                  <a:srgbClr val="006FC0"/>
                </a:solidFill>
              </a:rPr>
              <a:t>Cases</a:t>
            </a:r>
            <a:endParaRPr sz="2000"/>
          </a:p>
        </p:txBody>
      </p:sp>
      <p:pic>
        <p:nvPicPr>
          <p:cNvPr id="4" name="object 4"/>
          <p:cNvPicPr/>
          <p:nvPr/>
        </p:nvPicPr>
        <p:blipFill>
          <a:blip r:embed="rId2" cstate="print"/>
          <a:stretch>
            <a:fillRect/>
          </a:stretch>
        </p:blipFill>
        <p:spPr>
          <a:xfrm>
            <a:off x="6682740" y="1489422"/>
            <a:ext cx="4585715" cy="287985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93242" y="589534"/>
            <a:ext cx="5347970" cy="1926589"/>
          </a:xfrm>
          <a:prstGeom prst="rect">
            <a:avLst/>
          </a:prstGeom>
        </p:spPr>
        <p:txBody>
          <a:bodyPr vert="horz" wrap="square" lIns="0" tIns="12700" rIns="0" bIns="0" rtlCol="0">
            <a:spAutoFit/>
          </a:bodyPr>
          <a:lstStyle/>
          <a:p>
            <a:pPr marL="12700" marR="6985">
              <a:lnSpc>
                <a:spcPct val="100000"/>
              </a:lnSpc>
              <a:spcBef>
                <a:spcPts val="100"/>
              </a:spcBef>
              <a:tabLst>
                <a:tab pos="1152525" algn="l"/>
                <a:tab pos="1655445" algn="l"/>
                <a:tab pos="2367280" algn="l"/>
                <a:tab pos="2813685" algn="l"/>
                <a:tab pos="3191510" algn="l"/>
                <a:tab pos="4155440" algn="l"/>
                <a:tab pos="4685665" algn="l"/>
                <a:tab pos="5022215" algn="l"/>
              </a:tabLst>
            </a:pPr>
            <a:r>
              <a:rPr sz="1800" b="1" spc="-10" dirty="0">
                <a:solidFill>
                  <a:srgbClr val="006FC0"/>
                </a:solidFill>
                <a:latin typeface="Calibri"/>
                <a:cs typeface="Calibri"/>
              </a:rPr>
              <a:t>Functional</a:t>
            </a:r>
            <a:r>
              <a:rPr sz="1800" b="1" dirty="0">
                <a:solidFill>
                  <a:srgbClr val="006FC0"/>
                </a:solidFill>
                <a:latin typeface="Calibri"/>
                <a:cs typeface="Calibri"/>
              </a:rPr>
              <a:t>	</a:t>
            </a:r>
            <a:r>
              <a:rPr sz="1800" b="1" spc="-20" dirty="0">
                <a:solidFill>
                  <a:srgbClr val="006FC0"/>
                </a:solidFill>
                <a:latin typeface="Calibri"/>
                <a:cs typeface="Calibri"/>
              </a:rPr>
              <a:t>test</a:t>
            </a:r>
            <a:r>
              <a:rPr sz="1800" b="1" dirty="0">
                <a:solidFill>
                  <a:srgbClr val="006FC0"/>
                </a:solidFill>
                <a:latin typeface="Calibri"/>
                <a:cs typeface="Calibri"/>
              </a:rPr>
              <a:t>	</a:t>
            </a:r>
            <a:r>
              <a:rPr sz="1800" b="1" spc="-10" dirty="0">
                <a:solidFill>
                  <a:srgbClr val="006FC0"/>
                </a:solidFill>
                <a:latin typeface="Calibri"/>
                <a:cs typeface="Calibri"/>
              </a:rPr>
              <a:t>cases:</a:t>
            </a:r>
            <a:r>
              <a:rPr sz="1800" b="1" dirty="0">
                <a:solidFill>
                  <a:srgbClr val="006FC0"/>
                </a:solidFill>
                <a:latin typeface="Calibri"/>
                <a:cs typeface="Calibri"/>
              </a:rPr>
              <a:t>	</a:t>
            </a:r>
            <a:r>
              <a:rPr sz="1800" spc="-25" dirty="0">
                <a:latin typeface="Calibri"/>
                <a:cs typeface="Calibri"/>
              </a:rPr>
              <a:t>are</a:t>
            </a:r>
            <a:r>
              <a:rPr sz="1800" dirty="0">
                <a:latin typeface="Calibri"/>
                <a:cs typeface="Calibri"/>
              </a:rPr>
              <a:t>	</a:t>
            </a:r>
            <a:r>
              <a:rPr sz="1800" spc="-25" dirty="0">
                <a:latin typeface="Calibri"/>
                <a:cs typeface="Calibri"/>
              </a:rPr>
              <a:t>an</a:t>
            </a:r>
            <a:r>
              <a:rPr sz="1800" dirty="0">
                <a:latin typeface="Calibri"/>
                <a:cs typeface="Calibri"/>
              </a:rPr>
              <a:t>	</a:t>
            </a:r>
            <a:r>
              <a:rPr sz="1800" spc="-10" dirty="0">
                <a:latin typeface="Calibri"/>
                <a:cs typeface="Calibri"/>
              </a:rPr>
              <a:t>essential</a:t>
            </a:r>
            <a:r>
              <a:rPr sz="1800" dirty="0">
                <a:latin typeface="Calibri"/>
                <a:cs typeface="Calibri"/>
              </a:rPr>
              <a:t>	</a:t>
            </a:r>
            <a:r>
              <a:rPr sz="1800" spc="-20" dirty="0">
                <a:latin typeface="Calibri"/>
                <a:cs typeface="Calibri"/>
              </a:rPr>
              <a:t>part</a:t>
            </a:r>
            <a:r>
              <a:rPr sz="1800" dirty="0">
                <a:latin typeface="Calibri"/>
                <a:cs typeface="Calibri"/>
              </a:rPr>
              <a:t>	</a:t>
            </a:r>
            <a:r>
              <a:rPr sz="1800" spc="-25" dirty="0">
                <a:latin typeface="Calibri"/>
                <a:cs typeface="Calibri"/>
              </a:rPr>
              <a:t>of</a:t>
            </a:r>
            <a:r>
              <a:rPr sz="1800" dirty="0">
                <a:latin typeface="Calibri"/>
                <a:cs typeface="Calibri"/>
              </a:rPr>
              <a:t>	</a:t>
            </a:r>
            <a:r>
              <a:rPr sz="1800" spc="-25" dirty="0">
                <a:latin typeface="Calibri"/>
                <a:cs typeface="Calibri"/>
              </a:rPr>
              <a:t>the </a:t>
            </a:r>
            <a:r>
              <a:rPr sz="1800" dirty="0">
                <a:latin typeface="Calibri"/>
                <a:cs typeface="Calibri"/>
              </a:rPr>
              <a:t>software</a:t>
            </a:r>
            <a:r>
              <a:rPr sz="1800" spc="-85" dirty="0">
                <a:latin typeface="Calibri"/>
                <a:cs typeface="Calibri"/>
              </a:rPr>
              <a:t> </a:t>
            </a:r>
            <a:r>
              <a:rPr sz="1800" dirty="0">
                <a:latin typeface="Calibri"/>
                <a:cs typeface="Calibri"/>
              </a:rPr>
              <a:t>testing</a:t>
            </a:r>
            <a:r>
              <a:rPr sz="1800" spc="-75" dirty="0">
                <a:latin typeface="Calibri"/>
                <a:cs typeface="Calibri"/>
              </a:rPr>
              <a:t> </a:t>
            </a:r>
            <a:r>
              <a:rPr sz="1800" spc="-10" dirty="0">
                <a:latin typeface="Calibri"/>
                <a:cs typeface="Calibri"/>
              </a:rPr>
              <a:t>process.</a:t>
            </a:r>
            <a:endParaRPr sz="1800">
              <a:latin typeface="Calibri"/>
              <a:cs typeface="Calibri"/>
            </a:endParaRPr>
          </a:p>
          <a:p>
            <a:pPr marL="12700" marR="5715">
              <a:lnSpc>
                <a:spcPct val="100000"/>
              </a:lnSpc>
              <a:spcBef>
                <a:spcPts val="1005"/>
              </a:spcBef>
            </a:pPr>
            <a:r>
              <a:rPr sz="1800" dirty="0">
                <a:latin typeface="Calibri"/>
                <a:cs typeface="Calibri"/>
              </a:rPr>
              <a:t>They</a:t>
            </a:r>
            <a:r>
              <a:rPr sz="1800" spc="120" dirty="0">
                <a:latin typeface="Calibri"/>
                <a:cs typeface="Calibri"/>
              </a:rPr>
              <a:t> </a:t>
            </a:r>
            <a:r>
              <a:rPr sz="1800" dirty="0">
                <a:latin typeface="Calibri"/>
                <a:cs typeface="Calibri"/>
              </a:rPr>
              <a:t>provide</a:t>
            </a:r>
            <a:r>
              <a:rPr sz="1800" spc="130" dirty="0">
                <a:latin typeface="Calibri"/>
                <a:cs typeface="Calibri"/>
              </a:rPr>
              <a:t> </a:t>
            </a:r>
            <a:r>
              <a:rPr sz="1800" dirty="0">
                <a:latin typeface="Calibri"/>
                <a:cs typeface="Calibri"/>
              </a:rPr>
              <a:t>a</a:t>
            </a:r>
            <a:r>
              <a:rPr sz="1800" spc="125" dirty="0">
                <a:latin typeface="Calibri"/>
                <a:cs typeface="Calibri"/>
              </a:rPr>
              <a:t> </a:t>
            </a:r>
            <a:r>
              <a:rPr sz="1800" dirty="0">
                <a:latin typeface="Calibri"/>
                <a:cs typeface="Calibri"/>
              </a:rPr>
              <a:t>clear</a:t>
            </a:r>
            <a:r>
              <a:rPr sz="1800" spc="125" dirty="0">
                <a:latin typeface="Calibri"/>
                <a:cs typeface="Calibri"/>
              </a:rPr>
              <a:t> </a:t>
            </a:r>
            <a:r>
              <a:rPr sz="1800" dirty="0">
                <a:latin typeface="Calibri"/>
                <a:cs typeface="Calibri"/>
              </a:rPr>
              <a:t>and</a:t>
            </a:r>
            <a:r>
              <a:rPr sz="1800" spc="135" dirty="0">
                <a:latin typeface="Calibri"/>
                <a:cs typeface="Calibri"/>
              </a:rPr>
              <a:t> </a:t>
            </a:r>
            <a:r>
              <a:rPr sz="1800" dirty="0">
                <a:latin typeface="Calibri"/>
                <a:cs typeface="Calibri"/>
              </a:rPr>
              <a:t>detailed</a:t>
            </a:r>
            <a:r>
              <a:rPr sz="1800" spc="140" dirty="0">
                <a:latin typeface="Calibri"/>
                <a:cs typeface="Calibri"/>
              </a:rPr>
              <a:t> </a:t>
            </a:r>
            <a:r>
              <a:rPr sz="1800" dirty="0">
                <a:latin typeface="Calibri"/>
                <a:cs typeface="Calibri"/>
              </a:rPr>
              <a:t>set</a:t>
            </a:r>
            <a:r>
              <a:rPr sz="1800" spc="120" dirty="0">
                <a:latin typeface="Calibri"/>
                <a:cs typeface="Calibri"/>
              </a:rPr>
              <a:t> </a:t>
            </a:r>
            <a:r>
              <a:rPr sz="1800" dirty="0">
                <a:latin typeface="Calibri"/>
                <a:cs typeface="Calibri"/>
              </a:rPr>
              <a:t>of</a:t>
            </a:r>
            <a:r>
              <a:rPr sz="1800" spc="125" dirty="0">
                <a:latin typeface="Calibri"/>
                <a:cs typeface="Calibri"/>
              </a:rPr>
              <a:t> </a:t>
            </a:r>
            <a:r>
              <a:rPr sz="1800" dirty="0">
                <a:latin typeface="Calibri"/>
                <a:cs typeface="Calibri"/>
              </a:rPr>
              <a:t>instructions</a:t>
            </a:r>
            <a:r>
              <a:rPr sz="1800" spc="130" dirty="0">
                <a:latin typeface="Calibri"/>
                <a:cs typeface="Calibri"/>
              </a:rPr>
              <a:t> </a:t>
            </a:r>
            <a:r>
              <a:rPr sz="1800" spc="-25" dirty="0">
                <a:latin typeface="Calibri"/>
                <a:cs typeface="Calibri"/>
              </a:rPr>
              <a:t>for </a:t>
            </a:r>
            <a:r>
              <a:rPr sz="1800" dirty="0">
                <a:latin typeface="Calibri"/>
                <a:cs typeface="Calibri"/>
              </a:rPr>
              <a:t>testing</a:t>
            </a:r>
            <a:r>
              <a:rPr sz="1800" spc="-50" dirty="0">
                <a:latin typeface="Calibri"/>
                <a:cs typeface="Calibri"/>
              </a:rPr>
              <a:t> </a:t>
            </a:r>
            <a:r>
              <a:rPr sz="1800" dirty="0">
                <a:latin typeface="Calibri"/>
                <a:cs typeface="Calibri"/>
              </a:rPr>
              <a:t>specific</a:t>
            </a:r>
            <a:r>
              <a:rPr sz="1800" spc="-55" dirty="0">
                <a:latin typeface="Calibri"/>
                <a:cs typeface="Calibri"/>
              </a:rPr>
              <a:t> </a:t>
            </a:r>
            <a:r>
              <a:rPr sz="1800" dirty="0">
                <a:latin typeface="Calibri"/>
                <a:cs typeface="Calibri"/>
              </a:rPr>
              <a:t>functions</a:t>
            </a:r>
            <a:r>
              <a:rPr sz="1800" spc="-40" dirty="0">
                <a:latin typeface="Calibri"/>
                <a:cs typeface="Calibri"/>
              </a:rPr>
              <a:t> </a:t>
            </a:r>
            <a:r>
              <a:rPr sz="1800" dirty="0">
                <a:latin typeface="Calibri"/>
                <a:cs typeface="Calibri"/>
              </a:rPr>
              <a:t>in</a:t>
            </a:r>
            <a:r>
              <a:rPr sz="1800" spc="-45" dirty="0">
                <a:latin typeface="Calibri"/>
                <a:cs typeface="Calibri"/>
              </a:rPr>
              <a:t> </a:t>
            </a:r>
            <a:r>
              <a:rPr sz="1800" dirty="0">
                <a:latin typeface="Calibri"/>
                <a:cs typeface="Calibri"/>
              </a:rPr>
              <a:t>an</a:t>
            </a:r>
            <a:r>
              <a:rPr sz="1800" spc="-45" dirty="0">
                <a:latin typeface="Calibri"/>
                <a:cs typeface="Calibri"/>
              </a:rPr>
              <a:t> </a:t>
            </a:r>
            <a:r>
              <a:rPr sz="1800" spc="-10" dirty="0">
                <a:latin typeface="Calibri"/>
                <a:cs typeface="Calibri"/>
              </a:rPr>
              <a:t>application.</a:t>
            </a:r>
            <a:endParaRPr sz="1800">
              <a:latin typeface="Calibri"/>
              <a:cs typeface="Calibri"/>
            </a:endParaRPr>
          </a:p>
          <a:p>
            <a:pPr marL="12700">
              <a:lnSpc>
                <a:spcPct val="100000"/>
              </a:lnSpc>
              <a:spcBef>
                <a:spcPts val="994"/>
              </a:spcBef>
            </a:pPr>
            <a:r>
              <a:rPr sz="1800" dirty="0">
                <a:latin typeface="Calibri"/>
                <a:cs typeface="Calibri"/>
              </a:rPr>
              <a:t>By</a:t>
            </a:r>
            <a:r>
              <a:rPr sz="1800" spc="285" dirty="0">
                <a:latin typeface="Calibri"/>
                <a:cs typeface="Calibri"/>
              </a:rPr>
              <a:t> </a:t>
            </a:r>
            <a:r>
              <a:rPr sz="1800" dirty="0">
                <a:latin typeface="Calibri"/>
                <a:cs typeface="Calibri"/>
              </a:rPr>
              <a:t>outlining</a:t>
            </a:r>
            <a:r>
              <a:rPr sz="1800" spc="290" dirty="0">
                <a:latin typeface="Calibri"/>
                <a:cs typeface="Calibri"/>
              </a:rPr>
              <a:t> </a:t>
            </a:r>
            <a:r>
              <a:rPr sz="1800" dirty="0">
                <a:latin typeface="Calibri"/>
                <a:cs typeface="Calibri"/>
              </a:rPr>
              <a:t>the</a:t>
            </a:r>
            <a:r>
              <a:rPr sz="1800" spc="305" dirty="0">
                <a:latin typeface="Calibri"/>
                <a:cs typeface="Calibri"/>
              </a:rPr>
              <a:t> </a:t>
            </a:r>
            <a:r>
              <a:rPr sz="1800" b="1" dirty="0">
                <a:latin typeface="Calibri"/>
                <a:cs typeface="Calibri"/>
              </a:rPr>
              <a:t>input</a:t>
            </a:r>
            <a:r>
              <a:rPr sz="1800" b="1" spc="285" dirty="0">
                <a:latin typeface="Calibri"/>
                <a:cs typeface="Calibri"/>
              </a:rPr>
              <a:t> </a:t>
            </a:r>
            <a:r>
              <a:rPr sz="1800" b="1" dirty="0">
                <a:latin typeface="Calibri"/>
                <a:cs typeface="Calibri"/>
              </a:rPr>
              <a:t>conditions,</a:t>
            </a:r>
            <a:r>
              <a:rPr sz="1800" b="1" spc="285" dirty="0">
                <a:latin typeface="Calibri"/>
                <a:cs typeface="Calibri"/>
              </a:rPr>
              <a:t> </a:t>
            </a:r>
            <a:r>
              <a:rPr sz="1800" b="1" dirty="0">
                <a:latin typeface="Calibri"/>
                <a:cs typeface="Calibri"/>
              </a:rPr>
              <a:t>expected</a:t>
            </a:r>
            <a:r>
              <a:rPr sz="1800" b="1" spc="285" dirty="0">
                <a:latin typeface="Calibri"/>
                <a:cs typeface="Calibri"/>
              </a:rPr>
              <a:t> </a:t>
            </a:r>
            <a:r>
              <a:rPr sz="1800" b="1" spc="-10" dirty="0">
                <a:latin typeface="Calibri"/>
                <a:cs typeface="Calibri"/>
              </a:rPr>
              <a:t>outcomes,</a:t>
            </a:r>
            <a:endParaRPr sz="1800">
              <a:latin typeface="Calibri"/>
              <a:cs typeface="Calibri"/>
            </a:endParaRPr>
          </a:p>
          <a:p>
            <a:pPr marL="12700">
              <a:lnSpc>
                <a:spcPct val="100000"/>
              </a:lnSpc>
              <a:spcBef>
                <a:spcPts val="5"/>
              </a:spcBef>
            </a:pPr>
            <a:r>
              <a:rPr sz="1800" b="1" dirty="0">
                <a:latin typeface="Calibri"/>
                <a:cs typeface="Calibri"/>
              </a:rPr>
              <a:t>and</a:t>
            </a:r>
            <a:r>
              <a:rPr sz="1800" b="1" spc="295" dirty="0">
                <a:latin typeface="Calibri"/>
                <a:cs typeface="Calibri"/>
              </a:rPr>
              <a:t> </a:t>
            </a:r>
            <a:r>
              <a:rPr sz="1800" b="1" dirty="0">
                <a:latin typeface="Calibri"/>
                <a:cs typeface="Calibri"/>
              </a:rPr>
              <a:t>steps</a:t>
            </a:r>
            <a:r>
              <a:rPr sz="1800" b="1" spc="295" dirty="0">
                <a:latin typeface="Calibri"/>
                <a:cs typeface="Calibri"/>
              </a:rPr>
              <a:t> </a:t>
            </a:r>
            <a:r>
              <a:rPr sz="1800" b="1" dirty="0">
                <a:latin typeface="Calibri"/>
                <a:cs typeface="Calibri"/>
              </a:rPr>
              <a:t>for</a:t>
            </a:r>
            <a:r>
              <a:rPr sz="1800" b="1" spc="280" dirty="0">
                <a:latin typeface="Calibri"/>
                <a:cs typeface="Calibri"/>
              </a:rPr>
              <a:t> </a:t>
            </a:r>
            <a:r>
              <a:rPr sz="1800" b="1" dirty="0">
                <a:latin typeface="Calibri"/>
                <a:cs typeface="Calibri"/>
              </a:rPr>
              <a:t>executing</a:t>
            </a:r>
            <a:r>
              <a:rPr sz="1800" b="1" spc="295" dirty="0">
                <a:latin typeface="Calibri"/>
                <a:cs typeface="Calibri"/>
              </a:rPr>
              <a:t> </a:t>
            </a:r>
            <a:r>
              <a:rPr sz="1800" b="1" dirty="0">
                <a:latin typeface="Calibri"/>
                <a:cs typeface="Calibri"/>
              </a:rPr>
              <a:t>the</a:t>
            </a:r>
            <a:r>
              <a:rPr sz="1800" b="1" spc="295" dirty="0">
                <a:latin typeface="Calibri"/>
                <a:cs typeface="Calibri"/>
              </a:rPr>
              <a:t> </a:t>
            </a:r>
            <a:r>
              <a:rPr sz="1800" b="1" dirty="0">
                <a:latin typeface="Calibri"/>
                <a:cs typeface="Calibri"/>
              </a:rPr>
              <a:t>test,</a:t>
            </a:r>
            <a:r>
              <a:rPr sz="1800" b="1" spc="300" dirty="0">
                <a:latin typeface="Calibri"/>
                <a:cs typeface="Calibri"/>
              </a:rPr>
              <a:t> </a:t>
            </a:r>
            <a:r>
              <a:rPr sz="1800" dirty="0">
                <a:latin typeface="Calibri"/>
                <a:cs typeface="Calibri"/>
              </a:rPr>
              <a:t>functional</a:t>
            </a:r>
            <a:r>
              <a:rPr sz="1800" spc="300" dirty="0">
                <a:latin typeface="Calibri"/>
                <a:cs typeface="Calibri"/>
              </a:rPr>
              <a:t> </a:t>
            </a:r>
            <a:r>
              <a:rPr sz="1800" dirty="0">
                <a:latin typeface="Calibri"/>
                <a:cs typeface="Calibri"/>
              </a:rPr>
              <a:t>test</a:t>
            </a:r>
            <a:r>
              <a:rPr sz="1800" spc="295" dirty="0">
                <a:latin typeface="Calibri"/>
                <a:cs typeface="Calibri"/>
              </a:rPr>
              <a:t> </a:t>
            </a:r>
            <a:r>
              <a:rPr sz="1800" spc="-10" dirty="0">
                <a:latin typeface="Calibri"/>
                <a:cs typeface="Calibri"/>
              </a:rPr>
              <a:t>cases</a:t>
            </a:r>
            <a:endParaRPr sz="1800">
              <a:latin typeface="Calibri"/>
              <a:cs typeface="Calibri"/>
            </a:endParaRPr>
          </a:p>
        </p:txBody>
      </p:sp>
      <p:sp>
        <p:nvSpPr>
          <p:cNvPr id="3" name="object 3"/>
          <p:cNvSpPr txBox="1"/>
          <p:nvPr/>
        </p:nvSpPr>
        <p:spPr>
          <a:xfrm>
            <a:off x="4819903" y="2490342"/>
            <a:ext cx="1118870" cy="299720"/>
          </a:xfrm>
          <a:prstGeom prst="rect">
            <a:avLst/>
          </a:prstGeom>
        </p:spPr>
        <p:txBody>
          <a:bodyPr vert="horz" wrap="square" lIns="0" tIns="12700" rIns="0" bIns="0" rtlCol="0">
            <a:spAutoFit/>
          </a:bodyPr>
          <a:lstStyle/>
          <a:p>
            <a:pPr marL="12700">
              <a:lnSpc>
                <a:spcPct val="100000"/>
              </a:lnSpc>
              <a:spcBef>
                <a:spcPts val="100"/>
              </a:spcBef>
              <a:tabLst>
                <a:tab pos="475615" algn="l"/>
              </a:tabLst>
            </a:pPr>
            <a:r>
              <a:rPr sz="1800" spc="-25" dirty="0">
                <a:latin typeface="Calibri"/>
                <a:cs typeface="Calibri"/>
              </a:rPr>
              <a:t>the</a:t>
            </a:r>
            <a:r>
              <a:rPr sz="1800" dirty="0">
                <a:latin typeface="Calibri"/>
                <a:cs typeface="Calibri"/>
              </a:rPr>
              <a:t>	</a:t>
            </a:r>
            <a:r>
              <a:rPr sz="1800" spc="-10" dirty="0">
                <a:latin typeface="Calibri"/>
                <a:cs typeface="Calibri"/>
              </a:rPr>
              <a:t>testing</a:t>
            </a:r>
            <a:endParaRPr sz="1800">
              <a:latin typeface="Calibri"/>
              <a:cs typeface="Calibri"/>
            </a:endParaRPr>
          </a:p>
        </p:txBody>
      </p:sp>
      <p:sp>
        <p:nvSpPr>
          <p:cNvPr id="4" name="object 4"/>
          <p:cNvSpPr txBox="1"/>
          <p:nvPr/>
        </p:nvSpPr>
        <p:spPr>
          <a:xfrm>
            <a:off x="593242" y="2490342"/>
            <a:ext cx="4098290" cy="871219"/>
          </a:xfrm>
          <a:prstGeom prst="rect">
            <a:avLst/>
          </a:prstGeom>
        </p:spPr>
        <p:txBody>
          <a:bodyPr vert="horz" wrap="square" lIns="0" tIns="12700" rIns="0" bIns="0" rtlCol="0">
            <a:spAutoFit/>
          </a:bodyPr>
          <a:lstStyle/>
          <a:p>
            <a:pPr marL="12700" marR="5080">
              <a:lnSpc>
                <a:spcPct val="100000"/>
              </a:lnSpc>
              <a:spcBef>
                <a:spcPts val="100"/>
              </a:spcBef>
              <a:tabLst>
                <a:tab pos="571500" algn="l"/>
                <a:tab pos="1348740" algn="l"/>
                <a:tab pos="1852295" algn="l"/>
                <a:tab pos="3025775" algn="l"/>
              </a:tabLst>
            </a:pPr>
            <a:r>
              <a:rPr sz="1800" spc="-20" dirty="0">
                <a:latin typeface="Calibri"/>
                <a:cs typeface="Calibri"/>
              </a:rPr>
              <a:t>help</a:t>
            </a:r>
            <a:r>
              <a:rPr sz="1800" dirty="0">
                <a:latin typeface="Calibri"/>
                <a:cs typeface="Calibri"/>
              </a:rPr>
              <a:t>	</a:t>
            </a:r>
            <a:r>
              <a:rPr sz="1800" spc="-10" dirty="0">
                <a:latin typeface="Calibri"/>
                <a:cs typeface="Calibri"/>
              </a:rPr>
              <a:t>testers</a:t>
            </a:r>
            <a:r>
              <a:rPr sz="1800" dirty="0">
                <a:latin typeface="Calibri"/>
                <a:cs typeface="Calibri"/>
              </a:rPr>
              <a:t>	</a:t>
            </a:r>
            <a:r>
              <a:rPr sz="1800" spc="-25" dirty="0">
                <a:latin typeface="Calibri"/>
                <a:cs typeface="Calibri"/>
              </a:rPr>
              <a:t>and</a:t>
            </a:r>
            <a:r>
              <a:rPr sz="1800" dirty="0">
                <a:latin typeface="Calibri"/>
                <a:cs typeface="Calibri"/>
              </a:rPr>
              <a:t>	</a:t>
            </a:r>
            <a:r>
              <a:rPr sz="1800" spc="-10" dirty="0">
                <a:latin typeface="Calibri"/>
                <a:cs typeface="Calibri"/>
              </a:rPr>
              <a:t>developers</a:t>
            </a:r>
            <a:r>
              <a:rPr sz="1800" dirty="0">
                <a:latin typeface="Calibri"/>
                <a:cs typeface="Calibri"/>
              </a:rPr>
              <a:t>	</a:t>
            </a:r>
            <a:r>
              <a:rPr sz="1800" spc="-20" dirty="0">
                <a:latin typeface="Calibri"/>
                <a:cs typeface="Calibri"/>
              </a:rPr>
              <a:t>understand </a:t>
            </a:r>
            <a:r>
              <a:rPr sz="1800" dirty="0">
                <a:latin typeface="Calibri"/>
                <a:cs typeface="Calibri"/>
              </a:rPr>
              <a:t>process</a:t>
            </a:r>
            <a:r>
              <a:rPr sz="1800" spc="-60" dirty="0">
                <a:latin typeface="Calibri"/>
                <a:cs typeface="Calibri"/>
              </a:rPr>
              <a:t> </a:t>
            </a:r>
            <a:r>
              <a:rPr sz="1800" dirty="0">
                <a:latin typeface="Calibri"/>
                <a:cs typeface="Calibri"/>
              </a:rPr>
              <a:t>and</a:t>
            </a:r>
            <a:r>
              <a:rPr sz="1800" spc="-55" dirty="0">
                <a:latin typeface="Calibri"/>
                <a:cs typeface="Calibri"/>
              </a:rPr>
              <a:t> </a:t>
            </a:r>
            <a:r>
              <a:rPr sz="1800" spc="-10" dirty="0">
                <a:latin typeface="Calibri"/>
                <a:cs typeface="Calibri"/>
              </a:rPr>
              <a:t>results.</a:t>
            </a:r>
            <a:endParaRPr sz="1800">
              <a:latin typeface="Calibri"/>
              <a:cs typeface="Calibri"/>
            </a:endParaRPr>
          </a:p>
          <a:p>
            <a:pPr marL="12700">
              <a:lnSpc>
                <a:spcPct val="100000"/>
              </a:lnSpc>
              <a:spcBef>
                <a:spcPts val="900"/>
              </a:spcBef>
            </a:pPr>
            <a:r>
              <a:rPr sz="1200" spc="-20" dirty="0">
                <a:solidFill>
                  <a:srgbClr val="FF0000"/>
                </a:solidFill>
                <a:latin typeface="Calibri Light"/>
                <a:cs typeface="Calibri Light"/>
              </a:rPr>
              <a:t>What</a:t>
            </a:r>
            <a:r>
              <a:rPr sz="1200" spc="-30" dirty="0">
                <a:solidFill>
                  <a:srgbClr val="FF0000"/>
                </a:solidFill>
                <a:latin typeface="Calibri Light"/>
                <a:cs typeface="Calibri Light"/>
              </a:rPr>
              <a:t> </a:t>
            </a:r>
            <a:r>
              <a:rPr sz="1200" spc="-10" dirty="0">
                <a:solidFill>
                  <a:srgbClr val="FF0000"/>
                </a:solidFill>
                <a:latin typeface="Calibri Light"/>
                <a:cs typeface="Calibri Light"/>
              </a:rPr>
              <a:t>should</a:t>
            </a:r>
            <a:r>
              <a:rPr sz="1200" spc="-40" dirty="0">
                <a:solidFill>
                  <a:srgbClr val="FF0000"/>
                </a:solidFill>
                <a:latin typeface="Calibri Light"/>
                <a:cs typeface="Calibri Light"/>
              </a:rPr>
              <a:t> </a:t>
            </a:r>
            <a:r>
              <a:rPr sz="1200" dirty="0">
                <a:solidFill>
                  <a:srgbClr val="FF0000"/>
                </a:solidFill>
                <a:latin typeface="Calibri Light"/>
                <a:cs typeface="Calibri Light"/>
              </a:rPr>
              <a:t>a</a:t>
            </a:r>
            <a:r>
              <a:rPr sz="1200" spc="-5" dirty="0">
                <a:solidFill>
                  <a:srgbClr val="FF0000"/>
                </a:solidFill>
                <a:latin typeface="Calibri Light"/>
                <a:cs typeface="Calibri Light"/>
              </a:rPr>
              <a:t> </a:t>
            </a:r>
            <a:r>
              <a:rPr sz="1200" spc="-20" dirty="0">
                <a:solidFill>
                  <a:srgbClr val="FF0000"/>
                </a:solidFill>
                <a:latin typeface="Calibri Light"/>
                <a:cs typeface="Calibri Light"/>
              </a:rPr>
              <a:t>Functional</a:t>
            </a:r>
            <a:r>
              <a:rPr sz="1200" spc="-25" dirty="0">
                <a:solidFill>
                  <a:srgbClr val="FF0000"/>
                </a:solidFill>
                <a:latin typeface="Calibri Light"/>
                <a:cs typeface="Calibri Light"/>
              </a:rPr>
              <a:t> </a:t>
            </a:r>
            <a:r>
              <a:rPr sz="1200" spc="-35" dirty="0">
                <a:solidFill>
                  <a:srgbClr val="FF0000"/>
                </a:solidFill>
                <a:latin typeface="Calibri Light"/>
                <a:cs typeface="Calibri Light"/>
              </a:rPr>
              <a:t>Test </a:t>
            </a:r>
            <a:r>
              <a:rPr sz="1200" dirty="0">
                <a:solidFill>
                  <a:srgbClr val="FF0000"/>
                </a:solidFill>
                <a:latin typeface="Calibri Light"/>
                <a:cs typeface="Calibri Light"/>
              </a:rPr>
              <a:t>Case</a:t>
            </a:r>
            <a:r>
              <a:rPr sz="1200" spc="-30" dirty="0">
                <a:solidFill>
                  <a:srgbClr val="FF0000"/>
                </a:solidFill>
                <a:latin typeface="Calibri Light"/>
                <a:cs typeface="Calibri Light"/>
              </a:rPr>
              <a:t> </a:t>
            </a:r>
            <a:r>
              <a:rPr sz="1200" spc="-20" dirty="0">
                <a:solidFill>
                  <a:srgbClr val="FF0000"/>
                </a:solidFill>
                <a:latin typeface="Calibri Light"/>
                <a:cs typeface="Calibri Light"/>
              </a:rPr>
              <a:t>have?</a:t>
            </a:r>
            <a:endParaRPr sz="1200">
              <a:latin typeface="Calibri Light"/>
              <a:cs typeface="Calibri Light"/>
            </a:endParaRPr>
          </a:p>
        </p:txBody>
      </p:sp>
      <p:sp>
        <p:nvSpPr>
          <p:cNvPr id="5" name="object 5"/>
          <p:cNvSpPr txBox="1"/>
          <p:nvPr/>
        </p:nvSpPr>
        <p:spPr>
          <a:xfrm>
            <a:off x="593242" y="3444367"/>
            <a:ext cx="4210685" cy="1918970"/>
          </a:xfrm>
          <a:prstGeom prst="rect">
            <a:avLst/>
          </a:prstGeom>
        </p:spPr>
        <p:txBody>
          <a:bodyPr vert="horz" wrap="square" lIns="0" tIns="12700" rIns="0" bIns="0" rtlCol="0">
            <a:spAutoFit/>
          </a:bodyPr>
          <a:lstStyle/>
          <a:p>
            <a:pPr marL="240665" indent="-227965">
              <a:lnSpc>
                <a:spcPct val="100000"/>
              </a:lnSpc>
              <a:spcBef>
                <a:spcPts val="100"/>
              </a:spcBef>
              <a:buFont typeface="Arial MT"/>
              <a:buChar char="•"/>
              <a:tabLst>
                <a:tab pos="240665" algn="l"/>
              </a:tabLst>
            </a:pPr>
            <a:r>
              <a:rPr sz="1200" dirty="0">
                <a:latin typeface="Calibri"/>
                <a:cs typeface="Calibri"/>
              </a:rPr>
              <a:t>A</a:t>
            </a:r>
            <a:r>
              <a:rPr sz="1200" spc="-20" dirty="0">
                <a:latin typeface="Calibri"/>
                <a:cs typeface="Calibri"/>
              </a:rPr>
              <a:t> </a:t>
            </a:r>
            <a:r>
              <a:rPr sz="1200" dirty="0">
                <a:latin typeface="Calibri"/>
                <a:cs typeface="Calibri"/>
              </a:rPr>
              <a:t>functional</a:t>
            </a:r>
            <a:r>
              <a:rPr sz="1200" spc="-50" dirty="0">
                <a:latin typeface="Calibri"/>
                <a:cs typeface="Calibri"/>
              </a:rPr>
              <a:t> </a:t>
            </a:r>
            <a:r>
              <a:rPr sz="1200" dirty="0">
                <a:latin typeface="Calibri"/>
                <a:cs typeface="Calibri"/>
              </a:rPr>
              <a:t>test</a:t>
            </a:r>
            <a:r>
              <a:rPr sz="1200" spc="-40" dirty="0">
                <a:latin typeface="Calibri"/>
                <a:cs typeface="Calibri"/>
              </a:rPr>
              <a:t> </a:t>
            </a:r>
            <a:r>
              <a:rPr sz="1200" dirty="0">
                <a:latin typeface="Calibri"/>
                <a:cs typeface="Calibri"/>
              </a:rPr>
              <a:t>case</a:t>
            </a:r>
            <a:r>
              <a:rPr sz="1200" spc="5" dirty="0">
                <a:latin typeface="Calibri"/>
                <a:cs typeface="Calibri"/>
              </a:rPr>
              <a:t> </a:t>
            </a:r>
            <a:r>
              <a:rPr sz="1200" dirty="0">
                <a:latin typeface="Calibri"/>
                <a:cs typeface="Calibri"/>
              </a:rPr>
              <a:t>should</a:t>
            </a:r>
            <a:r>
              <a:rPr sz="1200" spc="-35" dirty="0">
                <a:latin typeface="Calibri"/>
                <a:cs typeface="Calibri"/>
              </a:rPr>
              <a:t> </a:t>
            </a:r>
            <a:r>
              <a:rPr sz="1200" dirty="0">
                <a:latin typeface="Calibri"/>
                <a:cs typeface="Calibri"/>
              </a:rPr>
              <a:t>clearly</a:t>
            </a:r>
            <a:r>
              <a:rPr sz="1200" spc="-35" dirty="0">
                <a:latin typeface="Calibri"/>
                <a:cs typeface="Calibri"/>
              </a:rPr>
              <a:t> </a:t>
            </a:r>
            <a:r>
              <a:rPr sz="1200" dirty="0">
                <a:latin typeface="Calibri"/>
                <a:cs typeface="Calibri"/>
              </a:rPr>
              <a:t>define</a:t>
            </a:r>
            <a:r>
              <a:rPr sz="1200" spc="-50" dirty="0">
                <a:latin typeface="Calibri"/>
                <a:cs typeface="Calibri"/>
              </a:rPr>
              <a:t> </a:t>
            </a:r>
            <a:r>
              <a:rPr sz="1200" dirty="0">
                <a:latin typeface="Calibri"/>
                <a:cs typeface="Calibri"/>
              </a:rPr>
              <a:t>what</a:t>
            </a:r>
            <a:r>
              <a:rPr sz="1200" spc="-20" dirty="0">
                <a:latin typeface="Calibri"/>
                <a:cs typeface="Calibri"/>
              </a:rPr>
              <a:t> </a:t>
            </a:r>
            <a:r>
              <a:rPr sz="1200" dirty="0">
                <a:latin typeface="Calibri"/>
                <a:cs typeface="Calibri"/>
              </a:rPr>
              <a:t>is</a:t>
            </a:r>
            <a:r>
              <a:rPr sz="1200" spc="-25" dirty="0">
                <a:latin typeface="Calibri"/>
                <a:cs typeface="Calibri"/>
              </a:rPr>
              <a:t> </a:t>
            </a:r>
            <a:r>
              <a:rPr sz="1200" dirty="0">
                <a:latin typeface="Calibri"/>
                <a:cs typeface="Calibri"/>
              </a:rPr>
              <a:t>being</a:t>
            </a:r>
            <a:r>
              <a:rPr sz="1200" spc="-45" dirty="0">
                <a:latin typeface="Calibri"/>
                <a:cs typeface="Calibri"/>
              </a:rPr>
              <a:t> </a:t>
            </a:r>
            <a:r>
              <a:rPr sz="1200" spc="-10" dirty="0">
                <a:latin typeface="Calibri"/>
                <a:cs typeface="Calibri"/>
              </a:rPr>
              <a:t>tested:</a:t>
            </a:r>
            <a:endParaRPr sz="1200">
              <a:latin typeface="Calibri"/>
              <a:cs typeface="Calibri"/>
            </a:endParaRPr>
          </a:p>
          <a:p>
            <a:pPr marL="240665" indent="-227965">
              <a:lnSpc>
                <a:spcPct val="100000"/>
              </a:lnSpc>
              <a:spcBef>
                <a:spcPts val="850"/>
              </a:spcBef>
              <a:buFont typeface="Arial MT"/>
              <a:buChar char="•"/>
              <a:tabLst>
                <a:tab pos="240665" algn="l"/>
              </a:tabLst>
            </a:pPr>
            <a:r>
              <a:rPr sz="1200" dirty="0">
                <a:latin typeface="Calibri"/>
                <a:cs typeface="Calibri"/>
              </a:rPr>
              <a:t>the</a:t>
            </a:r>
            <a:r>
              <a:rPr sz="1200" spc="-45" dirty="0">
                <a:latin typeface="Calibri"/>
                <a:cs typeface="Calibri"/>
              </a:rPr>
              <a:t> </a:t>
            </a:r>
            <a:r>
              <a:rPr sz="1200" dirty="0">
                <a:latin typeface="Calibri"/>
                <a:cs typeface="Calibri"/>
              </a:rPr>
              <a:t>steps</a:t>
            </a:r>
            <a:r>
              <a:rPr sz="1200" spc="-30" dirty="0">
                <a:latin typeface="Calibri"/>
                <a:cs typeface="Calibri"/>
              </a:rPr>
              <a:t> </a:t>
            </a:r>
            <a:r>
              <a:rPr sz="1200" dirty="0">
                <a:latin typeface="Calibri"/>
                <a:cs typeface="Calibri"/>
              </a:rPr>
              <a:t>to</a:t>
            </a:r>
            <a:r>
              <a:rPr sz="1200" spc="-20" dirty="0">
                <a:latin typeface="Calibri"/>
                <a:cs typeface="Calibri"/>
              </a:rPr>
              <a:t> </a:t>
            </a:r>
            <a:r>
              <a:rPr sz="1200" spc="-10" dirty="0">
                <a:latin typeface="Calibri"/>
                <a:cs typeface="Calibri"/>
              </a:rPr>
              <a:t>execute</a:t>
            </a:r>
            <a:r>
              <a:rPr sz="1200" spc="-30" dirty="0">
                <a:latin typeface="Calibri"/>
                <a:cs typeface="Calibri"/>
              </a:rPr>
              <a:t> </a:t>
            </a:r>
            <a:r>
              <a:rPr sz="1200" dirty="0">
                <a:latin typeface="Calibri"/>
                <a:cs typeface="Calibri"/>
              </a:rPr>
              <a:t>the</a:t>
            </a:r>
            <a:r>
              <a:rPr sz="1200" spc="-40" dirty="0">
                <a:latin typeface="Calibri"/>
                <a:cs typeface="Calibri"/>
              </a:rPr>
              <a:t> </a:t>
            </a:r>
            <a:r>
              <a:rPr sz="1200" spc="-10" dirty="0">
                <a:latin typeface="Calibri"/>
                <a:cs typeface="Calibri"/>
              </a:rPr>
              <a:t>test,</a:t>
            </a:r>
            <a:endParaRPr sz="1200">
              <a:latin typeface="Calibri"/>
              <a:cs typeface="Calibri"/>
            </a:endParaRPr>
          </a:p>
          <a:p>
            <a:pPr marL="240665" indent="-227965">
              <a:lnSpc>
                <a:spcPct val="100000"/>
              </a:lnSpc>
              <a:spcBef>
                <a:spcPts val="865"/>
              </a:spcBef>
              <a:buFont typeface="Arial MT"/>
              <a:buChar char="•"/>
              <a:tabLst>
                <a:tab pos="240665" algn="l"/>
              </a:tabLst>
            </a:pPr>
            <a:r>
              <a:rPr sz="1200" dirty="0">
                <a:latin typeface="Calibri"/>
                <a:cs typeface="Calibri"/>
              </a:rPr>
              <a:t>the</a:t>
            </a:r>
            <a:r>
              <a:rPr sz="1200" spc="-60" dirty="0">
                <a:latin typeface="Calibri"/>
                <a:cs typeface="Calibri"/>
              </a:rPr>
              <a:t> </a:t>
            </a:r>
            <a:r>
              <a:rPr sz="1200" dirty="0">
                <a:latin typeface="Calibri"/>
                <a:cs typeface="Calibri"/>
              </a:rPr>
              <a:t>expected</a:t>
            </a:r>
            <a:r>
              <a:rPr sz="1200" spc="-40" dirty="0">
                <a:latin typeface="Calibri"/>
                <a:cs typeface="Calibri"/>
              </a:rPr>
              <a:t> </a:t>
            </a:r>
            <a:r>
              <a:rPr sz="1200" dirty="0">
                <a:latin typeface="Calibri"/>
                <a:cs typeface="Calibri"/>
              </a:rPr>
              <a:t>results,</a:t>
            </a:r>
            <a:r>
              <a:rPr sz="1200" spc="-55" dirty="0">
                <a:latin typeface="Calibri"/>
                <a:cs typeface="Calibri"/>
              </a:rPr>
              <a:t> </a:t>
            </a:r>
            <a:r>
              <a:rPr sz="1200" spc="-25" dirty="0">
                <a:latin typeface="Calibri"/>
                <a:cs typeface="Calibri"/>
              </a:rPr>
              <a:t>and</a:t>
            </a:r>
            <a:endParaRPr sz="1200">
              <a:latin typeface="Calibri"/>
              <a:cs typeface="Calibri"/>
            </a:endParaRPr>
          </a:p>
          <a:p>
            <a:pPr marL="240665" indent="-227965">
              <a:lnSpc>
                <a:spcPct val="100000"/>
              </a:lnSpc>
              <a:spcBef>
                <a:spcPts val="855"/>
              </a:spcBef>
              <a:buFont typeface="Arial MT"/>
              <a:buChar char="•"/>
              <a:tabLst>
                <a:tab pos="240665" algn="l"/>
              </a:tabLst>
            </a:pPr>
            <a:r>
              <a:rPr sz="1200" dirty="0">
                <a:latin typeface="Calibri"/>
                <a:cs typeface="Calibri"/>
              </a:rPr>
              <a:t>the</a:t>
            </a:r>
            <a:r>
              <a:rPr sz="1200" spc="-35" dirty="0">
                <a:latin typeface="Calibri"/>
                <a:cs typeface="Calibri"/>
              </a:rPr>
              <a:t> </a:t>
            </a:r>
            <a:r>
              <a:rPr sz="1200" spc="-10" dirty="0">
                <a:latin typeface="Calibri"/>
                <a:cs typeface="Calibri"/>
              </a:rPr>
              <a:t>preconditions</a:t>
            </a:r>
            <a:r>
              <a:rPr sz="1200" spc="-45" dirty="0">
                <a:latin typeface="Calibri"/>
                <a:cs typeface="Calibri"/>
              </a:rPr>
              <a:t> </a:t>
            </a:r>
            <a:r>
              <a:rPr sz="1200" dirty="0">
                <a:latin typeface="Calibri"/>
                <a:cs typeface="Calibri"/>
              </a:rPr>
              <a:t>that</a:t>
            </a:r>
            <a:r>
              <a:rPr sz="1200" spc="-30" dirty="0">
                <a:latin typeface="Calibri"/>
                <a:cs typeface="Calibri"/>
              </a:rPr>
              <a:t> </a:t>
            </a:r>
            <a:r>
              <a:rPr sz="1200" dirty="0">
                <a:latin typeface="Calibri"/>
                <a:cs typeface="Calibri"/>
              </a:rPr>
              <a:t>must</a:t>
            </a:r>
            <a:r>
              <a:rPr sz="1200" spc="-20" dirty="0">
                <a:latin typeface="Calibri"/>
                <a:cs typeface="Calibri"/>
              </a:rPr>
              <a:t> </a:t>
            </a:r>
            <a:r>
              <a:rPr sz="1200" dirty="0">
                <a:latin typeface="Calibri"/>
                <a:cs typeface="Calibri"/>
              </a:rPr>
              <a:t>be</a:t>
            </a:r>
            <a:r>
              <a:rPr sz="1200" spc="-15" dirty="0">
                <a:latin typeface="Calibri"/>
                <a:cs typeface="Calibri"/>
              </a:rPr>
              <a:t> </a:t>
            </a:r>
            <a:r>
              <a:rPr sz="1200" dirty="0">
                <a:latin typeface="Calibri"/>
                <a:cs typeface="Calibri"/>
              </a:rPr>
              <a:t>met</a:t>
            </a:r>
            <a:r>
              <a:rPr sz="1200" spc="-10" dirty="0">
                <a:latin typeface="Calibri"/>
                <a:cs typeface="Calibri"/>
              </a:rPr>
              <a:t> </a:t>
            </a:r>
            <a:r>
              <a:rPr sz="1200" dirty="0">
                <a:latin typeface="Calibri"/>
                <a:cs typeface="Calibri"/>
              </a:rPr>
              <a:t>before</a:t>
            </a:r>
            <a:r>
              <a:rPr sz="1200" spc="-35" dirty="0">
                <a:latin typeface="Calibri"/>
                <a:cs typeface="Calibri"/>
              </a:rPr>
              <a:t> </a:t>
            </a:r>
            <a:r>
              <a:rPr sz="1200" dirty="0">
                <a:latin typeface="Calibri"/>
                <a:cs typeface="Calibri"/>
              </a:rPr>
              <a:t>the</a:t>
            </a:r>
            <a:r>
              <a:rPr sz="1200" spc="-35" dirty="0">
                <a:latin typeface="Calibri"/>
                <a:cs typeface="Calibri"/>
              </a:rPr>
              <a:t> </a:t>
            </a:r>
            <a:r>
              <a:rPr sz="1200" dirty="0">
                <a:latin typeface="Calibri"/>
                <a:cs typeface="Calibri"/>
              </a:rPr>
              <a:t>test</a:t>
            </a:r>
            <a:r>
              <a:rPr sz="1200" spc="-20" dirty="0">
                <a:latin typeface="Calibri"/>
                <a:cs typeface="Calibri"/>
              </a:rPr>
              <a:t> </a:t>
            </a:r>
            <a:r>
              <a:rPr sz="1200" dirty="0">
                <a:latin typeface="Calibri"/>
                <a:cs typeface="Calibri"/>
              </a:rPr>
              <a:t>can</a:t>
            </a:r>
            <a:r>
              <a:rPr sz="1200" spc="-10" dirty="0">
                <a:latin typeface="Calibri"/>
                <a:cs typeface="Calibri"/>
              </a:rPr>
              <a:t> </a:t>
            </a:r>
            <a:r>
              <a:rPr sz="1200" dirty="0">
                <a:latin typeface="Calibri"/>
                <a:cs typeface="Calibri"/>
              </a:rPr>
              <a:t>be</a:t>
            </a:r>
            <a:r>
              <a:rPr sz="1200" spc="-20" dirty="0">
                <a:latin typeface="Calibri"/>
                <a:cs typeface="Calibri"/>
              </a:rPr>
              <a:t> run.</a:t>
            </a:r>
            <a:endParaRPr sz="1200">
              <a:latin typeface="Calibri"/>
              <a:cs typeface="Calibri"/>
            </a:endParaRPr>
          </a:p>
          <a:p>
            <a:pPr>
              <a:lnSpc>
                <a:spcPct val="100000"/>
              </a:lnSpc>
              <a:spcBef>
                <a:spcPts val="1375"/>
              </a:spcBef>
              <a:buFont typeface="Arial MT"/>
              <a:buChar char="•"/>
            </a:pPr>
            <a:endParaRPr sz="1200">
              <a:latin typeface="Calibri"/>
              <a:cs typeface="Calibri"/>
            </a:endParaRPr>
          </a:p>
          <a:p>
            <a:pPr marL="12700">
              <a:lnSpc>
                <a:spcPct val="100000"/>
              </a:lnSpc>
              <a:spcBef>
                <a:spcPts val="5"/>
              </a:spcBef>
            </a:pPr>
            <a:r>
              <a:rPr sz="1200" b="1" dirty="0">
                <a:latin typeface="Arial"/>
                <a:cs typeface="Arial"/>
              </a:rPr>
              <a:t>Examples</a:t>
            </a:r>
            <a:r>
              <a:rPr sz="1200" b="1" spc="-55" dirty="0">
                <a:latin typeface="Arial"/>
                <a:cs typeface="Arial"/>
              </a:rPr>
              <a:t> </a:t>
            </a:r>
            <a:r>
              <a:rPr sz="1200" b="1" dirty="0">
                <a:latin typeface="Arial"/>
                <a:cs typeface="Arial"/>
              </a:rPr>
              <a:t>of</a:t>
            </a:r>
            <a:r>
              <a:rPr sz="1200" b="1" spc="-15" dirty="0">
                <a:latin typeface="Arial"/>
                <a:cs typeface="Arial"/>
              </a:rPr>
              <a:t> </a:t>
            </a:r>
            <a:r>
              <a:rPr sz="1200" b="1" dirty="0">
                <a:latin typeface="Arial"/>
                <a:cs typeface="Arial"/>
              </a:rPr>
              <a:t>Functional</a:t>
            </a:r>
            <a:r>
              <a:rPr sz="1200" b="1" spc="-10" dirty="0">
                <a:latin typeface="Arial"/>
                <a:cs typeface="Arial"/>
              </a:rPr>
              <a:t> </a:t>
            </a:r>
            <a:r>
              <a:rPr sz="1200" b="1" spc="-20" dirty="0">
                <a:latin typeface="Arial"/>
                <a:cs typeface="Arial"/>
              </a:rPr>
              <a:t>Test</a:t>
            </a:r>
            <a:r>
              <a:rPr sz="1200" b="1" spc="-35" dirty="0">
                <a:latin typeface="Arial"/>
                <a:cs typeface="Arial"/>
              </a:rPr>
              <a:t> </a:t>
            </a:r>
            <a:r>
              <a:rPr sz="1200" b="1" spc="-20" dirty="0">
                <a:latin typeface="Arial"/>
                <a:cs typeface="Arial"/>
              </a:rPr>
              <a:t>Cases</a:t>
            </a:r>
            <a:endParaRPr sz="1200">
              <a:latin typeface="Arial"/>
              <a:cs typeface="Arial"/>
            </a:endParaRPr>
          </a:p>
          <a:p>
            <a:pPr marL="240665" indent="-227965">
              <a:lnSpc>
                <a:spcPct val="100000"/>
              </a:lnSpc>
              <a:spcBef>
                <a:spcPts val="850"/>
              </a:spcBef>
              <a:buFont typeface="Arial MT"/>
              <a:buChar char="•"/>
              <a:tabLst>
                <a:tab pos="240665" algn="l"/>
              </a:tabLst>
            </a:pPr>
            <a:r>
              <a:rPr sz="1200" b="1" dirty="0">
                <a:latin typeface="Arial"/>
                <a:cs typeface="Arial"/>
              </a:rPr>
              <a:t>Here</a:t>
            </a:r>
            <a:r>
              <a:rPr sz="1200" b="1" spc="-25" dirty="0">
                <a:latin typeface="Arial"/>
                <a:cs typeface="Arial"/>
              </a:rPr>
              <a:t> </a:t>
            </a:r>
            <a:r>
              <a:rPr sz="1200" b="1" dirty="0">
                <a:latin typeface="Arial"/>
                <a:cs typeface="Arial"/>
              </a:rPr>
              <a:t>is</a:t>
            </a:r>
            <a:r>
              <a:rPr sz="1200" b="1" spc="-10" dirty="0">
                <a:latin typeface="Arial"/>
                <a:cs typeface="Arial"/>
              </a:rPr>
              <a:t> </a:t>
            </a:r>
            <a:r>
              <a:rPr sz="1200" b="1" dirty="0">
                <a:latin typeface="Arial"/>
                <a:cs typeface="Arial"/>
              </a:rPr>
              <a:t>a</a:t>
            </a:r>
            <a:r>
              <a:rPr sz="1200" b="1" spc="-5" dirty="0">
                <a:latin typeface="Arial"/>
                <a:cs typeface="Arial"/>
              </a:rPr>
              <a:t> </a:t>
            </a:r>
            <a:r>
              <a:rPr sz="1200" b="1" dirty="0">
                <a:latin typeface="Arial"/>
                <a:cs typeface="Arial"/>
              </a:rPr>
              <a:t>table</a:t>
            </a:r>
            <a:r>
              <a:rPr sz="1200" b="1" spc="-10" dirty="0">
                <a:latin typeface="Arial"/>
                <a:cs typeface="Arial"/>
              </a:rPr>
              <a:t> </a:t>
            </a:r>
            <a:r>
              <a:rPr sz="1200" b="1" dirty="0">
                <a:latin typeface="Arial"/>
                <a:cs typeface="Arial"/>
              </a:rPr>
              <a:t>format</a:t>
            </a:r>
            <a:r>
              <a:rPr sz="1200" b="1" spc="-5" dirty="0">
                <a:latin typeface="Arial"/>
                <a:cs typeface="Arial"/>
              </a:rPr>
              <a:t> </a:t>
            </a:r>
            <a:r>
              <a:rPr sz="1200" b="1" dirty="0">
                <a:latin typeface="Arial"/>
                <a:cs typeface="Arial"/>
              </a:rPr>
              <a:t>to better</a:t>
            </a:r>
            <a:r>
              <a:rPr sz="1200" b="1" spc="-10" dirty="0">
                <a:latin typeface="Arial"/>
                <a:cs typeface="Arial"/>
              </a:rPr>
              <a:t> understand:</a:t>
            </a:r>
            <a:endParaRPr sz="1200">
              <a:latin typeface="Arial"/>
              <a:cs typeface="Arial"/>
            </a:endParaRPr>
          </a:p>
        </p:txBody>
      </p:sp>
      <p:sp>
        <p:nvSpPr>
          <p:cNvPr id="6" name="object 6"/>
          <p:cNvSpPr txBox="1"/>
          <p:nvPr/>
        </p:nvSpPr>
        <p:spPr>
          <a:xfrm>
            <a:off x="6251828" y="539242"/>
            <a:ext cx="448309" cy="452120"/>
          </a:xfrm>
          <a:prstGeom prst="rect">
            <a:avLst/>
          </a:prstGeom>
        </p:spPr>
        <p:txBody>
          <a:bodyPr vert="horz" wrap="square" lIns="0" tIns="12065" rIns="0" bIns="0" rtlCol="0">
            <a:spAutoFit/>
          </a:bodyPr>
          <a:lstStyle/>
          <a:p>
            <a:pPr marL="12700">
              <a:lnSpc>
                <a:spcPct val="100000"/>
              </a:lnSpc>
              <a:spcBef>
                <a:spcPts val="95"/>
              </a:spcBef>
            </a:pPr>
            <a:r>
              <a:rPr sz="2800" spc="-25" dirty="0">
                <a:latin typeface="Calibri"/>
                <a:cs typeface="Calibri"/>
              </a:rPr>
              <a:t>Ex:</a:t>
            </a:r>
            <a:endParaRPr sz="2800">
              <a:latin typeface="Calibri"/>
              <a:cs typeface="Calibri"/>
            </a:endParaRPr>
          </a:p>
        </p:txBody>
      </p:sp>
      <p:pic>
        <p:nvPicPr>
          <p:cNvPr id="7" name="object 7"/>
          <p:cNvPicPr/>
          <p:nvPr/>
        </p:nvPicPr>
        <p:blipFill>
          <a:blip r:embed="rId2" cstate="print"/>
          <a:stretch>
            <a:fillRect/>
          </a:stretch>
        </p:blipFill>
        <p:spPr>
          <a:xfrm>
            <a:off x="6821423" y="493776"/>
            <a:ext cx="4742687" cy="618439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93242" y="441096"/>
            <a:ext cx="5347970" cy="1254125"/>
          </a:xfrm>
          <a:prstGeom prst="rect">
            <a:avLst/>
          </a:prstGeom>
        </p:spPr>
        <p:txBody>
          <a:bodyPr vert="horz" wrap="square" lIns="0" tIns="139065" rIns="0" bIns="0" rtlCol="0">
            <a:spAutoFit/>
          </a:bodyPr>
          <a:lstStyle/>
          <a:p>
            <a:pPr marL="12700" algn="just">
              <a:lnSpc>
                <a:spcPct val="100000"/>
              </a:lnSpc>
              <a:spcBef>
                <a:spcPts val="1095"/>
              </a:spcBef>
            </a:pPr>
            <a:r>
              <a:rPr sz="1600" b="1" dirty="0">
                <a:solidFill>
                  <a:srgbClr val="006FC0"/>
                </a:solidFill>
                <a:latin typeface="Calibri"/>
                <a:cs typeface="Calibri"/>
              </a:rPr>
              <a:t>UI</a:t>
            </a:r>
            <a:r>
              <a:rPr sz="1600" b="1" spc="-35" dirty="0">
                <a:solidFill>
                  <a:srgbClr val="006FC0"/>
                </a:solidFill>
                <a:latin typeface="Calibri"/>
                <a:cs typeface="Calibri"/>
              </a:rPr>
              <a:t> </a:t>
            </a:r>
            <a:r>
              <a:rPr sz="1600" b="1" spc="-30" dirty="0">
                <a:solidFill>
                  <a:srgbClr val="006FC0"/>
                </a:solidFill>
                <a:latin typeface="Calibri"/>
                <a:cs typeface="Calibri"/>
              </a:rPr>
              <a:t>Test</a:t>
            </a:r>
            <a:r>
              <a:rPr sz="1600" b="1" spc="-35" dirty="0">
                <a:solidFill>
                  <a:srgbClr val="006FC0"/>
                </a:solidFill>
                <a:latin typeface="Calibri"/>
                <a:cs typeface="Calibri"/>
              </a:rPr>
              <a:t> </a:t>
            </a:r>
            <a:r>
              <a:rPr sz="1600" b="1" spc="-10" dirty="0">
                <a:solidFill>
                  <a:srgbClr val="006FC0"/>
                </a:solidFill>
                <a:latin typeface="Calibri"/>
                <a:cs typeface="Calibri"/>
              </a:rPr>
              <a:t>Cases:</a:t>
            </a:r>
            <a:endParaRPr sz="1600" dirty="0">
              <a:latin typeface="Calibri"/>
              <a:cs typeface="Calibri"/>
            </a:endParaRPr>
          </a:p>
          <a:p>
            <a:pPr marL="12700" marR="5080" algn="just">
              <a:lnSpc>
                <a:spcPct val="100000"/>
              </a:lnSpc>
              <a:spcBef>
                <a:spcPts val="994"/>
              </a:spcBef>
            </a:pPr>
            <a:r>
              <a:rPr sz="1600" dirty="0">
                <a:latin typeface="Calibri"/>
                <a:cs typeface="Calibri"/>
              </a:rPr>
              <a:t>UI</a:t>
            </a:r>
            <a:r>
              <a:rPr sz="1600" spc="295" dirty="0">
                <a:latin typeface="Calibri"/>
                <a:cs typeface="Calibri"/>
              </a:rPr>
              <a:t> </a:t>
            </a:r>
            <a:r>
              <a:rPr sz="1600" dirty="0">
                <a:latin typeface="Calibri"/>
                <a:cs typeface="Calibri"/>
              </a:rPr>
              <a:t>test</a:t>
            </a:r>
            <a:r>
              <a:rPr sz="1600" spc="300" dirty="0">
                <a:latin typeface="Calibri"/>
                <a:cs typeface="Calibri"/>
              </a:rPr>
              <a:t> </a:t>
            </a:r>
            <a:r>
              <a:rPr sz="1600" dirty="0">
                <a:latin typeface="Calibri"/>
                <a:cs typeface="Calibri"/>
              </a:rPr>
              <a:t>cases</a:t>
            </a:r>
            <a:r>
              <a:rPr sz="1600" spc="295" dirty="0">
                <a:latin typeface="Calibri"/>
                <a:cs typeface="Calibri"/>
              </a:rPr>
              <a:t> </a:t>
            </a:r>
            <a:r>
              <a:rPr sz="1600" dirty="0">
                <a:latin typeface="Calibri"/>
                <a:cs typeface="Calibri"/>
              </a:rPr>
              <a:t>are</a:t>
            </a:r>
            <a:r>
              <a:rPr sz="1600" spc="305" dirty="0">
                <a:latin typeface="Calibri"/>
                <a:cs typeface="Calibri"/>
              </a:rPr>
              <a:t> </a:t>
            </a:r>
            <a:r>
              <a:rPr sz="1600" dirty="0">
                <a:latin typeface="Calibri"/>
                <a:cs typeface="Calibri"/>
              </a:rPr>
              <a:t>the</a:t>
            </a:r>
            <a:r>
              <a:rPr sz="1600" spc="290" dirty="0">
                <a:latin typeface="Calibri"/>
                <a:cs typeface="Calibri"/>
              </a:rPr>
              <a:t> </a:t>
            </a:r>
            <a:r>
              <a:rPr sz="1600" dirty="0">
                <a:latin typeface="Calibri"/>
                <a:cs typeface="Calibri"/>
              </a:rPr>
              <a:t>list</a:t>
            </a:r>
            <a:r>
              <a:rPr sz="1600" spc="295" dirty="0">
                <a:latin typeface="Calibri"/>
                <a:cs typeface="Calibri"/>
              </a:rPr>
              <a:t> </a:t>
            </a:r>
            <a:r>
              <a:rPr sz="1600" dirty="0">
                <a:latin typeface="Calibri"/>
                <a:cs typeface="Calibri"/>
              </a:rPr>
              <a:t>of</a:t>
            </a:r>
            <a:r>
              <a:rPr sz="1600" spc="300" dirty="0">
                <a:latin typeface="Calibri"/>
                <a:cs typeface="Calibri"/>
              </a:rPr>
              <a:t> </a:t>
            </a:r>
            <a:r>
              <a:rPr sz="1600" dirty="0">
                <a:latin typeface="Calibri"/>
                <a:cs typeface="Calibri"/>
              </a:rPr>
              <a:t>tests</a:t>
            </a:r>
            <a:r>
              <a:rPr sz="1600" spc="295" dirty="0">
                <a:latin typeface="Calibri"/>
                <a:cs typeface="Calibri"/>
              </a:rPr>
              <a:t> </a:t>
            </a:r>
            <a:r>
              <a:rPr sz="1600" dirty="0">
                <a:latin typeface="Calibri"/>
                <a:cs typeface="Calibri"/>
              </a:rPr>
              <a:t>that</a:t>
            </a:r>
            <a:r>
              <a:rPr sz="1600" spc="300" dirty="0">
                <a:latin typeface="Calibri"/>
                <a:cs typeface="Calibri"/>
              </a:rPr>
              <a:t> </a:t>
            </a:r>
            <a:r>
              <a:rPr sz="1600" dirty="0">
                <a:latin typeface="Calibri"/>
                <a:cs typeface="Calibri"/>
              </a:rPr>
              <a:t>focus</a:t>
            </a:r>
            <a:r>
              <a:rPr sz="1600" spc="290" dirty="0">
                <a:latin typeface="Calibri"/>
                <a:cs typeface="Calibri"/>
              </a:rPr>
              <a:t> </a:t>
            </a:r>
            <a:r>
              <a:rPr sz="1600" dirty="0">
                <a:latin typeface="Calibri"/>
                <a:cs typeface="Calibri"/>
              </a:rPr>
              <a:t>on</a:t>
            </a:r>
            <a:r>
              <a:rPr sz="1600" spc="290" dirty="0">
                <a:latin typeface="Calibri"/>
                <a:cs typeface="Calibri"/>
              </a:rPr>
              <a:t> </a:t>
            </a:r>
            <a:r>
              <a:rPr sz="1600" dirty="0">
                <a:latin typeface="Calibri"/>
                <a:cs typeface="Calibri"/>
              </a:rPr>
              <a:t>verifying</a:t>
            </a:r>
            <a:r>
              <a:rPr sz="1600" spc="310" dirty="0">
                <a:latin typeface="Calibri"/>
                <a:cs typeface="Calibri"/>
              </a:rPr>
              <a:t> </a:t>
            </a:r>
            <a:r>
              <a:rPr sz="1600" spc="-25" dirty="0">
                <a:latin typeface="Calibri"/>
                <a:cs typeface="Calibri"/>
              </a:rPr>
              <a:t>the </a:t>
            </a:r>
            <a:r>
              <a:rPr sz="1600" dirty="0">
                <a:latin typeface="Calibri"/>
                <a:cs typeface="Calibri"/>
              </a:rPr>
              <a:t>functionality</a:t>
            </a:r>
            <a:r>
              <a:rPr sz="1600" spc="90" dirty="0">
                <a:latin typeface="Calibri"/>
                <a:cs typeface="Calibri"/>
              </a:rPr>
              <a:t>  </a:t>
            </a:r>
            <a:r>
              <a:rPr sz="1600" dirty="0">
                <a:latin typeface="Calibri"/>
                <a:cs typeface="Calibri"/>
              </a:rPr>
              <a:t>and</a:t>
            </a:r>
            <a:r>
              <a:rPr sz="1600" spc="85" dirty="0">
                <a:latin typeface="Calibri"/>
                <a:cs typeface="Calibri"/>
              </a:rPr>
              <a:t>  </a:t>
            </a:r>
            <a:r>
              <a:rPr sz="1600" dirty="0">
                <a:latin typeface="Calibri"/>
                <a:cs typeface="Calibri"/>
              </a:rPr>
              <a:t>behavior</a:t>
            </a:r>
            <a:r>
              <a:rPr sz="1600" spc="90" dirty="0">
                <a:latin typeface="Calibri"/>
                <a:cs typeface="Calibri"/>
              </a:rPr>
              <a:t>  </a:t>
            </a:r>
            <a:r>
              <a:rPr sz="1600" dirty="0">
                <a:latin typeface="Calibri"/>
                <a:cs typeface="Calibri"/>
              </a:rPr>
              <a:t>of</a:t>
            </a:r>
            <a:r>
              <a:rPr sz="1600" spc="95" dirty="0">
                <a:latin typeface="Calibri"/>
                <a:cs typeface="Calibri"/>
              </a:rPr>
              <a:t>  </a:t>
            </a:r>
            <a:r>
              <a:rPr sz="1600" dirty="0">
                <a:latin typeface="Calibri"/>
                <a:cs typeface="Calibri"/>
              </a:rPr>
              <a:t>a</a:t>
            </a:r>
            <a:r>
              <a:rPr sz="1600" spc="100" dirty="0">
                <a:latin typeface="Calibri"/>
                <a:cs typeface="Calibri"/>
              </a:rPr>
              <a:t>  </a:t>
            </a:r>
            <a:r>
              <a:rPr sz="1600" dirty="0">
                <a:latin typeface="Calibri"/>
                <a:cs typeface="Calibri"/>
              </a:rPr>
              <a:t>software</a:t>
            </a:r>
            <a:r>
              <a:rPr sz="1600" spc="85" dirty="0">
                <a:latin typeface="Calibri"/>
                <a:cs typeface="Calibri"/>
              </a:rPr>
              <a:t>  </a:t>
            </a:r>
            <a:r>
              <a:rPr sz="1600" dirty="0">
                <a:latin typeface="Calibri"/>
                <a:cs typeface="Calibri"/>
              </a:rPr>
              <a:t>application’s</a:t>
            </a:r>
            <a:r>
              <a:rPr sz="1600" spc="95" dirty="0">
                <a:latin typeface="Calibri"/>
                <a:cs typeface="Calibri"/>
              </a:rPr>
              <a:t>  </a:t>
            </a:r>
            <a:r>
              <a:rPr sz="1600" spc="-20" dirty="0">
                <a:latin typeface="Calibri"/>
                <a:cs typeface="Calibri"/>
              </a:rPr>
              <a:t>user </a:t>
            </a:r>
            <a:r>
              <a:rPr sz="1600" spc="-10" dirty="0">
                <a:latin typeface="Calibri"/>
                <a:cs typeface="Calibri"/>
              </a:rPr>
              <a:t>interface.</a:t>
            </a:r>
            <a:endParaRPr sz="1600" dirty="0">
              <a:latin typeface="Calibri"/>
              <a:cs typeface="Calibri"/>
            </a:endParaRPr>
          </a:p>
        </p:txBody>
      </p:sp>
      <p:sp>
        <p:nvSpPr>
          <p:cNvPr id="3" name="object 3"/>
          <p:cNvSpPr txBox="1"/>
          <p:nvPr/>
        </p:nvSpPr>
        <p:spPr>
          <a:xfrm>
            <a:off x="593242" y="1798066"/>
            <a:ext cx="986790" cy="513080"/>
          </a:xfrm>
          <a:prstGeom prst="rect">
            <a:avLst/>
          </a:prstGeom>
        </p:spPr>
        <p:txBody>
          <a:bodyPr vert="horz" wrap="square" lIns="0" tIns="12065" rIns="0" bIns="0" rtlCol="0">
            <a:spAutoFit/>
          </a:bodyPr>
          <a:lstStyle/>
          <a:p>
            <a:pPr marL="12700">
              <a:lnSpc>
                <a:spcPct val="100000"/>
              </a:lnSpc>
              <a:spcBef>
                <a:spcPts val="95"/>
              </a:spcBef>
              <a:tabLst>
                <a:tab pos="659765" algn="l"/>
              </a:tabLst>
            </a:pPr>
            <a:r>
              <a:rPr sz="1600" spc="-10" dirty="0">
                <a:latin typeface="Calibri"/>
                <a:cs typeface="Calibri"/>
              </a:rPr>
              <a:t>These</a:t>
            </a:r>
            <a:r>
              <a:rPr sz="1600" dirty="0">
                <a:latin typeface="Calibri"/>
                <a:cs typeface="Calibri"/>
              </a:rPr>
              <a:t>	</a:t>
            </a:r>
            <a:r>
              <a:rPr sz="1600" spc="-20" dirty="0">
                <a:latin typeface="Calibri"/>
                <a:cs typeface="Calibri"/>
              </a:rPr>
              <a:t>test</a:t>
            </a:r>
            <a:endParaRPr sz="1600">
              <a:latin typeface="Calibri"/>
              <a:cs typeface="Calibri"/>
            </a:endParaRPr>
          </a:p>
          <a:p>
            <a:pPr marL="12700">
              <a:lnSpc>
                <a:spcPct val="100000"/>
              </a:lnSpc>
            </a:pPr>
            <a:r>
              <a:rPr sz="1600" spc="-10" dirty="0">
                <a:latin typeface="Calibri"/>
                <a:cs typeface="Calibri"/>
              </a:rPr>
              <a:t>elements,</a:t>
            </a:r>
            <a:endParaRPr sz="1600">
              <a:latin typeface="Calibri"/>
              <a:cs typeface="Calibri"/>
            </a:endParaRPr>
          </a:p>
        </p:txBody>
      </p:sp>
      <p:sp>
        <p:nvSpPr>
          <p:cNvPr id="4" name="object 4"/>
          <p:cNvSpPr txBox="1"/>
          <p:nvPr/>
        </p:nvSpPr>
        <p:spPr>
          <a:xfrm>
            <a:off x="1600580" y="1798066"/>
            <a:ext cx="4341495" cy="513080"/>
          </a:xfrm>
          <a:prstGeom prst="rect">
            <a:avLst/>
          </a:prstGeom>
        </p:spPr>
        <p:txBody>
          <a:bodyPr vert="horz" wrap="square" lIns="0" tIns="12065" rIns="0" bIns="0" rtlCol="0">
            <a:spAutoFit/>
          </a:bodyPr>
          <a:lstStyle/>
          <a:p>
            <a:pPr marR="6350" algn="r">
              <a:lnSpc>
                <a:spcPct val="100000"/>
              </a:lnSpc>
              <a:spcBef>
                <a:spcPts val="95"/>
              </a:spcBef>
              <a:tabLst>
                <a:tab pos="601980" algn="l"/>
                <a:tab pos="1325880" algn="l"/>
                <a:tab pos="1827530" algn="l"/>
                <a:tab pos="2263140" algn="l"/>
                <a:tab pos="3451860" algn="l"/>
              </a:tabLst>
            </a:pPr>
            <a:r>
              <a:rPr sz="1600" spc="-10" dirty="0">
                <a:latin typeface="Calibri"/>
                <a:cs typeface="Calibri"/>
              </a:rPr>
              <a:t>cases</a:t>
            </a:r>
            <a:r>
              <a:rPr sz="1600" dirty="0">
                <a:latin typeface="Calibri"/>
                <a:cs typeface="Calibri"/>
              </a:rPr>
              <a:t>	</a:t>
            </a:r>
            <a:r>
              <a:rPr sz="1600" spc="-10" dirty="0">
                <a:latin typeface="Calibri"/>
                <a:cs typeface="Calibri"/>
              </a:rPr>
              <a:t>ensure</a:t>
            </a:r>
            <a:r>
              <a:rPr sz="1600" dirty="0">
                <a:latin typeface="Calibri"/>
                <a:cs typeface="Calibri"/>
              </a:rPr>
              <a:t>	</a:t>
            </a:r>
            <a:r>
              <a:rPr sz="1600" spc="-20" dirty="0">
                <a:latin typeface="Calibri"/>
                <a:cs typeface="Calibri"/>
              </a:rPr>
              <a:t>that</a:t>
            </a:r>
            <a:r>
              <a:rPr sz="1600" dirty="0">
                <a:latin typeface="Calibri"/>
                <a:cs typeface="Calibri"/>
              </a:rPr>
              <a:t>	</a:t>
            </a:r>
            <a:r>
              <a:rPr sz="1600" spc="-25" dirty="0">
                <a:latin typeface="Calibri"/>
                <a:cs typeface="Calibri"/>
              </a:rPr>
              <a:t>the</a:t>
            </a:r>
            <a:r>
              <a:rPr sz="1600" dirty="0">
                <a:latin typeface="Calibri"/>
                <a:cs typeface="Calibri"/>
              </a:rPr>
              <a:t>	</a:t>
            </a:r>
            <a:r>
              <a:rPr sz="1600" spc="-10" dirty="0">
                <a:latin typeface="Calibri"/>
                <a:cs typeface="Calibri"/>
              </a:rPr>
              <a:t>application’s</a:t>
            </a:r>
            <a:r>
              <a:rPr sz="1600" dirty="0">
                <a:latin typeface="Calibri"/>
                <a:cs typeface="Calibri"/>
              </a:rPr>
              <a:t>	</a:t>
            </a:r>
            <a:r>
              <a:rPr sz="1600" spc="-10" dirty="0">
                <a:latin typeface="Calibri"/>
                <a:cs typeface="Calibri"/>
              </a:rPr>
              <a:t>graphical</a:t>
            </a:r>
            <a:endParaRPr sz="1600">
              <a:latin typeface="Calibri"/>
              <a:cs typeface="Calibri"/>
            </a:endParaRPr>
          </a:p>
          <a:p>
            <a:pPr marR="5080" algn="r">
              <a:lnSpc>
                <a:spcPct val="100000"/>
              </a:lnSpc>
              <a:tabLst>
                <a:tab pos="570865" algn="l"/>
                <a:tab pos="940435" algn="l"/>
                <a:tab pos="1824355" algn="l"/>
                <a:tab pos="2622550" algn="l"/>
                <a:tab pos="3345179" algn="l"/>
                <a:tab pos="3848100" algn="l"/>
              </a:tabLst>
            </a:pPr>
            <a:r>
              <a:rPr sz="1600" spc="-20" dirty="0">
                <a:latin typeface="Calibri"/>
                <a:cs typeface="Calibri"/>
              </a:rPr>
              <a:t>such</a:t>
            </a:r>
            <a:r>
              <a:rPr sz="1600" dirty="0">
                <a:latin typeface="Calibri"/>
                <a:cs typeface="Calibri"/>
              </a:rPr>
              <a:t>	</a:t>
            </a:r>
            <a:r>
              <a:rPr sz="1600" spc="-25" dirty="0">
                <a:latin typeface="Calibri"/>
                <a:cs typeface="Calibri"/>
              </a:rPr>
              <a:t>as</a:t>
            </a:r>
            <a:r>
              <a:rPr sz="1600" dirty="0">
                <a:latin typeface="Calibri"/>
                <a:cs typeface="Calibri"/>
              </a:rPr>
              <a:t>	</a:t>
            </a:r>
            <a:r>
              <a:rPr sz="1600" spc="-10" dirty="0">
                <a:latin typeface="Calibri"/>
                <a:cs typeface="Calibri"/>
              </a:rPr>
              <a:t>buttons,</a:t>
            </a:r>
            <a:r>
              <a:rPr sz="1600" dirty="0">
                <a:latin typeface="Calibri"/>
                <a:cs typeface="Calibri"/>
              </a:rPr>
              <a:t>	</a:t>
            </a:r>
            <a:r>
              <a:rPr sz="1600" spc="-10" dirty="0">
                <a:latin typeface="Calibri"/>
                <a:cs typeface="Calibri"/>
              </a:rPr>
              <a:t>menus,</a:t>
            </a:r>
            <a:r>
              <a:rPr sz="1600" dirty="0">
                <a:latin typeface="Calibri"/>
                <a:cs typeface="Calibri"/>
              </a:rPr>
              <a:t>	</a:t>
            </a:r>
            <a:r>
              <a:rPr sz="1600" spc="-10" dirty="0">
                <a:latin typeface="Calibri"/>
                <a:cs typeface="Calibri"/>
              </a:rPr>
              <a:t>forms,</a:t>
            </a:r>
            <a:r>
              <a:rPr sz="1600" dirty="0">
                <a:latin typeface="Calibri"/>
                <a:cs typeface="Calibri"/>
              </a:rPr>
              <a:t>	</a:t>
            </a:r>
            <a:r>
              <a:rPr sz="1600" spc="-25" dirty="0">
                <a:latin typeface="Calibri"/>
                <a:cs typeface="Calibri"/>
              </a:rPr>
              <a:t>and</a:t>
            </a:r>
            <a:r>
              <a:rPr sz="1600" dirty="0">
                <a:latin typeface="Calibri"/>
                <a:cs typeface="Calibri"/>
              </a:rPr>
              <a:t>	</a:t>
            </a:r>
            <a:r>
              <a:rPr sz="1600" spc="-10" dirty="0">
                <a:latin typeface="Calibri"/>
                <a:cs typeface="Calibri"/>
              </a:rPr>
              <a:t>visual</a:t>
            </a:r>
            <a:endParaRPr sz="1600">
              <a:latin typeface="Calibri"/>
              <a:cs typeface="Calibri"/>
            </a:endParaRPr>
          </a:p>
        </p:txBody>
      </p:sp>
      <p:sp>
        <p:nvSpPr>
          <p:cNvPr id="5" name="object 5"/>
          <p:cNvSpPr txBox="1"/>
          <p:nvPr/>
        </p:nvSpPr>
        <p:spPr>
          <a:xfrm>
            <a:off x="593242" y="2286126"/>
            <a:ext cx="5349240" cy="2160905"/>
          </a:xfrm>
          <a:prstGeom prst="rect">
            <a:avLst/>
          </a:prstGeom>
        </p:spPr>
        <p:txBody>
          <a:bodyPr vert="horz" wrap="square" lIns="0" tIns="12065" rIns="0" bIns="0" rtlCol="0">
            <a:spAutoFit/>
          </a:bodyPr>
          <a:lstStyle/>
          <a:p>
            <a:pPr marL="12700" marR="6985" algn="just">
              <a:lnSpc>
                <a:spcPct val="100000"/>
              </a:lnSpc>
              <a:spcBef>
                <a:spcPts val="95"/>
              </a:spcBef>
            </a:pPr>
            <a:r>
              <a:rPr sz="1600" dirty="0">
                <a:latin typeface="Calibri"/>
                <a:cs typeface="Calibri"/>
              </a:rPr>
              <a:t>components,</a:t>
            </a:r>
            <a:r>
              <a:rPr sz="1600" spc="440" dirty="0">
                <a:latin typeface="Calibri"/>
                <a:cs typeface="Calibri"/>
              </a:rPr>
              <a:t> </a:t>
            </a:r>
            <a:r>
              <a:rPr sz="1600" dirty="0">
                <a:latin typeface="Calibri"/>
                <a:cs typeface="Calibri"/>
              </a:rPr>
              <a:t>work</a:t>
            </a:r>
            <a:r>
              <a:rPr sz="1600" spc="430" dirty="0">
                <a:latin typeface="Calibri"/>
                <a:cs typeface="Calibri"/>
              </a:rPr>
              <a:t> </a:t>
            </a:r>
            <a:r>
              <a:rPr sz="1600" dirty="0">
                <a:latin typeface="Calibri"/>
                <a:cs typeface="Calibri"/>
              </a:rPr>
              <a:t>as</a:t>
            </a:r>
            <a:r>
              <a:rPr sz="1600" spc="434" dirty="0">
                <a:latin typeface="Calibri"/>
                <a:cs typeface="Calibri"/>
              </a:rPr>
              <a:t> </a:t>
            </a:r>
            <a:r>
              <a:rPr sz="1600" dirty="0">
                <a:latin typeface="Calibri"/>
                <a:cs typeface="Calibri"/>
              </a:rPr>
              <a:t>expected</a:t>
            </a:r>
            <a:r>
              <a:rPr sz="1600" spc="430" dirty="0">
                <a:latin typeface="Calibri"/>
                <a:cs typeface="Calibri"/>
              </a:rPr>
              <a:t> </a:t>
            </a:r>
            <a:r>
              <a:rPr sz="1600" dirty="0">
                <a:latin typeface="Calibri"/>
                <a:cs typeface="Calibri"/>
              </a:rPr>
              <a:t>and</a:t>
            </a:r>
            <a:r>
              <a:rPr sz="1600" spc="430" dirty="0">
                <a:latin typeface="Calibri"/>
                <a:cs typeface="Calibri"/>
              </a:rPr>
              <a:t> </a:t>
            </a:r>
            <a:r>
              <a:rPr sz="1600" dirty="0">
                <a:latin typeface="Calibri"/>
                <a:cs typeface="Calibri"/>
              </a:rPr>
              <a:t>provide</a:t>
            </a:r>
            <a:r>
              <a:rPr sz="1600" spc="425" dirty="0">
                <a:latin typeface="Calibri"/>
                <a:cs typeface="Calibri"/>
              </a:rPr>
              <a:t> </a:t>
            </a:r>
            <a:r>
              <a:rPr sz="1600" dirty="0">
                <a:latin typeface="Calibri"/>
                <a:cs typeface="Calibri"/>
              </a:rPr>
              <a:t>a</a:t>
            </a:r>
            <a:r>
              <a:rPr sz="1600" spc="434" dirty="0">
                <a:latin typeface="Calibri"/>
                <a:cs typeface="Calibri"/>
              </a:rPr>
              <a:t> </a:t>
            </a:r>
            <a:r>
              <a:rPr sz="1600" dirty="0">
                <a:latin typeface="Calibri"/>
                <a:cs typeface="Calibri"/>
              </a:rPr>
              <a:t>positive</a:t>
            </a:r>
            <a:r>
              <a:rPr sz="1600" spc="425" dirty="0">
                <a:latin typeface="Calibri"/>
                <a:cs typeface="Calibri"/>
              </a:rPr>
              <a:t> </a:t>
            </a:r>
            <a:r>
              <a:rPr sz="1600" spc="-20" dirty="0">
                <a:latin typeface="Calibri"/>
                <a:cs typeface="Calibri"/>
              </a:rPr>
              <a:t>user </a:t>
            </a:r>
            <a:r>
              <a:rPr sz="1600" spc="-10" dirty="0">
                <a:latin typeface="Calibri"/>
                <a:cs typeface="Calibri"/>
              </a:rPr>
              <a:t>experience.</a:t>
            </a:r>
            <a:endParaRPr sz="1600">
              <a:latin typeface="Calibri"/>
              <a:cs typeface="Calibri"/>
            </a:endParaRPr>
          </a:p>
          <a:p>
            <a:pPr marL="12700" marR="5080" algn="just">
              <a:lnSpc>
                <a:spcPct val="100000"/>
              </a:lnSpc>
              <a:spcBef>
                <a:spcPts val="994"/>
              </a:spcBef>
            </a:pPr>
            <a:r>
              <a:rPr sz="1600" dirty="0">
                <a:latin typeface="Calibri"/>
                <a:cs typeface="Calibri"/>
              </a:rPr>
              <a:t>GUI</a:t>
            </a:r>
            <a:r>
              <a:rPr sz="1600" spc="180" dirty="0">
                <a:latin typeface="Calibri"/>
                <a:cs typeface="Calibri"/>
              </a:rPr>
              <a:t> </a:t>
            </a:r>
            <a:r>
              <a:rPr sz="1600" dirty="0">
                <a:latin typeface="Calibri"/>
                <a:cs typeface="Calibri"/>
              </a:rPr>
              <a:t>test</a:t>
            </a:r>
            <a:r>
              <a:rPr sz="1600" spc="185" dirty="0">
                <a:latin typeface="Calibri"/>
                <a:cs typeface="Calibri"/>
              </a:rPr>
              <a:t> </a:t>
            </a:r>
            <a:r>
              <a:rPr sz="1600" dirty="0">
                <a:latin typeface="Calibri"/>
                <a:cs typeface="Calibri"/>
              </a:rPr>
              <a:t>cases</a:t>
            </a:r>
            <a:r>
              <a:rPr sz="1600" spc="180" dirty="0">
                <a:latin typeface="Calibri"/>
                <a:cs typeface="Calibri"/>
              </a:rPr>
              <a:t> </a:t>
            </a:r>
            <a:r>
              <a:rPr sz="1600" dirty="0">
                <a:latin typeface="Calibri"/>
                <a:cs typeface="Calibri"/>
              </a:rPr>
              <a:t>include</a:t>
            </a:r>
            <a:r>
              <a:rPr sz="1600" spc="190" dirty="0">
                <a:latin typeface="Calibri"/>
                <a:cs typeface="Calibri"/>
              </a:rPr>
              <a:t> </a:t>
            </a:r>
            <a:r>
              <a:rPr sz="1600" dirty="0">
                <a:latin typeface="Calibri"/>
                <a:cs typeface="Calibri"/>
              </a:rPr>
              <a:t>functional</a:t>
            </a:r>
            <a:r>
              <a:rPr sz="1600" spc="190" dirty="0">
                <a:latin typeface="Calibri"/>
                <a:cs typeface="Calibri"/>
              </a:rPr>
              <a:t> </a:t>
            </a:r>
            <a:r>
              <a:rPr sz="1600" dirty="0">
                <a:latin typeface="Calibri"/>
                <a:cs typeface="Calibri"/>
              </a:rPr>
              <a:t>UI</a:t>
            </a:r>
            <a:r>
              <a:rPr sz="1600" spc="170" dirty="0">
                <a:latin typeface="Calibri"/>
                <a:cs typeface="Calibri"/>
              </a:rPr>
              <a:t> </a:t>
            </a:r>
            <a:r>
              <a:rPr sz="1600" dirty="0">
                <a:latin typeface="Calibri"/>
                <a:cs typeface="Calibri"/>
              </a:rPr>
              <a:t>testing,</a:t>
            </a:r>
            <a:r>
              <a:rPr sz="1600" spc="185" dirty="0">
                <a:latin typeface="Calibri"/>
                <a:cs typeface="Calibri"/>
              </a:rPr>
              <a:t> </a:t>
            </a:r>
            <a:r>
              <a:rPr sz="1600" dirty="0">
                <a:latin typeface="Calibri"/>
                <a:cs typeface="Calibri"/>
              </a:rPr>
              <a:t>layout</a:t>
            </a:r>
            <a:r>
              <a:rPr sz="1600" spc="190" dirty="0">
                <a:latin typeface="Calibri"/>
                <a:cs typeface="Calibri"/>
              </a:rPr>
              <a:t> </a:t>
            </a:r>
            <a:r>
              <a:rPr sz="1600" dirty="0">
                <a:latin typeface="Calibri"/>
                <a:cs typeface="Calibri"/>
              </a:rPr>
              <a:t>and</a:t>
            </a:r>
            <a:r>
              <a:rPr sz="1600" spc="180" dirty="0">
                <a:latin typeface="Calibri"/>
                <a:cs typeface="Calibri"/>
              </a:rPr>
              <a:t> </a:t>
            </a:r>
            <a:r>
              <a:rPr sz="1600" spc="-10" dirty="0">
                <a:latin typeface="Calibri"/>
                <a:cs typeface="Calibri"/>
              </a:rPr>
              <a:t>design </a:t>
            </a:r>
            <a:r>
              <a:rPr sz="1600" dirty="0">
                <a:latin typeface="Calibri"/>
                <a:cs typeface="Calibri"/>
              </a:rPr>
              <a:t>testing,</a:t>
            </a:r>
            <a:r>
              <a:rPr sz="1600" spc="225" dirty="0">
                <a:latin typeface="Calibri"/>
                <a:cs typeface="Calibri"/>
              </a:rPr>
              <a:t> </a:t>
            </a:r>
            <a:r>
              <a:rPr sz="1600" dirty="0">
                <a:latin typeface="Calibri"/>
                <a:cs typeface="Calibri"/>
              </a:rPr>
              <a:t>navigation</a:t>
            </a:r>
            <a:r>
              <a:rPr sz="1600" spc="229" dirty="0">
                <a:latin typeface="Calibri"/>
                <a:cs typeface="Calibri"/>
              </a:rPr>
              <a:t> </a:t>
            </a:r>
            <a:r>
              <a:rPr sz="1600" dirty="0">
                <a:latin typeface="Calibri"/>
                <a:cs typeface="Calibri"/>
              </a:rPr>
              <a:t>testing,</a:t>
            </a:r>
            <a:r>
              <a:rPr sz="1600" spc="225" dirty="0">
                <a:latin typeface="Calibri"/>
                <a:cs typeface="Calibri"/>
              </a:rPr>
              <a:t> </a:t>
            </a:r>
            <a:r>
              <a:rPr sz="1600" dirty="0">
                <a:latin typeface="Calibri"/>
                <a:cs typeface="Calibri"/>
              </a:rPr>
              <a:t>input</a:t>
            </a:r>
            <a:r>
              <a:rPr sz="1600" spc="235" dirty="0">
                <a:latin typeface="Calibri"/>
                <a:cs typeface="Calibri"/>
              </a:rPr>
              <a:t> </a:t>
            </a:r>
            <a:r>
              <a:rPr sz="1600" dirty="0">
                <a:latin typeface="Calibri"/>
                <a:cs typeface="Calibri"/>
              </a:rPr>
              <a:t>validation</a:t>
            </a:r>
            <a:r>
              <a:rPr sz="1600" spc="229" dirty="0">
                <a:latin typeface="Calibri"/>
                <a:cs typeface="Calibri"/>
              </a:rPr>
              <a:t> </a:t>
            </a:r>
            <a:r>
              <a:rPr sz="1600" dirty="0">
                <a:latin typeface="Calibri"/>
                <a:cs typeface="Calibri"/>
              </a:rPr>
              <a:t>and</a:t>
            </a:r>
            <a:r>
              <a:rPr sz="1600" spc="235" dirty="0">
                <a:latin typeface="Calibri"/>
                <a:cs typeface="Calibri"/>
              </a:rPr>
              <a:t> </a:t>
            </a:r>
            <a:r>
              <a:rPr sz="1600" spc="-10" dirty="0">
                <a:latin typeface="Calibri"/>
                <a:cs typeface="Calibri"/>
              </a:rPr>
              <a:t>error-handling testing.</a:t>
            </a:r>
            <a:endParaRPr sz="1600">
              <a:latin typeface="Calibri"/>
              <a:cs typeface="Calibri"/>
            </a:endParaRPr>
          </a:p>
          <a:p>
            <a:pPr marL="12700" algn="just">
              <a:lnSpc>
                <a:spcPct val="100000"/>
              </a:lnSpc>
              <a:spcBef>
                <a:spcPts val="1030"/>
              </a:spcBef>
            </a:pPr>
            <a:r>
              <a:rPr sz="1100" b="1" dirty="0">
                <a:solidFill>
                  <a:srgbClr val="FF0000"/>
                </a:solidFill>
                <a:latin typeface="Calibri"/>
                <a:cs typeface="Calibri"/>
              </a:rPr>
              <a:t>UI</a:t>
            </a:r>
            <a:r>
              <a:rPr sz="1100" b="1" spc="-25" dirty="0">
                <a:solidFill>
                  <a:srgbClr val="FF0000"/>
                </a:solidFill>
                <a:latin typeface="Calibri"/>
                <a:cs typeface="Calibri"/>
              </a:rPr>
              <a:t> </a:t>
            </a:r>
            <a:r>
              <a:rPr sz="1100" b="1" dirty="0">
                <a:solidFill>
                  <a:srgbClr val="FF0000"/>
                </a:solidFill>
                <a:latin typeface="Calibri"/>
                <a:cs typeface="Calibri"/>
              </a:rPr>
              <a:t>Test</a:t>
            </a:r>
            <a:r>
              <a:rPr sz="1100" b="1" spc="-10" dirty="0">
                <a:solidFill>
                  <a:srgbClr val="FF0000"/>
                </a:solidFill>
                <a:latin typeface="Calibri"/>
                <a:cs typeface="Calibri"/>
              </a:rPr>
              <a:t> </a:t>
            </a:r>
            <a:r>
              <a:rPr sz="1100" b="1" dirty="0">
                <a:solidFill>
                  <a:srgbClr val="FF0000"/>
                </a:solidFill>
                <a:latin typeface="Calibri"/>
                <a:cs typeface="Calibri"/>
              </a:rPr>
              <a:t>Case</a:t>
            </a:r>
            <a:r>
              <a:rPr sz="1100" b="1" spc="-20" dirty="0">
                <a:solidFill>
                  <a:srgbClr val="FF0000"/>
                </a:solidFill>
                <a:latin typeface="Calibri"/>
                <a:cs typeface="Calibri"/>
              </a:rPr>
              <a:t> </a:t>
            </a:r>
            <a:r>
              <a:rPr sz="1100" b="1" spc="-10" dirty="0">
                <a:solidFill>
                  <a:srgbClr val="FF0000"/>
                </a:solidFill>
                <a:latin typeface="Calibri"/>
                <a:cs typeface="Calibri"/>
              </a:rPr>
              <a:t>Examples</a:t>
            </a:r>
            <a:endParaRPr sz="1100">
              <a:latin typeface="Calibri"/>
              <a:cs typeface="Calibri"/>
            </a:endParaRPr>
          </a:p>
          <a:p>
            <a:pPr marL="241300" marR="6350" indent="-228600">
              <a:lnSpc>
                <a:spcPct val="100000"/>
              </a:lnSpc>
              <a:spcBef>
                <a:spcPts val="995"/>
              </a:spcBef>
              <a:buFont typeface="Wingdings"/>
              <a:buChar char=""/>
              <a:tabLst>
                <a:tab pos="241300" algn="l"/>
              </a:tabLst>
            </a:pPr>
            <a:r>
              <a:rPr sz="1200" b="1" dirty="0">
                <a:latin typeface="Calibri"/>
                <a:cs typeface="Calibri"/>
              </a:rPr>
              <a:t>Understand</a:t>
            </a:r>
            <a:r>
              <a:rPr sz="1200" b="1" spc="114" dirty="0">
                <a:latin typeface="Calibri"/>
                <a:cs typeface="Calibri"/>
              </a:rPr>
              <a:t>  </a:t>
            </a:r>
            <a:r>
              <a:rPr sz="1200" b="1" dirty="0">
                <a:latin typeface="Calibri"/>
                <a:cs typeface="Calibri"/>
              </a:rPr>
              <a:t>Requirements:</a:t>
            </a:r>
            <a:r>
              <a:rPr sz="1200" b="1" spc="110" dirty="0">
                <a:latin typeface="Calibri"/>
                <a:cs typeface="Calibri"/>
              </a:rPr>
              <a:t>  </a:t>
            </a:r>
            <a:r>
              <a:rPr sz="1200" dirty="0">
                <a:latin typeface="Calibri"/>
                <a:cs typeface="Calibri"/>
              </a:rPr>
              <a:t>Familiarize</a:t>
            </a:r>
            <a:r>
              <a:rPr sz="1200" spc="120" dirty="0">
                <a:latin typeface="Calibri"/>
                <a:cs typeface="Calibri"/>
              </a:rPr>
              <a:t>  </a:t>
            </a:r>
            <a:r>
              <a:rPr sz="1200" dirty="0">
                <a:latin typeface="Calibri"/>
                <a:cs typeface="Calibri"/>
              </a:rPr>
              <a:t>yourself</a:t>
            </a:r>
            <a:r>
              <a:rPr sz="1200" spc="114" dirty="0">
                <a:latin typeface="Calibri"/>
                <a:cs typeface="Calibri"/>
              </a:rPr>
              <a:t>  </a:t>
            </a:r>
            <a:r>
              <a:rPr sz="1200" dirty="0">
                <a:latin typeface="Calibri"/>
                <a:cs typeface="Calibri"/>
              </a:rPr>
              <a:t>with</a:t>
            </a:r>
            <a:r>
              <a:rPr sz="1200" spc="490" dirty="0">
                <a:latin typeface="Calibri"/>
                <a:cs typeface="Calibri"/>
              </a:rPr>
              <a:t> </a:t>
            </a:r>
            <a:r>
              <a:rPr sz="1200" dirty="0">
                <a:latin typeface="Calibri"/>
                <a:cs typeface="Calibri"/>
              </a:rPr>
              <a:t>design</a:t>
            </a:r>
            <a:r>
              <a:rPr sz="1200" spc="114" dirty="0">
                <a:latin typeface="Calibri"/>
                <a:cs typeface="Calibri"/>
              </a:rPr>
              <a:t>  </a:t>
            </a:r>
            <a:r>
              <a:rPr sz="1200" dirty="0">
                <a:latin typeface="Calibri"/>
                <a:cs typeface="Calibri"/>
              </a:rPr>
              <a:t>and</a:t>
            </a:r>
            <a:r>
              <a:rPr sz="1200" spc="495" dirty="0">
                <a:latin typeface="Calibri"/>
                <a:cs typeface="Calibri"/>
              </a:rPr>
              <a:t> </a:t>
            </a:r>
            <a:r>
              <a:rPr sz="1200" spc="-10" dirty="0">
                <a:latin typeface="Calibri"/>
                <a:cs typeface="Calibri"/>
              </a:rPr>
              <a:t>functional requirements.</a:t>
            </a:r>
            <a:endParaRPr sz="1200">
              <a:latin typeface="Calibri"/>
              <a:cs typeface="Calibri"/>
            </a:endParaRPr>
          </a:p>
        </p:txBody>
      </p:sp>
      <p:sp>
        <p:nvSpPr>
          <p:cNvPr id="6" name="object 6"/>
          <p:cNvSpPr txBox="1"/>
          <p:nvPr/>
        </p:nvSpPr>
        <p:spPr>
          <a:xfrm>
            <a:off x="593242" y="4549520"/>
            <a:ext cx="5347335" cy="1010285"/>
          </a:xfrm>
          <a:prstGeom prst="rect">
            <a:avLst/>
          </a:prstGeom>
        </p:spPr>
        <p:txBody>
          <a:bodyPr vert="horz" wrap="square" lIns="0" tIns="12700" rIns="0" bIns="0" rtlCol="0">
            <a:spAutoFit/>
          </a:bodyPr>
          <a:lstStyle/>
          <a:p>
            <a:pPr marL="240665" indent="-227965">
              <a:lnSpc>
                <a:spcPct val="100000"/>
              </a:lnSpc>
              <a:spcBef>
                <a:spcPts val="100"/>
              </a:spcBef>
              <a:buFont typeface="Wingdings"/>
              <a:buChar char=""/>
              <a:tabLst>
                <a:tab pos="240665" algn="l"/>
              </a:tabLst>
            </a:pPr>
            <a:r>
              <a:rPr sz="1200" b="1" dirty="0">
                <a:latin typeface="Calibri"/>
                <a:cs typeface="Calibri"/>
              </a:rPr>
              <a:t>Identify</a:t>
            </a:r>
            <a:r>
              <a:rPr sz="1200" b="1" spc="-30" dirty="0">
                <a:latin typeface="Calibri"/>
                <a:cs typeface="Calibri"/>
              </a:rPr>
              <a:t> </a:t>
            </a:r>
            <a:r>
              <a:rPr sz="1200" b="1" u="sng" spc="-20" dirty="0">
                <a:solidFill>
                  <a:srgbClr val="0462C1"/>
                </a:solidFill>
                <a:uFill>
                  <a:solidFill>
                    <a:srgbClr val="0462C1"/>
                  </a:solidFill>
                </a:uFill>
                <a:latin typeface="Calibri"/>
                <a:cs typeface="Calibri"/>
                <a:hlinkClick r:id="rId3"/>
              </a:rPr>
              <a:t>Test </a:t>
            </a:r>
            <a:r>
              <a:rPr sz="1200" b="1" u="sng" dirty="0">
                <a:solidFill>
                  <a:srgbClr val="0462C1"/>
                </a:solidFill>
                <a:uFill>
                  <a:solidFill>
                    <a:srgbClr val="0462C1"/>
                  </a:solidFill>
                </a:uFill>
                <a:latin typeface="Calibri"/>
                <a:cs typeface="Calibri"/>
                <a:hlinkClick r:id="rId3"/>
              </a:rPr>
              <a:t>Scenarios</a:t>
            </a:r>
            <a:r>
              <a:rPr sz="1200" b="1" dirty="0">
                <a:latin typeface="Calibri"/>
                <a:cs typeface="Calibri"/>
              </a:rPr>
              <a:t>:</a:t>
            </a:r>
            <a:r>
              <a:rPr sz="1200" b="1" spc="-40" dirty="0">
                <a:latin typeface="Calibri"/>
                <a:cs typeface="Calibri"/>
              </a:rPr>
              <a:t> </a:t>
            </a:r>
            <a:r>
              <a:rPr sz="1200" dirty="0">
                <a:latin typeface="Calibri"/>
                <a:cs typeface="Calibri"/>
              </a:rPr>
              <a:t>List</a:t>
            </a:r>
            <a:r>
              <a:rPr sz="1200" spc="-15" dirty="0">
                <a:latin typeface="Calibri"/>
                <a:cs typeface="Calibri"/>
              </a:rPr>
              <a:t> </a:t>
            </a:r>
            <a:r>
              <a:rPr sz="1200" dirty="0">
                <a:latin typeface="Calibri"/>
                <a:cs typeface="Calibri"/>
              </a:rPr>
              <a:t>scenarios,</a:t>
            </a:r>
            <a:r>
              <a:rPr sz="1200" spc="-15" dirty="0">
                <a:latin typeface="Calibri"/>
                <a:cs typeface="Calibri"/>
              </a:rPr>
              <a:t> </a:t>
            </a:r>
            <a:r>
              <a:rPr sz="1200" dirty="0">
                <a:latin typeface="Calibri"/>
                <a:cs typeface="Calibri"/>
              </a:rPr>
              <a:t>user</a:t>
            </a:r>
            <a:r>
              <a:rPr sz="1200" spc="-25" dirty="0">
                <a:latin typeface="Calibri"/>
                <a:cs typeface="Calibri"/>
              </a:rPr>
              <a:t> </a:t>
            </a:r>
            <a:r>
              <a:rPr sz="1200" spc="-10" dirty="0">
                <a:latin typeface="Calibri"/>
                <a:cs typeface="Calibri"/>
              </a:rPr>
              <a:t>interactions,</a:t>
            </a:r>
            <a:r>
              <a:rPr sz="1200" spc="-50" dirty="0">
                <a:latin typeface="Calibri"/>
                <a:cs typeface="Calibri"/>
              </a:rPr>
              <a:t> </a:t>
            </a:r>
            <a:r>
              <a:rPr sz="1200" dirty="0">
                <a:latin typeface="Calibri"/>
                <a:cs typeface="Calibri"/>
              </a:rPr>
              <a:t>and</a:t>
            </a:r>
            <a:r>
              <a:rPr sz="1200" spc="-35" dirty="0">
                <a:latin typeface="Calibri"/>
                <a:cs typeface="Calibri"/>
              </a:rPr>
              <a:t> </a:t>
            </a:r>
            <a:r>
              <a:rPr sz="1200" spc="-10" dirty="0">
                <a:latin typeface="Calibri"/>
                <a:cs typeface="Calibri"/>
              </a:rPr>
              <a:t>workflows.</a:t>
            </a:r>
            <a:endParaRPr sz="1200">
              <a:latin typeface="Calibri"/>
              <a:cs typeface="Calibri"/>
            </a:endParaRPr>
          </a:p>
          <a:p>
            <a:pPr marL="240665" indent="-227965">
              <a:lnSpc>
                <a:spcPct val="100000"/>
              </a:lnSpc>
              <a:spcBef>
                <a:spcPts val="994"/>
              </a:spcBef>
              <a:buFont typeface="Wingdings"/>
              <a:buChar char=""/>
              <a:tabLst>
                <a:tab pos="240665" algn="l"/>
              </a:tabLst>
            </a:pPr>
            <a:r>
              <a:rPr sz="1200" b="1" spc="-10" dirty="0">
                <a:latin typeface="Calibri"/>
                <a:cs typeface="Calibri"/>
              </a:rPr>
              <a:t>Prioritize</a:t>
            </a:r>
            <a:r>
              <a:rPr sz="1200" b="1" spc="-35" dirty="0">
                <a:latin typeface="Calibri"/>
                <a:cs typeface="Calibri"/>
              </a:rPr>
              <a:t> </a:t>
            </a:r>
            <a:r>
              <a:rPr sz="1200" b="1" spc="-25" dirty="0">
                <a:latin typeface="Calibri"/>
                <a:cs typeface="Calibri"/>
              </a:rPr>
              <a:t>Test</a:t>
            </a:r>
            <a:r>
              <a:rPr sz="1200" b="1" spc="-20" dirty="0">
                <a:latin typeface="Calibri"/>
                <a:cs typeface="Calibri"/>
              </a:rPr>
              <a:t> </a:t>
            </a:r>
            <a:r>
              <a:rPr sz="1200" b="1" dirty="0">
                <a:latin typeface="Calibri"/>
                <a:cs typeface="Calibri"/>
              </a:rPr>
              <a:t>Cases:</a:t>
            </a:r>
            <a:r>
              <a:rPr sz="1200" b="1" spc="-30" dirty="0">
                <a:latin typeface="Calibri"/>
                <a:cs typeface="Calibri"/>
              </a:rPr>
              <a:t> </a:t>
            </a:r>
            <a:r>
              <a:rPr sz="1200" dirty="0">
                <a:latin typeface="Calibri"/>
                <a:cs typeface="Calibri"/>
              </a:rPr>
              <a:t>Rank</a:t>
            </a:r>
            <a:r>
              <a:rPr sz="1200" spc="-15" dirty="0">
                <a:latin typeface="Calibri"/>
                <a:cs typeface="Calibri"/>
              </a:rPr>
              <a:t> </a:t>
            </a:r>
            <a:r>
              <a:rPr sz="1200" dirty="0">
                <a:latin typeface="Calibri"/>
                <a:cs typeface="Calibri"/>
              </a:rPr>
              <a:t>cases</a:t>
            </a:r>
            <a:r>
              <a:rPr sz="1200" spc="15" dirty="0">
                <a:latin typeface="Calibri"/>
                <a:cs typeface="Calibri"/>
              </a:rPr>
              <a:t> </a:t>
            </a:r>
            <a:r>
              <a:rPr sz="1200" dirty="0">
                <a:latin typeface="Calibri"/>
                <a:cs typeface="Calibri"/>
              </a:rPr>
              <a:t>based</a:t>
            </a:r>
            <a:r>
              <a:rPr sz="1200" spc="-15" dirty="0">
                <a:latin typeface="Calibri"/>
                <a:cs typeface="Calibri"/>
              </a:rPr>
              <a:t> </a:t>
            </a:r>
            <a:r>
              <a:rPr sz="1200" dirty="0">
                <a:latin typeface="Calibri"/>
                <a:cs typeface="Calibri"/>
              </a:rPr>
              <a:t>on</a:t>
            </a:r>
            <a:r>
              <a:rPr sz="1200" spc="-20" dirty="0">
                <a:latin typeface="Calibri"/>
                <a:cs typeface="Calibri"/>
              </a:rPr>
              <a:t> </a:t>
            </a:r>
            <a:r>
              <a:rPr sz="1200" dirty="0">
                <a:latin typeface="Calibri"/>
                <a:cs typeface="Calibri"/>
              </a:rPr>
              <a:t>criticality</a:t>
            </a:r>
            <a:r>
              <a:rPr sz="1200" spc="-25" dirty="0">
                <a:latin typeface="Calibri"/>
                <a:cs typeface="Calibri"/>
              </a:rPr>
              <a:t> </a:t>
            </a:r>
            <a:r>
              <a:rPr sz="1200" dirty="0">
                <a:latin typeface="Calibri"/>
                <a:cs typeface="Calibri"/>
              </a:rPr>
              <a:t>and</a:t>
            </a:r>
            <a:r>
              <a:rPr sz="1200" spc="-25" dirty="0">
                <a:latin typeface="Calibri"/>
                <a:cs typeface="Calibri"/>
              </a:rPr>
              <a:t> </a:t>
            </a:r>
            <a:r>
              <a:rPr sz="1200" spc="-10" dirty="0">
                <a:latin typeface="Calibri"/>
                <a:cs typeface="Calibri"/>
              </a:rPr>
              <a:t>usage.</a:t>
            </a:r>
            <a:endParaRPr sz="1200">
              <a:latin typeface="Calibri"/>
              <a:cs typeface="Calibri"/>
            </a:endParaRPr>
          </a:p>
          <a:p>
            <a:pPr marL="240665" indent="-227965">
              <a:lnSpc>
                <a:spcPct val="100000"/>
              </a:lnSpc>
              <a:spcBef>
                <a:spcPts val="994"/>
              </a:spcBef>
              <a:buFont typeface="Wingdings"/>
              <a:buChar char=""/>
              <a:tabLst>
                <a:tab pos="240665" algn="l"/>
              </a:tabLst>
            </a:pPr>
            <a:r>
              <a:rPr sz="1200" b="1" dirty="0">
                <a:latin typeface="Calibri"/>
                <a:cs typeface="Calibri"/>
              </a:rPr>
              <a:t>Create</a:t>
            </a:r>
            <a:r>
              <a:rPr sz="1200" b="1" spc="185" dirty="0">
                <a:latin typeface="Calibri"/>
                <a:cs typeface="Calibri"/>
              </a:rPr>
              <a:t> </a:t>
            </a:r>
            <a:r>
              <a:rPr sz="1200" b="1" dirty="0">
                <a:latin typeface="Calibri"/>
                <a:cs typeface="Calibri"/>
              </a:rPr>
              <a:t>Test</a:t>
            </a:r>
            <a:r>
              <a:rPr sz="1200" b="1" spc="200" dirty="0">
                <a:latin typeface="Calibri"/>
                <a:cs typeface="Calibri"/>
              </a:rPr>
              <a:t> </a:t>
            </a:r>
            <a:r>
              <a:rPr sz="1200" b="1" dirty="0">
                <a:latin typeface="Calibri"/>
                <a:cs typeface="Calibri"/>
              </a:rPr>
              <a:t>Cases:</a:t>
            </a:r>
            <a:r>
              <a:rPr sz="1200" b="1" spc="204" dirty="0">
                <a:latin typeface="Calibri"/>
                <a:cs typeface="Calibri"/>
              </a:rPr>
              <a:t> </a:t>
            </a:r>
            <a:r>
              <a:rPr sz="1200" dirty="0">
                <a:latin typeface="Calibri"/>
                <a:cs typeface="Calibri"/>
              </a:rPr>
              <a:t>Craft</a:t>
            </a:r>
            <a:r>
              <a:rPr sz="1200" spc="200" dirty="0">
                <a:latin typeface="Calibri"/>
                <a:cs typeface="Calibri"/>
              </a:rPr>
              <a:t> </a:t>
            </a:r>
            <a:r>
              <a:rPr sz="1200" dirty="0">
                <a:latin typeface="Calibri"/>
                <a:cs typeface="Calibri"/>
              </a:rPr>
              <a:t>clear</a:t>
            </a:r>
            <a:r>
              <a:rPr sz="1200" spc="190" dirty="0">
                <a:latin typeface="Calibri"/>
                <a:cs typeface="Calibri"/>
              </a:rPr>
              <a:t> </a:t>
            </a:r>
            <a:r>
              <a:rPr sz="1200" dirty="0">
                <a:latin typeface="Calibri"/>
                <a:cs typeface="Calibri"/>
              </a:rPr>
              <a:t>test</a:t>
            </a:r>
            <a:r>
              <a:rPr sz="1200" spc="204" dirty="0">
                <a:latin typeface="Calibri"/>
                <a:cs typeface="Calibri"/>
              </a:rPr>
              <a:t> </a:t>
            </a:r>
            <a:r>
              <a:rPr sz="1200" dirty="0">
                <a:latin typeface="Calibri"/>
                <a:cs typeface="Calibri"/>
              </a:rPr>
              <a:t>cases</a:t>
            </a:r>
            <a:r>
              <a:rPr sz="1200" spc="200" dirty="0">
                <a:latin typeface="Calibri"/>
                <a:cs typeface="Calibri"/>
              </a:rPr>
              <a:t> </a:t>
            </a:r>
            <a:r>
              <a:rPr sz="1200" dirty="0">
                <a:latin typeface="Calibri"/>
                <a:cs typeface="Calibri"/>
              </a:rPr>
              <a:t>with</a:t>
            </a:r>
            <a:r>
              <a:rPr sz="1200" spc="204" dirty="0">
                <a:latin typeface="Calibri"/>
                <a:cs typeface="Calibri"/>
              </a:rPr>
              <a:t> </a:t>
            </a:r>
            <a:r>
              <a:rPr sz="1200" dirty="0">
                <a:latin typeface="Calibri"/>
                <a:cs typeface="Calibri"/>
              </a:rPr>
              <a:t>titles,</a:t>
            </a:r>
            <a:r>
              <a:rPr sz="1200" spc="195" dirty="0">
                <a:latin typeface="Calibri"/>
                <a:cs typeface="Calibri"/>
              </a:rPr>
              <a:t> </a:t>
            </a:r>
            <a:r>
              <a:rPr sz="1200" dirty="0">
                <a:latin typeface="Calibri"/>
                <a:cs typeface="Calibri"/>
              </a:rPr>
              <a:t>steps,</a:t>
            </a:r>
            <a:r>
              <a:rPr sz="1200" spc="190" dirty="0">
                <a:latin typeface="Calibri"/>
                <a:cs typeface="Calibri"/>
              </a:rPr>
              <a:t> </a:t>
            </a:r>
            <a:r>
              <a:rPr sz="1200" dirty="0">
                <a:latin typeface="Calibri"/>
                <a:cs typeface="Calibri"/>
              </a:rPr>
              <a:t>data,</a:t>
            </a:r>
            <a:r>
              <a:rPr sz="1200" spc="200" dirty="0">
                <a:latin typeface="Calibri"/>
                <a:cs typeface="Calibri"/>
              </a:rPr>
              <a:t> </a:t>
            </a:r>
            <a:r>
              <a:rPr sz="1200" dirty="0">
                <a:latin typeface="Calibri"/>
                <a:cs typeface="Calibri"/>
              </a:rPr>
              <a:t>and</a:t>
            </a:r>
            <a:r>
              <a:rPr sz="1200" spc="195" dirty="0">
                <a:latin typeface="Calibri"/>
                <a:cs typeface="Calibri"/>
              </a:rPr>
              <a:t> </a:t>
            </a:r>
            <a:r>
              <a:rPr sz="1200" spc="-10" dirty="0">
                <a:latin typeface="Calibri"/>
                <a:cs typeface="Calibri"/>
              </a:rPr>
              <a:t>expected</a:t>
            </a:r>
            <a:endParaRPr sz="1200">
              <a:latin typeface="Calibri"/>
              <a:cs typeface="Calibri"/>
            </a:endParaRPr>
          </a:p>
          <a:p>
            <a:pPr marL="241300">
              <a:lnSpc>
                <a:spcPct val="100000"/>
              </a:lnSpc>
              <a:spcBef>
                <a:spcPts val="5"/>
              </a:spcBef>
            </a:pPr>
            <a:r>
              <a:rPr sz="1200" spc="-10" dirty="0">
                <a:latin typeface="Calibri"/>
                <a:cs typeface="Calibri"/>
              </a:rPr>
              <a:t>outcomes.</a:t>
            </a:r>
            <a:endParaRPr sz="1200">
              <a:latin typeface="Calibri"/>
              <a:cs typeface="Calibri"/>
            </a:endParaRPr>
          </a:p>
        </p:txBody>
      </p:sp>
      <p:sp>
        <p:nvSpPr>
          <p:cNvPr id="7" name="object 7"/>
          <p:cNvSpPr txBox="1"/>
          <p:nvPr/>
        </p:nvSpPr>
        <p:spPr>
          <a:xfrm>
            <a:off x="593242" y="5662371"/>
            <a:ext cx="4359275" cy="208279"/>
          </a:xfrm>
          <a:prstGeom prst="rect">
            <a:avLst/>
          </a:prstGeom>
        </p:spPr>
        <p:txBody>
          <a:bodyPr vert="horz" wrap="square" lIns="0" tIns="12700" rIns="0" bIns="0" rtlCol="0">
            <a:spAutoFit/>
          </a:bodyPr>
          <a:lstStyle/>
          <a:p>
            <a:pPr marL="240665" indent="-227965">
              <a:lnSpc>
                <a:spcPct val="100000"/>
              </a:lnSpc>
              <a:spcBef>
                <a:spcPts val="100"/>
              </a:spcBef>
              <a:buFont typeface="Wingdings"/>
              <a:buChar char=""/>
              <a:tabLst>
                <a:tab pos="240665" algn="l"/>
              </a:tabLst>
            </a:pPr>
            <a:r>
              <a:rPr sz="1200" b="1" dirty="0">
                <a:latin typeface="Calibri"/>
                <a:cs typeface="Calibri"/>
              </a:rPr>
              <a:t>Include</a:t>
            </a:r>
            <a:r>
              <a:rPr sz="1200" b="1" spc="-5" dirty="0">
                <a:latin typeface="Calibri"/>
                <a:cs typeface="Calibri"/>
              </a:rPr>
              <a:t> </a:t>
            </a:r>
            <a:r>
              <a:rPr sz="1200" b="1" dirty="0">
                <a:latin typeface="Calibri"/>
                <a:cs typeface="Calibri"/>
              </a:rPr>
              <a:t>Data:</a:t>
            </a:r>
            <a:r>
              <a:rPr sz="1200" b="1" spc="-10" dirty="0">
                <a:latin typeface="Calibri"/>
                <a:cs typeface="Calibri"/>
              </a:rPr>
              <a:t> </a:t>
            </a:r>
            <a:r>
              <a:rPr sz="1200" dirty="0">
                <a:latin typeface="Calibri"/>
                <a:cs typeface="Calibri"/>
              </a:rPr>
              <a:t>Specify</a:t>
            </a:r>
            <a:r>
              <a:rPr sz="1200" spc="-15" dirty="0">
                <a:latin typeface="Calibri"/>
                <a:cs typeface="Calibri"/>
              </a:rPr>
              <a:t> </a:t>
            </a:r>
            <a:r>
              <a:rPr sz="1200" dirty="0">
                <a:latin typeface="Calibri"/>
                <a:cs typeface="Calibri"/>
              </a:rPr>
              <a:t>input</a:t>
            </a:r>
            <a:r>
              <a:rPr sz="1200" spc="-30" dirty="0">
                <a:latin typeface="Calibri"/>
                <a:cs typeface="Calibri"/>
              </a:rPr>
              <a:t> </a:t>
            </a:r>
            <a:r>
              <a:rPr sz="1200" dirty="0">
                <a:latin typeface="Calibri"/>
                <a:cs typeface="Calibri"/>
              </a:rPr>
              <a:t>values,</a:t>
            </a:r>
            <a:r>
              <a:rPr sz="1200" spc="-25" dirty="0">
                <a:latin typeface="Calibri"/>
                <a:cs typeface="Calibri"/>
              </a:rPr>
              <a:t> </a:t>
            </a:r>
            <a:r>
              <a:rPr sz="1200" spc="-10" dirty="0">
                <a:latin typeface="Calibri"/>
                <a:cs typeface="Calibri"/>
              </a:rPr>
              <a:t>credentials,</a:t>
            </a:r>
            <a:r>
              <a:rPr sz="1200" spc="-25" dirty="0">
                <a:latin typeface="Calibri"/>
                <a:cs typeface="Calibri"/>
              </a:rPr>
              <a:t> </a:t>
            </a:r>
            <a:r>
              <a:rPr sz="1200" dirty="0">
                <a:latin typeface="Calibri"/>
                <a:cs typeface="Calibri"/>
              </a:rPr>
              <a:t>and</a:t>
            </a:r>
            <a:r>
              <a:rPr sz="1200" spc="-20" dirty="0">
                <a:latin typeface="Calibri"/>
                <a:cs typeface="Calibri"/>
              </a:rPr>
              <a:t> </a:t>
            </a:r>
            <a:r>
              <a:rPr sz="1200" spc="-10" dirty="0">
                <a:latin typeface="Calibri"/>
                <a:cs typeface="Calibri"/>
              </a:rPr>
              <a:t>expected</a:t>
            </a:r>
            <a:r>
              <a:rPr sz="1200" spc="-15" dirty="0">
                <a:latin typeface="Calibri"/>
                <a:cs typeface="Calibri"/>
              </a:rPr>
              <a:t> </a:t>
            </a:r>
            <a:r>
              <a:rPr sz="1200" spc="-10" dirty="0">
                <a:latin typeface="Calibri"/>
                <a:cs typeface="Calibri"/>
              </a:rPr>
              <a:t>data.</a:t>
            </a:r>
            <a:endParaRPr sz="1200">
              <a:latin typeface="Calibri"/>
              <a:cs typeface="Calibri"/>
            </a:endParaRPr>
          </a:p>
        </p:txBody>
      </p:sp>
      <p:sp>
        <p:nvSpPr>
          <p:cNvPr id="8" name="object 8"/>
          <p:cNvSpPr txBox="1"/>
          <p:nvPr/>
        </p:nvSpPr>
        <p:spPr>
          <a:xfrm>
            <a:off x="6251828" y="592582"/>
            <a:ext cx="5584190" cy="4411345"/>
          </a:xfrm>
          <a:prstGeom prst="rect">
            <a:avLst/>
          </a:prstGeom>
        </p:spPr>
        <p:txBody>
          <a:bodyPr vert="horz" wrap="square" lIns="0" tIns="13335" rIns="0" bIns="0" rtlCol="0">
            <a:spAutoFit/>
          </a:bodyPr>
          <a:lstStyle/>
          <a:p>
            <a:pPr marL="240665" indent="-227965">
              <a:lnSpc>
                <a:spcPct val="100000"/>
              </a:lnSpc>
              <a:spcBef>
                <a:spcPts val="105"/>
              </a:spcBef>
              <a:buFont typeface="Wingdings"/>
              <a:buChar char=""/>
              <a:tabLst>
                <a:tab pos="240665" algn="l"/>
              </a:tabLst>
            </a:pPr>
            <a:r>
              <a:rPr sz="1400" b="1" dirty="0">
                <a:latin typeface="Calibri"/>
                <a:cs typeface="Calibri"/>
              </a:rPr>
              <a:t>Document</a:t>
            </a:r>
            <a:r>
              <a:rPr sz="1400" b="1" spc="-75" dirty="0">
                <a:latin typeface="Calibri"/>
                <a:cs typeface="Calibri"/>
              </a:rPr>
              <a:t> </a:t>
            </a:r>
            <a:r>
              <a:rPr sz="1400" b="1" dirty="0">
                <a:latin typeface="Calibri"/>
                <a:cs typeface="Calibri"/>
              </a:rPr>
              <a:t>UI</a:t>
            </a:r>
            <a:r>
              <a:rPr sz="1400" b="1" spc="-45" dirty="0">
                <a:latin typeface="Calibri"/>
                <a:cs typeface="Calibri"/>
              </a:rPr>
              <a:t> </a:t>
            </a:r>
            <a:r>
              <a:rPr sz="1400" b="1" dirty="0">
                <a:latin typeface="Calibri"/>
                <a:cs typeface="Calibri"/>
              </a:rPr>
              <a:t>Elements:</a:t>
            </a:r>
            <a:r>
              <a:rPr sz="1400" b="1" spc="-60" dirty="0">
                <a:latin typeface="Calibri"/>
                <a:cs typeface="Calibri"/>
              </a:rPr>
              <a:t> </a:t>
            </a:r>
            <a:r>
              <a:rPr sz="1400" dirty="0">
                <a:latin typeface="Calibri"/>
                <a:cs typeface="Calibri"/>
              </a:rPr>
              <a:t>Clearly</a:t>
            </a:r>
            <a:r>
              <a:rPr sz="1400" spc="-30" dirty="0">
                <a:latin typeface="Calibri"/>
                <a:cs typeface="Calibri"/>
              </a:rPr>
              <a:t> </a:t>
            </a:r>
            <a:r>
              <a:rPr sz="1400" dirty="0">
                <a:latin typeface="Calibri"/>
                <a:cs typeface="Calibri"/>
              </a:rPr>
              <a:t>identify</a:t>
            </a:r>
            <a:r>
              <a:rPr sz="1400" spc="-35" dirty="0">
                <a:latin typeface="Calibri"/>
                <a:cs typeface="Calibri"/>
              </a:rPr>
              <a:t> </a:t>
            </a:r>
            <a:r>
              <a:rPr sz="1400" spc="-10" dirty="0">
                <a:latin typeface="Calibri"/>
                <a:cs typeface="Calibri"/>
              </a:rPr>
              <a:t>elements</a:t>
            </a:r>
            <a:r>
              <a:rPr sz="1400" spc="-35" dirty="0">
                <a:latin typeface="Calibri"/>
                <a:cs typeface="Calibri"/>
              </a:rPr>
              <a:t> </a:t>
            </a:r>
            <a:r>
              <a:rPr sz="1400" dirty="0">
                <a:latin typeface="Calibri"/>
                <a:cs typeface="Calibri"/>
              </a:rPr>
              <a:t>to</a:t>
            </a:r>
            <a:r>
              <a:rPr sz="1400" spc="-40" dirty="0">
                <a:latin typeface="Calibri"/>
                <a:cs typeface="Calibri"/>
              </a:rPr>
              <a:t> </a:t>
            </a:r>
            <a:r>
              <a:rPr sz="1400" dirty="0">
                <a:latin typeface="Calibri"/>
                <a:cs typeface="Calibri"/>
              </a:rPr>
              <a:t>interact</a:t>
            </a:r>
            <a:r>
              <a:rPr sz="1400" spc="-20" dirty="0">
                <a:latin typeface="Calibri"/>
                <a:cs typeface="Calibri"/>
              </a:rPr>
              <a:t> </a:t>
            </a:r>
            <a:r>
              <a:rPr sz="1400" spc="-10" dirty="0">
                <a:latin typeface="Calibri"/>
                <a:cs typeface="Calibri"/>
              </a:rPr>
              <a:t>with.</a:t>
            </a:r>
            <a:endParaRPr sz="1400">
              <a:latin typeface="Calibri"/>
              <a:cs typeface="Calibri"/>
            </a:endParaRPr>
          </a:p>
          <a:p>
            <a:pPr marL="241300" marR="5080" indent="-228600">
              <a:lnSpc>
                <a:spcPct val="100000"/>
              </a:lnSpc>
              <a:spcBef>
                <a:spcPts val="1005"/>
              </a:spcBef>
              <a:buFont typeface="Wingdings"/>
              <a:buChar char=""/>
              <a:tabLst>
                <a:tab pos="241300" algn="l"/>
                <a:tab pos="678180" algn="l"/>
                <a:tab pos="1167765" algn="l"/>
                <a:tab pos="1589405" algn="l"/>
                <a:tab pos="2729865" algn="l"/>
                <a:tab pos="3388360" algn="l"/>
                <a:tab pos="3807460" algn="l"/>
                <a:tab pos="4272280" algn="l"/>
                <a:tab pos="4690110" algn="l"/>
                <a:tab pos="5075555" algn="l"/>
              </a:tabLst>
            </a:pPr>
            <a:r>
              <a:rPr sz="1400" b="1" spc="-20" dirty="0">
                <a:latin typeface="Calibri"/>
                <a:cs typeface="Calibri"/>
              </a:rPr>
              <a:t>Test</a:t>
            </a:r>
            <a:r>
              <a:rPr sz="1400" b="1" dirty="0">
                <a:latin typeface="Calibri"/>
                <a:cs typeface="Calibri"/>
              </a:rPr>
              <a:t>	</a:t>
            </a:r>
            <a:r>
              <a:rPr sz="1400" b="1" spc="-20" dirty="0">
                <a:latin typeface="Calibri"/>
                <a:cs typeface="Calibri"/>
              </a:rPr>
              <a:t>Data</a:t>
            </a:r>
            <a:r>
              <a:rPr sz="1400" b="1" dirty="0">
                <a:latin typeface="Calibri"/>
                <a:cs typeface="Calibri"/>
              </a:rPr>
              <a:t>	</a:t>
            </a:r>
            <a:r>
              <a:rPr sz="1400" b="1" spc="-25" dirty="0">
                <a:latin typeface="Calibri"/>
                <a:cs typeface="Calibri"/>
              </a:rPr>
              <a:t>and</a:t>
            </a:r>
            <a:r>
              <a:rPr sz="1400" b="1" dirty="0">
                <a:latin typeface="Calibri"/>
                <a:cs typeface="Calibri"/>
              </a:rPr>
              <a:t>	</a:t>
            </a:r>
            <a:r>
              <a:rPr sz="1400" b="1" spc="-10" dirty="0">
                <a:latin typeface="Calibri"/>
                <a:cs typeface="Calibri"/>
              </a:rPr>
              <a:t>Environment:</a:t>
            </a:r>
            <a:r>
              <a:rPr sz="1400" b="1" dirty="0">
                <a:latin typeface="Calibri"/>
                <a:cs typeface="Calibri"/>
              </a:rPr>
              <a:t>	</a:t>
            </a:r>
            <a:r>
              <a:rPr sz="1400" spc="-10" dirty="0">
                <a:latin typeface="Calibri"/>
                <a:cs typeface="Calibri"/>
              </a:rPr>
              <a:t>Specify</a:t>
            </a:r>
            <a:r>
              <a:rPr sz="1400" dirty="0">
                <a:latin typeface="Calibri"/>
                <a:cs typeface="Calibri"/>
              </a:rPr>
              <a:t>	</a:t>
            </a:r>
            <a:r>
              <a:rPr sz="1400" spc="-20" dirty="0">
                <a:latin typeface="Calibri"/>
                <a:cs typeface="Calibri"/>
              </a:rPr>
              <a:t>test</a:t>
            </a:r>
            <a:r>
              <a:rPr sz="1400" dirty="0">
                <a:latin typeface="Calibri"/>
                <a:cs typeface="Calibri"/>
              </a:rPr>
              <a:t>	</a:t>
            </a:r>
            <a:r>
              <a:rPr sz="1400" spc="-20" dirty="0">
                <a:latin typeface="Calibri"/>
                <a:cs typeface="Calibri"/>
              </a:rPr>
              <a:t>data</a:t>
            </a:r>
            <a:r>
              <a:rPr sz="1400" dirty="0">
                <a:latin typeface="Calibri"/>
                <a:cs typeface="Calibri"/>
              </a:rPr>
              <a:t>	</a:t>
            </a:r>
            <a:r>
              <a:rPr sz="1400" spc="-25" dirty="0">
                <a:latin typeface="Calibri"/>
                <a:cs typeface="Calibri"/>
              </a:rPr>
              <a:t>and</a:t>
            </a:r>
            <a:r>
              <a:rPr sz="1400" dirty="0">
                <a:latin typeface="Calibri"/>
                <a:cs typeface="Calibri"/>
              </a:rPr>
              <a:t>	</a:t>
            </a:r>
            <a:r>
              <a:rPr sz="1400" spc="-25" dirty="0">
                <a:latin typeface="Calibri"/>
                <a:cs typeface="Calibri"/>
              </a:rPr>
              <a:t>the</a:t>
            </a:r>
            <a:r>
              <a:rPr sz="1400" dirty="0">
                <a:latin typeface="Calibri"/>
                <a:cs typeface="Calibri"/>
              </a:rPr>
              <a:t>	</a:t>
            </a:r>
            <a:r>
              <a:rPr sz="1400" spc="-10" dirty="0">
                <a:latin typeface="Calibri"/>
                <a:cs typeface="Calibri"/>
              </a:rPr>
              <a:t>testing environment.</a:t>
            </a:r>
            <a:endParaRPr sz="1400">
              <a:latin typeface="Calibri"/>
              <a:cs typeface="Calibri"/>
            </a:endParaRPr>
          </a:p>
          <a:p>
            <a:pPr marL="240665" indent="-227965">
              <a:lnSpc>
                <a:spcPct val="100000"/>
              </a:lnSpc>
              <a:spcBef>
                <a:spcPts val="994"/>
              </a:spcBef>
              <a:buFont typeface="Wingdings"/>
              <a:buChar char=""/>
              <a:tabLst>
                <a:tab pos="240665" algn="l"/>
              </a:tabLst>
            </a:pPr>
            <a:r>
              <a:rPr sz="1400" b="1" dirty="0">
                <a:latin typeface="Calibri"/>
                <a:cs typeface="Calibri"/>
              </a:rPr>
              <a:t>Sequence</a:t>
            </a:r>
            <a:r>
              <a:rPr sz="1400" b="1" spc="-70" dirty="0">
                <a:latin typeface="Calibri"/>
                <a:cs typeface="Calibri"/>
              </a:rPr>
              <a:t> </a:t>
            </a:r>
            <a:r>
              <a:rPr sz="1400" b="1" dirty="0">
                <a:latin typeface="Calibri"/>
                <a:cs typeface="Calibri"/>
              </a:rPr>
              <a:t>and</a:t>
            </a:r>
            <a:r>
              <a:rPr sz="1400" b="1" spc="-60" dirty="0">
                <a:latin typeface="Calibri"/>
                <a:cs typeface="Calibri"/>
              </a:rPr>
              <a:t> </a:t>
            </a:r>
            <a:r>
              <a:rPr sz="1400" b="1" dirty="0">
                <a:latin typeface="Calibri"/>
                <a:cs typeface="Calibri"/>
              </a:rPr>
              <a:t>Flow:</a:t>
            </a:r>
            <a:r>
              <a:rPr sz="1400" b="1" spc="-65" dirty="0">
                <a:latin typeface="Calibri"/>
                <a:cs typeface="Calibri"/>
              </a:rPr>
              <a:t> </a:t>
            </a:r>
            <a:r>
              <a:rPr sz="1400" dirty="0">
                <a:latin typeface="Calibri"/>
                <a:cs typeface="Calibri"/>
              </a:rPr>
              <a:t>Ensure</a:t>
            </a:r>
            <a:r>
              <a:rPr sz="1400" spc="-15" dirty="0">
                <a:latin typeface="Calibri"/>
                <a:cs typeface="Calibri"/>
              </a:rPr>
              <a:t> </a:t>
            </a:r>
            <a:r>
              <a:rPr sz="1400" dirty="0">
                <a:latin typeface="Calibri"/>
                <a:cs typeface="Calibri"/>
              </a:rPr>
              <a:t>logical</a:t>
            </a:r>
            <a:r>
              <a:rPr sz="1400" spc="-40" dirty="0">
                <a:latin typeface="Calibri"/>
                <a:cs typeface="Calibri"/>
              </a:rPr>
              <a:t> </a:t>
            </a:r>
            <a:r>
              <a:rPr sz="1400" dirty="0">
                <a:latin typeface="Calibri"/>
                <a:cs typeface="Calibri"/>
              </a:rPr>
              <a:t>sequence</a:t>
            </a:r>
            <a:r>
              <a:rPr sz="1400" spc="-15" dirty="0">
                <a:latin typeface="Calibri"/>
                <a:cs typeface="Calibri"/>
              </a:rPr>
              <a:t> </a:t>
            </a:r>
            <a:r>
              <a:rPr sz="1400" dirty="0">
                <a:latin typeface="Calibri"/>
                <a:cs typeface="Calibri"/>
              </a:rPr>
              <a:t>for</a:t>
            </a:r>
            <a:r>
              <a:rPr sz="1400" spc="-55" dirty="0">
                <a:latin typeface="Calibri"/>
                <a:cs typeface="Calibri"/>
              </a:rPr>
              <a:t> </a:t>
            </a:r>
            <a:r>
              <a:rPr sz="1400" dirty="0">
                <a:latin typeface="Calibri"/>
                <a:cs typeface="Calibri"/>
              </a:rPr>
              <a:t>user</a:t>
            </a:r>
            <a:r>
              <a:rPr sz="1400" spc="-25" dirty="0">
                <a:latin typeface="Calibri"/>
                <a:cs typeface="Calibri"/>
              </a:rPr>
              <a:t> </a:t>
            </a:r>
            <a:r>
              <a:rPr sz="1400" spc="-10" dirty="0">
                <a:latin typeface="Calibri"/>
                <a:cs typeface="Calibri"/>
              </a:rPr>
              <a:t>workflows.</a:t>
            </a:r>
            <a:endParaRPr sz="1400">
              <a:latin typeface="Calibri"/>
              <a:cs typeface="Calibri"/>
            </a:endParaRPr>
          </a:p>
          <a:p>
            <a:pPr marL="240665" indent="-227965">
              <a:lnSpc>
                <a:spcPct val="100000"/>
              </a:lnSpc>
              <a:spcBef>
                <a:spcPts val="994"/>
              </a:spcBef>
              <a:buFont typeface="Wingdings"/>
              <a:buChar char=""/>
              <a:tabLst>
                <a:tab pos="240665" algn="l"/>
              </a:tabLst>
            </a:pPr>
            <a:r>
              <a:rPr sz="1400" b="1" dirty="0">
                <a:latin typeface="Calibri"/>
                <a:cs typeface="Calibri"/>
              </a:rPr>
              <a:t>Assertions:</a:t>
            </a:r>
            <a:r>
              <a:rPr sz="1400" b="1" spc="-55" dirty="0">
                <a:latin typeface="Calibri"/>
                <a:cs typeface="Calibri"/>
              </a:rPr>
              <a:t> </a:t>
            </a:r>
            <a:r>
              <a:rPr sz="1400" dirty="0">
                <a:latin typeface="Calibri"/>
                <a:cs typeface="Calibri"/>
              </a:rPr>
              <a:t>Define</a:t>
            </a:r>
            <a:r>
              <a:rPr sz="1400" spc="-40" dirty="0">
                <a:latin typeface="Calibri"/>
                <a:cs typeface="Calibri"/>
              </a:rPr>
              <a:t> </a:t>
            </a:r>
            <a:r>
              <a:rPr sz="1400" spc="-10" dirty="0">
                <a:latin typeface="Calibri"/>
                <a:cs typeface="Calibri"/>
              </a:rPr>
              <a:t>verifications</a:t>
            </a:r>
            <a:r>
              <a:rPr sz="1400" spc="-35" dirty="0">
                <a:latin typeface="Calibri"/>
                <a:cs typeface="Calibri"/>
              </a:rPr>
              <a:t> </a:t>
            </a:r>
            <a:r>
              <a:rPr sz="1400" dirty="0">
                <a:latin typeface="Calibri"/>
                <a:cs typeface="Calibri"/>
              </a:rPr>
              <a:t>to</a:t>
            </a:r>
            <a:r>
              <a:rPr sz="1400" spc="-30" dirty="0">
                <a:latin typeface="Calibri"/>
                <a:cs typeface="Calibri"/>
              </a:rPr>
              <a:t> </a:t>
            </a:r>
            <a:r>
              <a:rPr sz="1400" dirty="0">
                <a:latin typeface="Calibri"/>
                <a:cs typeface="Calibri"/>
              </a:rPr>
              <a:t>match</a:t>
            </a:r>
            <a:r>
              <a:rPr sz="1400" spc="-35" dirty="0">
                <a:latin typeface="Calibri"/>
                <a:cs typeface="Calibri"/>
              </a:rPr>
              <a:t> </a:t>
            </a:r>
            <a:r>
              <a:rPr sz="1400" spc="-10" dirty="0">
                <a:latin typeface="Calibri"/>
                <a:cs typeface="Calibri"/>
              </a:rPr>
              <a:t>expected</a:t>
            </a:r>
            <a:r>
              <a:rPr sz="1400" spc="-25" dirty="0">
                <a:latin typeface="Calibri"/>
                <a:cs typeface="Calibri"/>
              </a:rPr>
              <a:t> </a:t>
            </a:r>
            <a:r>
              <a:rPr sz="1400" dirty="0">
                <a:latin typeface="Calibri"/>
                <a:cs typeface="Calibri"/>
              </a:rPr>
              <a:t>and</a:t>
            </a:r>
            <a:r>
              <a:rPr sz="1400" spc="-30" dirty="0">
                <a:latin typeface="Calibri"/>
                <a:cs typeface="Calibri"/>
              </a:rPr>
              <a:t> </a:t>
            </a:r>
            <a:r>
              <a:rPr sz="1400" dirty="0">
                <a:latin typeface="Calibri"/>
                <a:cs typeface="Calibri"/>
              </a:rPr>
              <a:t>actual</a:t>
            </a:r>
            <a:r>
              <a:rPr sz="1400" spc="-20" dirty="0">
                <a:latin typeface="Calibri"/>
                <a:cs typeface="Calibri"/>
              </a:rPr>
              <a:t> </a:t>
            </a:r>
            <a:r>
              <a:rPr sz="1400" spc="-25" dirty="0">
                <a:latin typeface="Calibri"/>
                <a:cs typeface="Calibri"/>
              </a:rPr>
              <a:t>UI</a:t>
            </a:r>
            <a:endParaRPr sz="1400">
              <a:latin typeface="Calibri"/>
              <a:cs typeface="Calibri"/>
            </a:endParaRPr>
          </a:p>
          <a:p>
            <a:pPr marL="241300">
              <a:lnSpc>
                <a:spcPct val="100000"/>
              </a:lnSpc>
            </a:pPr>
            <a:r>
              <a:rPr sz="1400" spc="-10" dirty="0">
                <a:latin typeface="Calibri"/>
                <a:cs typeface="Calibri"/>
              </a:rPr>
              <a:t>elements.</a:t>
            </a:r>
            <a:endParaRPr sz="1400">
              <a:latin typeface="Calibri"/>
              <a:cs typeface="Calibri"/>
            </a:endParaRPr>
          </a:p>
          <a:p>
            <a:pPr marL="240665" indent="-227965">
              <a:lnSpc>
                <a:spcPct val="100000"/>
              </a:lnSpc>
              <a:spcBef>
                <a:spcPts val="1015"/>
              </a:spcBef>
              <a:buFont typeface="Wingdings"/>
              <a:buChar char=""/>
              <a:tabLst>
                <a:tab pos="240665" algn="l"/>
              </a:tabLst>
            </a:pPr>
            <a:r>
              <a:rPr sz="1400" b="1" spc="-10" dirty="0">
                <a:latin typeface="Calibri"/>
                <a:cs typeface="Calibri"/>
              </a:rPr>
              <a:t>Negative</a:t>
            </a:r>
            <a:r>
              <a:rPr sz="1400" b="1" spc="-55" dirty="0">
                <a:latin typeface="Calibri"/>
                <a:cs typeface="Calibri"/>
              </a:rPr>
              <a:t> </a:t>
            </a:r>
            <a:r>
              <a:rPr sz="1400" b="1" dirty="0">
                <a:latin typeface="Calibri"/>
                <a:cs typeface="Calibri"/>
              </a:rPr>
              <a:t>Scenarios:</a:t>
            </a:r>
            <a:r>
              <a:rPr sz="1400" b="1" spc="-40" dirty="0">
                <a:latin typeface="Calibri"/>
                <a:cs typeface="Calibri"/>
              </a:rPr>
              <a:t> </a:t>
            </a:r>
            <a:r>
              <a:rPr sz="1400" dirty="0">
                <a:latin typeface="Calibri"/>
                <a:cs typeface="Calibri"/>
              </a:rPr>
              <a:t>Include</a:t>
            </a:r>
            <a:r>
              <a:rPr sz="1400" spc="-5" dirty="0">
                <a:latin typeface="Calibri"/>
                <a:cs typeface="Calibri"/>
              </a:rPr>
              <a:t> </a:t>
            </a:r>
            <a:r>
              <a:rPr sz="1400" spc="-10" dirty="0">
                <a:latin typeface="Calibri"/>
                <a:cs typeface="Calibri"/>
              </a:rPr>
              <a:t>error-triggering</a:t>
            </a:r>
            <a:r>
              <a:rPr sz="1400" spc="-35" dirty="0">
                <a:latin typeface="Calibri"/>
                <a:cs typeface="Calibri"/>
              </a:rPr>
              <a:t> </a:t>
            </a:r>
            <a:r>
              <a:rPr sz="1400" dirty="0">
                <a:latin typeface="Calibri"/>
                <a:cs typeface="Calibri"/>
              </a:rPr>
              <a:t>tests</a:t>
            </a:r>
            <a:r>
              <a:rPr sz="1400" spc="-25" dirty="0">
                <a:latin typeface="Calibri"/>
                <a:cs typeface="Calibri"/>
              </a:rPr>
              <a:t> </a:t>
            </a:r>
            <a:r>
              <a:rPr sz="1400" dirty="0">
                <a:latin typeface="Calibri"/>
                <a:cs typeface="Calibri"/>
              </a:rPr>
              <a:t>for</a:t>
            </a:r>
            <a:r>
              <a:rPr sz="1400" spc="-45" dirty="0">
                <a:latin typeface="Calibri"/>
                <a:cs typeface="Calibri"/>
              </a:rPr>
              <a:t> </a:t>
            </a:r>
            <a:r>
              <a:rPr sz="1400" spc="-10" dirty="0">
                <a:latin typeface="Calibri"/>
                <a:cs typeface="Calibri"/>
              </a:rPr>
              <a:t>validation.</a:t>
            </a:r>
            <a:endParaRPr sz="1400">
              <a:latin typeface="Calibri"/>
              <a:cs typeface="Calibri"/>
            </a:endParaRPr>
          </a:p>
          <a:p>
            <a:pPr marL="240665" indent="-227965">
              <a:lnSpc>
                <a:spcPct val="100000"/>
              </a:lnSpc>
              <a:spcBef>
                <a:spcPts val="994"/>
              </a:spcBef>
              <a:buFont typeface="Wingdings"/>
              <a:buChar char=""/>
              <a:tabLst>
                <a:tab pos="240665" algn="l"/>
              </a:tabLst>
            </a:pPr>
            <a:r>
              <a:rPr sz="1400" b="1" spc="-10" dirty="0">
                <a:latin typeface="Calibri"/>
                <a:cs typeface="Calibri"/>
              </a:rPr>
              <a:t>Screenshots:</a:t>
            </a:r>
            <a:r>
              <a:rPr sz="1400" b="1" spc="-55" dirty="0">
                <a:latin typeface="Calibri"/>
                <a:cs typeface="Calibri"/>
              </a:rPr>
              <a:t> </a:t>
            </a:r>
            <a:r>
              <a:rPr sz="1400" spc="-10" dirty="0">
                <a:latin typeface="Calibri"/>
                <a:cs typeface="Calibri"/>
              </a:rPr>
              <a:t>Attach </a:t>
            </a:r>
            <a:r>
              <a:rPr sz="1400" dirty="0">
                <a:latin typeface="Calibri"/>
                <a:cs typeface="Calibri"/>
              </a:rPr>
              <a:t>images</a:t>
            </a:r>
            <a:r>
              <a:rPr sz="1400" spc="-20" dirty="0">
                <a:latin typeface="Calibri"/>
                <a:cs typeface="Calibri"/>
              </a:rPr>
              <a:t> </a:t>
            </a:r>
            <a:r>
              <a:rPr sz="1400" dirty="0">
                <a:latin typeface="Calibri"/>
                <a:cs typeface="Calibri"/>
              </a:rPr>
              <a:t>to</a:t>
            </a:r>
            <a:r>
              <a:rPr sz="1400" spc="-20" dirty="0">
                <a:latin typeface="Calibri"/>
                <a:cs typeface="Calibri"/>
              </a:rPr>
              <a:t> </a:t>
            </a:r>
            <a:r>
              <a:rPr sz="1400" dirty="0">
                <a:latin typeface="Calibri"/>
                <a:cs typeface="Calibri"/>
              </a:rPr>
              <a:t>clarify</a:t>
            </a:r>
            <a:r>
              <a:rPr sz="1400" spc="-20" dirty="0">
                <a:latin typeface="Calibri"/>
                <a:cs typeface="Calibri"/>
              </a:rPr>
              <a:t> </a:t>
            </a:r>
            <a:r>
              <a:rPr sz="1400" dirty="0">
                <a:latin typeface="Calibri"/>
                <a:cs typeface="Calibri"/>
              </a:rPr>
              <a:t>the</a:t>
            </a:r>
            <a:r>
              <a:rPr sz="1400" spc="-20" dirty="0">
                <a:latin typeface="Calibri"/>
                <a:cs typeface="Calibri"/>
              </a:rPr>
              <a:t> </a:t>
            </a:r>
            <a:r>
              <a:rPr sz="1400" spc="-10" dirty="0">
                <a:latin typeface="Calibri"/>
                <a:cs typeface="Calibri"/>
              </a:rPr>
              <a:t>expected</a:t>
            </a:r>
            <a:r>
              <a:rPr sz="1400" spc="5" dirty="0">
                <a:latin typeface="Calibri"/>
                <a:cs typeface="Calibri"/>
              </a:rPr>
              <a:t> </a:t>
            </a:r>
            <a:r>
              <a:rPr sz="1400" dirty="0">
                <a:latin typeface="Calibri"/>
                <a:cs typeface="Calibri"/>
              </a:rPr>
              <a:t>UI</a:t>
            </a:r>
            <a:r>
              <a:rPr sz="1400" spc="-35" dirty="0">
                <a:latin typeface="Calibri"/>
                <a:cs typeface="Calibri"/>
              </a:rPr>
              <a:t> </a:t>
            </a:r>
            <a:r>
              <a:rPr sz="1400" spc="-10" dirty="0">
                <a:latin typeface="Calibri"/>
                <a:cs typeface="Calibri"/>
              </a:rPr>
              <a:t>appearance.</a:t>
            </a:r>
            <a:endParaRPr sz="1400">
              <a:latin typeface="Calibri"/>
              <a:cs typeface="Calibri"/>
            </a:endParaRPr>
          </a:p>
          <a:p>
            <a:pPr marL="240665" indent="-227965">
              <a:lnSpc>
                <a:spcPct val="100000"/>
              </a:lnSpc>
              <a:spcBef>
                <a:spcPts val="994"/>
              </a:spcBef>
              <a:buFont typeface="Wingdings"/>
              <a:buChar char=""/>
              <a:tabLst>
                <a:tab pos="240665" algn="l"/>
              </a:tabLst>
            </a:pPr>
            <a:r>
              <a:rPr sz="1400" b="1" spc="-10" dirty="0">
                <a:latin typeface="Calibri"/>
                <a:cs typeface="Calibri"/>
              </a:rPr>
              <a:t>Review</a:t>
            </a:r>
            <a:r>
              <a:rPr sz="1400" b="1" spc="-45" dirty="0">
                <a:latin typeface="Calibri"/>
                <a:cs typeface="Calibri"/>
              </a:rPr>
              <a:t> </a:t>
            </a:r>
            <a:r>
              <a:rPr sz="1400" b="1" dirty="0">
                <a:latin typeface="Calibri"/>
                <a:cs typeface="Calibri"/>
              </a:rPr>
              <a:t>and</a:t>
            </a:r>
            <a:r>
              <a:rPr sz="1400" b="1" spc="-45" dirty="0">
                <a:latin typeface="Calibri"/>
                <a:cs typeface="Calibri"/>
              </a:rPr>
              <a:t> </a:t>
            </a:r>
            <a:r>
              <a:rPr sz="1400" b="1" spc="-10" dirty="0">
                <a:latin typeface="Calibri"/>
                <a:cs typeface="Calibri"/>
              </a:rPr>
              <a:t>Validation:</a:t>
            </a:r>
            <a:r>
              <a:rPr sz="1400" b="1" spc="-55" dirty="0">
                <a:latin typeface="Calibri"/>
                <a:cs typeface="Calibri"/>
              </a:rPr>
              <a:t> </a:t>
            </a:r>
            <a:r>
              <a:rPr sz="1400" dirty="0">
                <a:latin typeface="Calibri"/>
                <a:cs typeface="Calibri"/>
              </a:rPr>
              <a:t>Ensure</a:t>
            </a:r>
            <a:r>
              <a:rPr sz="1400" spc="-15" dirty="0">
                <a:latin typeface="Calibri"/>
                <a:cs typeface="Calibri"/>
              </a:rPr>
              <a:t> </a:t>
            </a:r>
            <a:r>
              <a:rPr sz="1400" spc="-10" dirty="0">
                <a:latin typeface="Calibri"/>
                <a:cs typeface="Calibri"/>
              </a:rPr>
              <a:t>accuracy,</a:t>
            </a:r>
            <a:r>
              <a:rPr sz="1400" spc="-35" dirty="0">
                <a:latin typeface="Calibri"/>
                <a:cs typeface="Calibri"/>
              </a:rPr>
              <a:t> </a:t>
            </a:r>
            <a:r>
              <a:rPr sz="1400" spc="-10" dirty="0">
                <a:latin typeface="Calibri"/>
                <a:cs typeface="Calibri"/>
              </a:rPr>
              <a:t>clarity,</a:t>
            </a:r>
            <a:r>
              <a:rPr sz="1400" spc="-25" dirty="0">
                <a:latin typeface="Calibri"/>
                <a:cs typeface="Calibri"/>
              </a:rPr>
              <a:t> </a:t>
            </a:r>
            <a:r>
              <a:rPr sz="1400" dirty="0">
                <a:latin typeface="Calibri"/>
                <a:cs typeface="Calibri"/>
              </a:rPr>
              <a:t>and</a:t>
            </a:r>
            <a:r>
              <a:rPr sz="1400" spc="-30" dirty="0">
                <a:latin typeface="Calibri"/>
                <a:cs typeface="Calibri"/>
              </a:rPr>
              <a:t> </a:t>
            </a:r>
            <a:r>
              <a:rPr sz="1400" spc="-10" dirty="0">
                <a:latin typeface="Calibri"/>
                <a:cs typeface="Calibri"/>
              </a:rPr>
              <a:t>completeness.</a:t>
            </a:r>
            <a:endParaRPr sz="1400">
              <a:latin typeface="Calibri"/>
              <a:cs typeface="Calibri"/>
            </a:endParaRPr>
          </a:p>
          <a:p>
            <a:pPr marL="240665" indent="-227965">
              <a:lnSpc>
                <a:spcPct val="100000"/>
              </a:lnSpc>
              <a:spcBef>
                <a:spcPts val="1010"/>
              </a:spcBef>
              <a:buFont typeface="Wingdings"/>
              <a:buChar char=""/>
              <a:tabLst>
                <a:tab pos="240665" algn="l"/>
              </a:tabLst>
            </a:pPr>
            <a:r>
              <a:rPr sz="1400" b="1" dirty="0">
                <a:latin typeface="Calibri"/>
                <a:cs typeface="Calibri"/>
              </a:rPr>
              <a:t>Data</a:t>
            </a:r>
            <a:r>
              <a:rPr sz="1400" b="1" spc="-75" dirty="0">
                <a:latin typeface="Calibri"/>
                <a:cs typeface="Calibri"/>
              </a:rPr>
              <a:t> </a:t>
            </a:r>
            <a:r>
              <a:rPr sz="1400" b="1" spc="-10" dirty="0">
                <a:latin typeface="Calibri"/>
                <a:cs typeface="Calibri"/>
              </a:rPr>
              <a:t>Preparation:</a:t>
            </a:r>
            <a:r>
              <a:rPr sz="1400" b="1" spc="-70" dirty="0">
                <a:latin typeface="Calibri"/>
                <a:cs typeface="Calibri"/>
              </a:rPr>
              <a:t> </a:t>
            </a:r>
            <a:r>
              <a:rPr sz="1400" dirty="0">
                <a:latin typeface="Calibri"/>
                <a:cs typeface="Calibri"/>
              </a:rPr>
              <a:t>Provision</a:t>
            </a:r>
            <a:r>
              <a:rPr sz="1400" spc="-45" dirty="0">
                <a:latin typeface="Calibri"/>
                <a:cs typeface="Calibri"/>
              </a:rPr>
              <a:t> </a:t>
            </a:r>
            <a:r>
              <a:rPr sz="1400" spc="-10" dirty="0">
                <a:latin typeface="Calibri"/>
                <a:cs typeface="Calibri"/>
              </a:rPr>
              <a:t>required</a:t>
            </a:r>
            <a:r>
              <a:rPr sz="1400" spc="-35" dirty="0">
                <a:latin typeface="Calibri"/>
                <a:cs typeface="Calibri"/>
              </a:rPr>
              <a:t> </a:t>
            </a:r>
            <a:r>
              <a:rPr sz="1400" dirty="0">
                <a:latin typeface="Calibri"/>
                <a:cs typeface="Calibri"/>
              </a:rPr>
              <a:t>test</a:t>
            </a:r>
            <a:r>
              <a:rPr sz="1400" spc="-35" dirty="0">
                <a:latin typeface="Calibri"/>
                <a:cs typeface="Calibri"/>
              </a:rPr>
              <a:t> </a:t>
            </a:r>
            <a:r>
              <a:rPr sz="1400" dirty="0">
                <a:latin typeface="Calibri"/>
                <a:cs typeface="Calibri"/>
              </a:rPr>
              <a:t>data</a:t>
            </a:r>
            <a:r>
              <a:rPr sz="1400" spc="-35" dirty="0">
                <a:latin typeface="Calibri"/>
                <a:cs typeface="Calibri"/>
              </a:rPr>
              <a:t> </a:t>
            </a:r>
            <a:r>
              <a:rPr sz="1400" dirty="0">
                <a:latin typeface="Calibri"/>
                <a:cs typeface="Calibri"/>
              </a:rPr>
              <a:t>and</a:t>
            </a:r>
            <a:r>
              <a:rPr sz="1400" spc="-35" dirty="0">
                <a:latin typeface="Calibri"/>
                <a:cs typeface="Calibri"/>
              </a:rPr>
              <a:t> </a:t>
            </a:r>
            <a:r>
              <a:rPr sz="1400" spc="-10" dirty="0">
                <a:latin typeface="Calibri"/>
                <a:cs typeface="Calibri"/>
              </a:rPr>
              <a:t>configurations.</a:t>
            </a:r>
            <a:endParaRPr sz="1400">
              <a:latin typeface="Calibri"/>
              <a:cs typeface="Calibri"/>
            </a:endParaRPr>
          </a:p>
          <a:p>
            <a:pPr marL="240665" indent="-227965">
              <a:lnSpc>
                <a:spcPct val="100000"/>
              </a:lnSpc>
              <a:spcBef>
                <a:spcPts val="994"/>
              </a:spcBef>
              <a:buFont typeface="Wingdings"/>
              <a:buChar char=""/>
              <a:tabLst>
                <a:tab pos="240665" algn="l"/>
              </a:tabLst>
            </a:pPr>
            <a:r>
              <a:rPr sz="1400" b="1" spc="-10" dirty="0">
                <a:latin typeface="Calibri"/>
                <a:cs typeface="Calibri"/>
              </a:rPr>
              <a:t>Automation</a:t>
            </a:r>
            <a:r>
              <a:rPr sz="1400" b="1" spc="-50" dirty="0">
                <a:latin typeface="Calibri"/>
                <a:cs typeface="Calibri"/>
              </a:rPr>
              <a:t> </a:t>
            </a:r>
            <a:r>
              <a:rPr sz="1400" b="1" spc="-10" dirty="0">
                <a:latin typeface="Calibri"/>
                <a:cs typeface="Calibri"/>
              </a:rPr>
              <a:t>Consideration:</a:t>
            </a:r>
            <a:r>
              <a:rPr sz="1400" b="1" spc="-35" dirty="0">
                <a:latin typeface="Calibri"/>
                <a:cs typeface="Calibri"/>
              </a:rPr>
              <a:t> </a:t>
            </a:r>
            <a:r>
              <a:rPr sz="1400" dirty="0">
                <a:latin typeface="Calibri"/>
                <a:cs typeface="Calibri"/>
              </a:rPr>
              <a:t>Identify</a:t>
            </a:r>
            <a:r>
              <a:rPr sz="1400" spc="5" dirty="0">
                <a:latin typeface="Calibri"/>
                <a:cs typeface="Calibri"/>
              </a:rPr>
              <a:t> </a:t>
            </a:r>
            <a:r>
              <a:rPr sz="1400" spc="-10" dirty="0">
                <a:latin typeface="Calibri"/>
                <a:cs typeface="Calibri"/>
              </a:rPr>
              <a:t>opportunities</a:t>
            </a:r>
            <a:r>
              <a:rPr sz="1400" spc="15" dirty="0">
                <a:latin typeface="Calibri"/>
                <a:cs typeface="Calibri"/>
              </a:rPr>
              <a:t> </a:t>
            </a:r>
            <a:r>
              <a:rPr sz="1400" dirty="0">
                <a:latin typeface="Calibri"/>
                <a:cs typeface="Calibri"/>
              </a:rPr>
              <a:t>for</a:t>
            </a:r>
            <a:r>
              <a:rPr sz="1400" spc="-25" dirty="0">
                <a:latin typeface="Calibri"/>
                <a:cs typeface="Calibri"/>
              </a:rPr>
              <a:t> </a:t>
            </a:r>
            <a:r>
              <a:rPr sz="1400" dirty="0">
                <a:latin typeface="Calibri"/>
                <a:cs typeface="Calibri"/>
              </a:rPr>
              <a:t>UI</a:t>
            </a:r>
            <a:r>
              <a:rPr sz="1400" spc="-15" dirty="0">
                <a:latin typeface="Calibri"/>
                <a:cs typeface="Calibri"/>
              </a:rPr>
              <a:t> </a:t>
            </a:r>
            <a:r>
              <a:rPr sz="1400" dirty="0">
                <a:latin typeface="Calibri"/>
                <a:cs typeface="Calibri"/>
              </a:rPr>
              <a:t>test </a:t>
            </a:r>
            <a:r>
              <a:rPr sz="1400" spc="-10" dirty="0">
                <a:latin typeface="Calibri"/>
                <a:cs typeface="Calibri"/>
              </a:rPr>
              <a:t>automation.</a:t>
            </a:r>
            <a:endParaRPr sz="1400">
              <a:latin typeface="Calibri"/>
              <a:cs typeface="Calibri"/>
            </a:endParaRPr>
          </a:p>
          <a:p>
            <a:pPr marL="240665" indent="-227965">
              <a:lnSpc>
                <a:spcPct val="100000"/>
              </a:lnSpc>
              <a:spcBef>
                <a:spcPts val="994"/>
              </a:spcBef>
              <a:buFont typeface="Wingdings"/>
              <a:buChar char=""/>
              <a:tabLst>
                <a:tab pos="240665" algn="l"/>
              </a:tabLst>
            </a:pPr>
            <a:r>
              <a:rPr sz="1400" b="1" spc="-10" dirty="0">
                <a:latin typeface="Calibri"/>
                <a:cs typeface="Calibri"/>
              </a:rPr>
              <a:t>Documentation:</a:t>
            </a:r>
            <a:r>
              <a:rPr sz="1400" b="1" spc="-70" dirty="0">
                <a:latin typeface="Calibri"/>
                <a:cs typeface="Calibri"/>
              </a:rPr>
              <a:t> </a:t>
            </a:r>
            <a:r>
              <a:rPr sz="1400" spc="-10" dirty="0">
                <a:latin typeface="Calibri"/>
                <a:cs typeface="Calibri"/>
              </a:rPr>
              <a:t>Maintain</a:t>
            </a:r>
            <a:r>
              <a:rPr sz="1400" spc="-15" dirty="0">
                <a:latin typeface="Calibri"/>
                <a:cs typeface="Calibri"/>
              </a:rPr>
              <a:t> </a:t>
            </a:r>
            <a:r>
              <a:rPr sz="1400" spc="-10" dirty="0">
                <a:latin typeface="Calibri"/>
                <a:cs typeface="Calibri"/>
              </a:rPr>
              <a:t>organized</a:t>
            </a:r>
            <a:r>
              <a:rPr sz="1400" spc="-25" dirty="0">
                <a:latin typeface="Calibri"/>
                <a:cs typeface="Calibri"/>
              </a:rPr>
              <a:t> </a:t>
            </a:r>
            <a:r>
              <a:rPr sz="1400" dirty="0">
                <a:latin typeface="Calibri"/>
                <a:cs typeface="Calibri"/>
              </a:rPr>
              <a:t>test</a:t>
            </a:r>
            <a:r>
              <a:rPr sz="1400" spc="-25" dirty="0">
                <a:latin typeface="Calibri"/>
                <a:cs typeface="Calibri"/>
              </a:rPr>
              <a:t> </a:t>
            </a:r>
            <a:r>
              <a:rPr sz="1400" dirty="0">
                <a:latin typeface="Calibri"/>
                <a:cs typeface="Calibri"/>
              </a:rPr>
              <a:t>case</a:t>
            </a:r>
            <a:r>
              <a:rPr sz="1400" spc="-20" dirty="0">
                <a:latin typeface="Calibri"/>
                <a:cs typeface="Calibri"/>
              </a:rPr>
              <a:t> </a:t>
            </a:r>
            <a:r>
              <a:rPr sz="1400" spc="-10" dirty="0">
                <a:latin typeface="Calibri"/>
                <a:cs typeface="Calibri"/>
              </a:rPr>
              <a:t>documentation.</a:t>
            </a:r>
            <a:endParaRPr sz="1400">
              <a:latin typeface="Calibri"/>
              <a:cs typeface="Calibri"/>
            </a:endParaRPr>
          </a:p>
          <a:p>
            <a:pPr marL="240665" indent="-227965">
              <a:lnSpc>
                <a:spcPct val="100000"/>
              </a:lnSpc>
              <a:spcBef>
                <a:spcPts val="1010"/>
              </a:spcBef>
              <a:buFont typeface="Wingdings"/>
              <a:buChar char=""/>
              <a:tabLst>
                <a:tab pos="240665" algn="l"/>
              </a:tabLst>
            </a:pPr>
            <a:r>
              <a:rPr sz="1400" b="1" spc="-10" dirty="0">
                <a:latin typeface="Calibri"/>
                <a:cs typeface="Calibri"/>
              </a:rPr>
              <a:t>Execution</a:t>
            </a:r>
            <a:r>
              <a:rPr sz="1400" b="1" spc="-60" dirty="0">
                <a:latin typeface="Calibri"/>
                <a:cs typeface="Calibri"/>
              </a:rPr>
              <a:t> </a:t>
            </a:r>
            <a:r>
              <a:rPr sz="1400" b="1" dirty="0">
                <a:latin typeface="Calibri"/>
                <a:cs typeface="Calibri"/>
              </a:rPr>
              <a:t>Plan:</a:t>
            </a:r>
            <a:r>
              <a:rPr sz="1400" b="1" spc="-20" dirty="0">
                <a:latin typeface="Calibri"/>
                <a:cs typeface="Calibri"/>
              </a:rPr>
              <a:t> </a:t>
            </a:r>
            <a:r>
              <a:rPr sz="1400" dirty="0">
                <a:latin typeface="Calibri"/>
                <a:cs typeface="Calibri"/>
              </a:rPr>
              <a:t>Plan</a:t>
            </a:r>
            <a:r>
              <a:rPr sz="1400" spc="-20" dirty="0">
                <a:latin typeface="Calibri"/>
                <a:cs typeface="Calibri"/>
              </a:rPr>
              <a:t> </a:t>
            </a:r>
            <a:r>
              <a:rPr sz="1400" dirty="0">
                <a:latin typeface="Calibri"/>
                <a:cs typeface="Calibri"/>
              </a:rPr>
              <a:t>test</a:t>
            </a:r>
            <a:r>
              <a:rPr sz="1400" spc="-20" dirty="0">
                <a:latin typeface="Calibri"/>
                <a:cs typeface="Calibri"/>
              </a:rPr>
              <a:t> </a:t>
            </a:r>
            <a:r>
              <a:rPr sz="1400" spc="-10" dirty="0">
                <a:latin typeface="Calibri"/>
                <a:cs typeface="Calibri"/>
              </a:rPr>
              <a:t>execution</a:t>
            </a:r>
            <a:r>
              <a:rPr sz="1400" spc="-5" dirty="0">
                <a:latin typeface="Calibri"/>
                <a:cs typeface="Calibri"/>
              </a:rPr>
              <a:t> </a:t>
            </a:r>
            <a:r>
              <a:rPr sz="1400" dirty="0">
                <a:latin typeface="Calibri"/>
                <a:cs typeface="Calibri"/>
              </a:rPr>
              <a:t>in</a:t>
            </a:r>
            <a:r>
              <a:rPr sz="1400" spc="-15" dirty="0">
                <a:latin typeface="Calibri"/>
                <a:cs typeface="Calibri"/>
              </a:rPr>
              <a:t> </a:t>
            </a:r>
            <a:r>
              <a:rPr sz="1400" dirty="0">
                <a:latin typeface="Calibri"/>
                <a:cs typeface="Calibri"/>
              </a:rPr>
              <a:t>the</a:t>
            </a:r>
            <a:r>
              <a:rPr sz="1400" spc="-20" dirty="0">
                <a:latin typeface="Calibri"/>
                <a:cs typeface="Calibri"/>
              </a:rPr>
              <a:t> </a:t>
            </a:r>
            <a:r>
              <a:rPr sz="1400" spc="-10" dirty="0">
                <a:latin typeface="Calibri"/>
                <a:cs typeface="Calibri"/>
              </a:rPr>
              <a:t>designated</a:t>
            </a:r>
            <a:r>
              <a:rPr sz="1400" dirty="0">
                <a:latin typeface="Calibri"/>
                <a:cs typeface="Calibri"/>
              </a:rPr>
              <a:t> </a:t>
            </a:r>
            <a:r>
              <a:rPr sz="1400" spc="-10" dirty="0">
                <a:latin typeface="Calibri"/>
                <a:cs typeface="Calibri"/>
              </a:rPr>
              <a:t>environment.</a:t>
            </a:r>
            <a:endParaRPr sz="1400">
              <a:latin typeface="Calibri"/>
              <a:cs typeface="Calibri"/>
            </a:endParaRPr>
          </a:p>
          <a:p>
            <a:pPr marL="240665" indent="-227965">
              <a:lnSpc>
                <a:spcPct val="100000"/>
              </a:lnSpc>
              <a:spcBef>
                <a:spcPts val="994"/>
              </a:spcBef>
              <a:buFont typeface="Wingdings"/>
              <a:buChar char=""/>
              <a:tabLst>
                <a:tab pos="240665" algn="l"/>
              </a:tabLst>
            </a:pPr>
            <a:r>
              <a:rPr sz="1400" b="1" spc="-10" dirty="0">
                <a:latin typeface="Calibri"/>
                <a:cs typeface="Calibri"/>
              </a:rPr>
              <a:t>Execution</a:t>
            </a:r>
            <a:r>
              <a:rPr sz="1400" b="1" spc="-60" dirty="0">
                <a:latin typeface="Calibri"/>
                <a:cs typeface="Calibri"/>
              </a:rPr>
              <a:t> </a:t>
            </a:r>
            <a:r>
              <a:rPr sz="1400" b="1" dirty="0">
                <a:latin typeface="Calibri"/>
                <a:cs typeface="Calibri"/>
              </a:rPr>
              <a:t>and</a:t>
            </a:r>
            <a:r>
              <a:rPr sz="1400" b="1" spc="-40" dirty="0">
                <a:latin typeface="Calibri"/>
                <a:cs typeface="Calibri"/>
              </a:rPr>
              <a:t> </a:t>
            </a:r>
            <a:r>
              <a:rPr sz="1400" b="1" spc="-10" dirty="0">
                <a:latin typeface="Calibri"/>
                <a:cs typeface="Calibri"/>
              </a:rPr>
              <a:t>Reporting:</a:t>
            </a:r>
            <a:r>
              <a:rPr sz="1400" b="1" spc="-55" dirty="0">
                <a:latin typeface="Calibri"/>
                <a:cs typeface="Calibri"/>
              </a:rPr>
              <a:t> </a:t>
            </a:r>
            <a:r>
              <a:rPr sz="1400" spc="-10" dirty="0">
                <a:latin typeface="Calibri"/>
                <a:cs typeface="Calibri"/>
              </a:rPr>
              <a:t>Execute,</a:t>
            </a:r>
            <a:r>
              <a:rPr sz="1400" spc="-15" dirty="0">
                <a:latin typeface="Calibri"/>
                <a:cs typeface="Calibri"/>
              </a:rPr>
              <a:t> </a:t>
            </a:r>
            <a:r>
              <a:rPr sz="1400" dirty="0">
                <a:latin typeface="Calibri"/>
                <a:cs typeface="Calibri"/>
              </a:rPr>
              <a:t>record</a:t>
            </a:r>
            <a:r>
              <a:rPr sz="1400" spc="-20" dirty="0">
                <a:latin typeface="Calibri"/>
                <a:cs typeface="Calibri"/>
              </a:rPr>
              <a:t> </a:t>
            </a:r>
            <a:r>
              <a:rPr sz="1400" dirty="0">
                <a:latin typeface="Calibri"/>
                <a:cs typeface="Calibri"/>
              </a:rPr>
              <a:t>results,</a:t>
            </a:r>
            <a:r>
              <a:rPr sz="1400" spc="-20" dirty="0">
                <a:latin typeface="Calibri"/>
                <a:cs typeface="Calibri"/>
              </a:rPr>
              <a:t> </a:t>
            </a:r>
            <a:r>
              <a:rPr sz="1400" dirty="0">
                <a:latin typeface="Calibri"/>
                <a:cs typeface="Calibri"/>
              </a:rPr>
              <a:t>and</a:t>
            </a:r>
            <a:r>
              <a:rPr sz="1400" spc="-25" dirty="0">
                <a:latin typeface="Calibri"/>
                <a:cs typeface="Calibri"/>
              </a:rPr>
              <a:t> </a:t>
            </a:r>
            <a:r>
              <a:rPr sz="1400" dirty="0">
                <a:latin typeface="Calibri"/>
                <a:cs typeface="Calibri"/>
              </a:rPr>
              <a:t>report</a:t>
            </a:r>
            <a:r>
              <a:rPr sz="1400" spc="-20" dirty="0">
                <a:latin typeface="Calibri"/>
                <a:cs typeface="Calibri"/>
              </a:rPr>
              <a:t> </a:t>
            </a:r>
            <a:r>
              <a:rPr sz="1400" spc="-10" dirty="0">
                <a:latin typeface="Calibri"/>
                <a:cs typeface="Calibri"/>
              </a:rPr>
              <a:t>defects.</a:t>
            </a:r>
            <a:endParaRPr sz="1400">
              <a:latin typeface="Calibri"/>
              <a:cs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93242" y="551434"/>
            <a:ext cx="1543685" cy="254000"/>
          </a:xfrm>
          <a:prstGeom prst="rect">
            <a:avLst/>
          </a:prstGeom>
        </p:spPr>
        <p:txBody>
          <a:bodyPr vert="horz" wrap="square" lIns="0" tIns="12700" rIns="0" bIns="0" rtlCol="0">
            <a:spAutoFit/>
          </a:bodyPr>
          <a:lstStyle/>
          <a:p>
            <a:pPr marL="12700">
              <a:lnSpc>
                <a:spcPct val="100000"/>
              </a:lnSpc>
              <a:spcBef>
                <a:spcPts val="100"/>
              </a:spcBef>
            </a:pPr>
            <a:r>
              <a:rPr sz="1500" b="1" dirty="0">
                <a:latin typeface="Calibri"/>
                <a:cs typeface="Calibri"/>
              </a:rPr>
              <a:t>How</a:t>
            </a:r>
            <a:r>
              <a:rPr sz="1500" b="1" spc="-35" dirty="0">
                <a:latin typeface="Calibri"/>
                <a:cs typeface="Calibri"/>
              </a:rPr>
              <a:t> </a:t>
            </a:r>
            <a:r>
              <a:rPr sz="1500" b="1" dirty="0">
                <a:latin typeface="Calibri"/>
                <a:cs typeface="Calibri"/>
              </a:rPr>
              <a:t>to</a:t>
            </a:r>
            <a:r>
              <a:rPr sz="1500" b="1" spc="-10" dirty="0">
                <a:latin typeface="Calibri"/>
                <a:cs typeface="Calibri"/>
              </a:rPr>
              <a:t> </a:t>
            </a:r>
            <a:r>
              <a:rPr sz="1500" b="1" dirty="0">
                <a:latin typeface="Calibri"/>
                <a:cs typeface="Calibri"/>
              </a:rPr>
              <a:t>do</a:t>
            </a:r>
            <a:r>
              <a:rPr sz="1500" b="1" spc="-30" dirty="0">
                <a:latin typeface="Calibri"/>
                <a:cs typeface="Calibri"/>
              </a:rPr>
              <a:t> </a:t>
            </a:r>
            <a:r>
              <a:rPr sz="1500" b="1" dirty="0">
                <a:latin typeface="Calibri"/>
                <a:cs typeface="Calibri"/>
              </a:rPr>
              <a:t>GUI</a:t>
            </a:r>
            <a:r>
              <a:rPr sz="1500" b="1" spc="-40" dirty="0">
                <a:latin typeface="Calibri"/>
                <a:cs typeface="Calibri"/>
              </a:rPr>
              <a:t> </a:t>
            </a:r>
            <a:r>
              <a:rPr sz="1500" b="1" spc="-20" dirty="0">
                <a:latin typeface="Calibri"/>
                <a:cs typeface="Calibri"/>
              </a:rPr>
              <a:t>Test</a:t>
            </a:r>
            <a:endParaRPr sz="1500">
              <a:latin typeface="Calibri"/>
              <a:cs typeface="Calibri"/>
            </a:endParaRPr>
          </a:p>
        </p:txBody>
      </p:sp>
      <p:sp>
        <p:nvSpPr>
          <p:cNvPr id="3" name="object 3"/>
          <p:cNvSpPr txBox="1"/>
          <p:nvPr/>
        </p:nvSpPr>
        <p:spPr>
          <a:xfrm>
            <a:off x="593242" y="4311777"/>
            <a:ext cx="5160645" cy="482600"/>
          </a:xfrm>
          <a:prstGeom prst="rect">
            <a:avLst/>
          </a:prstGeom>
        </p:spPr>
        <p:txBody>
          <a:bodyPr vert="horz" wrap="square" lIns="0" tIns="12700" rIns="0" bIns="0" rtlCol="0">
            <a:spAutoFit/>
          </a:bodyPr>
          <a:lstStyle/>
          <a:p>
            <a:pPr marL="12700" marR="5080">
              <a:lnSpc>
                <a:spcPct val="100000"/>
              </a:lnSpc>
              <a:spcBef>
                <a:spcPts val="100"/>
              </a:spcBef>
            </a:pPr>
            <a:r>
              <a:rPr sz="1500" spc="-10" dirty="0">
                <a:solidFill>
                  <a:srgbClr val="212121"/>
                </a:solidFill>
                <a:latin typeface="Calibri"/>
                <a:cs typeface="Calibri"/>
              </a:rPr>
              <a:t>Following</a:t>
            </a:r>
            <a:r>
              <a:rPr sz="1500" spc="-40" dirty="0">
                <a:solidFill>
                  <a:srgbClr val="212121"/>
                </a:solidFill>
                <a:latin typeface="Calibri"/>
                <a:cs typeface="Calibri"/>
              </a:rPr>
              <a:t> </a:t>
            </a:r>
            <a:r>
              <a:rPr sz="1500" dirty="0">
                <a:solidFill>
                  <a:srgbClr val="212121"/>
                </a:solidFill>
                <a:latin typeface="Calibri"/>
                <a:cs typeface="Calibri"/>
              </a:rPr>
              <a:t>below</a:t>
            </a:r>
            <a:r>
              <a:rPr sz="1500" spc="-25" dirty="0">
                <a:solidFill>
                  <a:srgbClr val="212121"/>
                </a:solidFill>
                <a:latin typeface="Calibri"/>
                <a:cs typeface="Calibri"/>
              </a:rPr>
              <a:t> </a:t>
            </a:r>
            <a:r>
              <a:rPr sz="1500" dirty="0">
                <a:solidFill>
                  <a:srgbClr val="212121"/>
                </a:solidFill>
                <a:latin typeface="Calibri"/>
                <a:cs typeface="Calibri"/>
              </a:rPr>
              <a:t>is</a:t>
            </a:r>
            <a:r>
              <a:rPr sz="1500" spc="-25" dirty="0">
                <a:solidFill>
                  <a:srgbClr val="212121"/>
                </a:solidFill>
                <a:latin typeface="Calibri"/>
                <a:cs typeface="Calibri"/>
              </a:rPr>
              <a:t> </a:t>
            </a:r>
            <a:r>
              <a:rPr sz="1500" dirty="0">
                <a:solidFill>
                  <a:srgbClr val="212121"/>
                </a:solidFill>
                <a:latin typeface="Calibri"/>
                <a:cs typeface="Calibri"/>
              </a:rPr>
              <a:t>the</a:t>
            </a:r>
            <a:r>
              <a:rPr sz="1500" spc="-25" dirty="0">
                <a:solidFill>
                  <a:srgbClr val="212121"/>
                </a:solidFill>
                <a:latin typeface="Calibri"/>
                <a:cs typeface="Calibri"/>
              </a:rPr>
              <a:t> </a:t>
            </a:r>
            <a:r>
              <a:rPr sz="1500" spc="-10" dirty="0">
                <a:solidFill>
                  <a:srgbClr val="212121"/>
                </a:solidFill>
                <a:latin typeface="Calibri"/>
                <a:cs typeface="Calibri"/>
              </a:rPr>
              <a:t>example</a:t>
            </a:r>
            <a:r>
              <a:rPr sz="1500" spc="-25" dirty="0">
                <a:solidFill>
                  <a:srgbClr val="212121"/>
                </a:solidFill>
                <a:latin typeface="Calibri"/>
                <a:cs typeface="Calibri"/>
              </a:rPr>
              <a:t> </a:t>
            </a:r>
            <a:r>
              <a:rPr sz="1500" dirty="0">
                <a:solidFill>
                  <a:srgbClr val="212121"/>
                </a:solidFill>
                <a:latin typeface="Calibri"/>
                <a:cs typeface="Calibri"/>
              </a:rPr>
              <a:t>of</a:t>
            </a:r>
            <a:r>
              <a:rPr sz="1500" spc="-35" dirty="0">
                <a:solidFill>
                  <a:srgbClr val="212121"/>
                </a:solidFill>
                <a:latin typeface="Calibri"/>
                <a:cs typeface="Calibri"/>
              </a:rPr>
              <a:t> </a:t>
            </a:r>
            <a:r>
              <a:rPr sz="1500" dirty="0">
                <a:solidFill>
                  <a:srgbClr val="212121"/>
                </a:solidFill>
                <a:latin typeface="Calibri"/>
                <a:cs typeface="Calibri"/>
              </a:rPr>
              <a:t>the</a:t>
            </a:r>
            <a:r>
              <a:rPr sz="1500" spc="-35" dirty="0">
                <a:solidFill>
                  <a:srgbClr val="212121"/>
                </a:solidFill>
                <a:latin typeface="Calibri"/>
                <a:cs typeface="Calibri"/>
              </a:rPr>
              <a:t> </a:t>
            </a:r>
            <a:r>
              <a:rPr sz="1500" spc="-40" dirty="0">
                <a:solidFill>
                  <a:srgbClr val="212121"/>
                </a:solidFill>
                <a:latin typeface="Calibri"/>
                <a:cs typeface="Calibri"/>
              </a:rPr>
              <a:t>Test </a:t>
            </a:r>
            <a:r>
              <a:rPr sz="1500" dirty="0">
                <a:solidFill>
                  <a:srgbClr val="212121"/>
                </a:solidFill>
                <a:latin typeface="Calibri"/>
                <a:cs typeface="Calibri"/>
              </a:rPr>
              <a:t>cases,</a:t>
            </a:r>
            <a:r>
              <a:rPr sz="1500" spc="-25" dirty="0">
                <a:solidFill>
                  <a:srgbClr val="212121"/>
                </a:solidFill>
                <a:latin typeface="Calibri"/>
                <a:cs typeface="Calibri"/>
              </a:rPr>
              <a:t> </a:t>
            </a:r>
            <a:r>
              <a:rPr sz="1500" dirty="0">
                <a:solidFill>
                  <a:srgbClr val="212121"/>
                </a:solidFill>
                <a:latin typeface="Calibri"/>
                <a:cs typeface="Calibri"/>
              </a:rPr>
              <a:t>which</a:t>
            </a:r>
            <a:r>
              <a:rPr sz="1500" spc="-20" dirty="0">
                <a:solidFill>
                  <a:srgbClr val="212121"/>
                </a:solidFill>
                <a:latin typeface="Calibri"/>
                <a:cs typeface="Calibri"/>
              </a:rPr>
              <a:t> </a:t>
            </a:r>
            <a:r>
              <a:rPr sz="1500" dirty="0">
                <a:solidFill>
                  <a:srgbClr val="212121"/>
                </a:solidFill>
                <a:latin typeface="Calibri"/>
                <a:cs typeface="Calibri"/>
              </a:rPr>
              <a:t>consists</a:t>
            </a:r>
            <a:r>
              <a:rPr sz="1500" spc="-40" dirty="0">
                <a:solidFill>
                  <a:srgbClr val="212121"/>
                </a:solidFill>
                <a:latin typeface="Calibri"/>
                <a:cs typeface="Calibri"/>
              </a:rPr>
              <a:t> </a:t>
            </a:r>
            <a:r>
              <a:rPr sz="1500" spc="-25" dirty="0">
                <a:solidFill>
                  <a:srgbClr val="212121"/>
                </a:solidFill>
                <a:latin typeface="Calibri"/>
                <a:cs typeface="Calibri"/>
              </a:rPr>
              <a:t>of </a:t>
            </a:r>
            <a:r>
              <a:rPr sz="1500" dirty="0">
                <a:solidFill>
                  <a:srgbClr val="212121"/>
                </a:solidFill>
                <a:latin typeface="Calibri"/>
                <a:cs typeface="Calibri"/>
              </a:rPr>
              <a:t>UI</a:t>
            </a:r>
            <a:r>
              <a:rPr sz="1500" spc="-25" dirty="0">
                <a:solidFill>
                  <a:srgbClr val="212121"/>
                </a:solidFill>
                <a:latin typeface="Calibri"/>
                <a:cs typeface="Calibri"/>
              </a:rPr>
              <a:t> </a:t>
            </a:r>
            <a:r>
              <a:rPr sz="1500" dirty="0">
                <a:solidFill>
                  <a:srgbClr val="212121"/>
                </a:solidFill>
                <a:latin typeface="Calibri"/>
                <a:cs typeface="Calibri"/>
              </a:rPr>
              <a:t>and</a:t>
            </a:r>
            <a:r>
              <a:rPr sz="1500" spc="-45" dirty="0">
                <a:solidFill>
                  <a:srgbClr val="212121"/>
                </a:solidFill>
                <a:latin typeface="Calibri"/>
                <a:cs typeface="Calibri"/>
              </a:rPr>
              <a:t> </a:t>
            </a:r>
            <a:r>
              <a:rPr sz="1500" dirty="0">
                <a:solidFill>
                  <a:srgbClr val="212121"/>
                </a:solidFill>
                <a:latin typeface="Calibri"/>
                <a:cs typeface="Calibri"/>
              </a:rPr>
              <a:t>Usability</a:t>
            </a:r>
            <a:r>
              <a:rPr sz="1500" spc="-35" dirty="0">
                <a:solidFill>
                  <a:srgbClr val="212121"/>
                </a:solidFill>
                <a:latin typeface="Calibri"/>
                <a:cs typeface="Calibri"/>
              </a:rPr>
              <a:t> </a:t>
            </a:r>
            <a:r>
              <a:rPr sz="1500" dirty="0">
                <a:solidFill>
                  <a:srgbClr val="212121"/>
                </a:solidFill>
                <a:latin typeface="Calibri"/>
                <a:cs typeface="Calibri"/>
              </a:rPr>
              <a:t>test</a:t>
            </a:r>
            <a:r>
              <a:rPr sz="1500" spc="-40" dirty="0">
                <a:solidFill>
                  <a:srgbClr val="212121"/>
                </a:solidFill>
                <a:latin typeface="Calibri"/>
                <a:cs typeface="Calibri"/>
              </a:rPr>
              <a:t> </a:t>
            </a:r>
            <a:r>
              <a:rPr sz="1500" spc="-10" dirty="0">
                <a:solidFill>
                  <a:srgbClr val="212121"/>
                </a:solidFill>
                <a:latin typeface="Calibri"/>
                <a:cs typeface="Calibri"/>
              </a:rPr>
              <a:t>scenarios.</a:t>
            </a:r>
            <a:endParaRPr sz="1500">
              <a:latin typeface="Calibri"/>
              <a:cs typeface="Calibri"/>
            </a:endParaRPr>
          </a:p>
        </p:txBody>
      </p:sp>
      <p:sp>
        <p:nvSpPr>
          <p:cNvPr id="4" name="object 4"/>
          <p:cNvSpPr txBox="1"/>
          <p:nvPr/>
        </p:nvSpPr>
        <p:spPr>
          <a:xfrm>
            <a:off x="593242" y="4895469"/>
            <a:ext cx="5347970" cy="1068705"/>
          </a:xfrm>
          <a:prstGeom prst="rect">
            <a:avLst/>
          </a:prstGeom>
        </p:spPr>
        <p:txBody>
          <a:bodyPr vert="horz" wrap="square" lIns="0" tIns="12700" rIns="0" bIns="0" rtlCol="0">
            <a:spAutoFit/>
          </a:bodyPr>
          <a:lstStyle/>
          <a:p>
            <a:pPr marL="240665" indent="-227965">
              <a:lnSpc>
                <a:spcPct val="100000"/>
              </a:lnSpc>
              <a:spcBef>
                <a:spcPts val="100"/>
              </a:spcBef>
              <a:buFont typeface="Arial MT"/>
              <a:buChar char="•"/>
              <a:tabLst>
                <a:tab pos="240665" algn="l"/>
              </a:tabLst>
            </a:pPr>
            <a:r>
              <a:rPr sz="1500" b="1" dirty="0">
                <a:solidFill>
                  <a:srgbClr val="00AF50"/>
                </a:solidFill>
                <a:latin typeface="Calibri"/>
                <a:cs typeface="Calibri"/>
              </a:rPr>
              <a:t>Test</a:t>
            </a:r>
            <a:r>
              <a:rPr sz="1500" b="1" spc="315" dirty="0">
                <a:solidFill>
                  <a:srgbClr val="00AF50"/>
                </a:solidFill>
                <a:latin typeface="Calibri"/>
                <a:cs typeface="Calibri"/>
              </a:rPr>
              <a:t> </a:t>
            </a:r>
            <a:r>
              <a:rPr sz="1500" b="1" dirty="0">
                <a:solidFill>
                  <a:srgbClr val="00AF50"/>
                </a:solidFill>
                <a:latin typeface="Calibri"/>
                <a:cs typeface="Calibri"/>
              </a:rPr>
              <a:t>case</a:t>
            </a:r>
            <a:r>
              <a:rPr sz="1500" b="1" spc="310" dirty="0">
                <a:solidFill>
                  <a:srgbClr val="00AF50"/>
                </a:solidFill>
                <a:latin typeface="Calibri"/>
                <a:cs typeface="Calibri"/>
              </a:rPr>
              <a:t> </a:t>
            </a:r>
            <a:r>
              <a:rPr sz="1500" b="1" dirty="0">
                <a:solidFill>
                  <a:srgbClr val="00AF50"/>
                </a:solidFill>
                <a:latin typeface="Calibri"/>
                <a:cs typeface="Calibri"/>
              </a:rPr>
              <a:t>01-</a:t>
            </a:r>
            <a:r>
              <a:rPr sz="1500" b="1" spc="315" dirty="0">
                <a:solidFill>
                  <a:srgbClr val="00AF50"/>
                </a:solidFill>
                <a:latin typeface="Calibri"/>
                <a:cs typeface="Calibri"/>
              </a:rPr>
              <a:t> </a:t>
            </a:r>
            <a:r>
              <a:rPr sz="1500" dirty="0">
                <a:solidFill>
                  <a:srgbClr val="212121"/>
                </a:solidFill>
                <a:latin typeface="Calibri"/>
                <a:cs typeface="Calibri"/>
              </a:rPr>
              <a:t>Verify</a:t>
            </a:r>
            <a:r>
              <a:rPr sz="1500" spc="325" dirty="0">
                <a:solidFill>
                  <a:srgbClr val="212121"/>
                </a:solidFill>
                <a:latin typeface="Calibri"/>
                <a:cs typeface="Calibri"/>
              </a:rPr>
              <a:t> </a:t>
            </a:r>
            <a:r>
              <a:rPr sz="1500" dirty="0">
                <a:solidFill>
                  <a:srgbClr val="212121"/>
                </a:solidFill>
                <a:latin typeface="Calibri"/>
                <a:cs typeface="Calibri"/>
              </a:rPr>
              <a:t>that</a:t>
            </a:r>
            <a:r>
              <a:rPr sz="1500" spc="320" dirty="0">
                <a:solidFill>
                  <a:srgbClr val="212121"/>
                </a:solidFill>
                <a:latin typeface="Calibri"/>
                <a:cs typeface="Calibri"/>
              </a:rPr>
              <a:t> </a:t>
            </a:r>
            <a:r>
              <a:rPr sz="1500" dirty="0">
                <a:solidFill>
                  <a:srgbClr val="212121"/>
                </a:solidFill>
                <a:latin typeface="Calibri"/>
                <a:cs typeface="Calibri"/>
              </a:rPr>
              <a:t>the</a:t>
            </a:r>
            <a:r>
              <a:rPr sz="1500" spc="315" dirty="0">
                <a:solidFill>
                  <a:srgbClr val="212121"/>
                </a:solidFill>
                <a:latin typeface="Calibri"/>
                <a:cs typeface="Calibri"/>
              </a:rPr>
              <a:t> </a:t>
            </a:r>
            <a:r>
              <a:rPr sz="1500" dirty="0">
                <a:solidFill>
                  <a:srgbClr val="212121"/>
                </a:solidFill>
                <a:latin typeface="Calibri"/>
                <a:cs typeface="Calibri"/>
              </a:rPr>
              <a:t>text</a:t>
            </a:r>
            <a:r>
              <a:rPr sz="1500" spc="315" dirty="0">
                <a:solidFill>
                  <a:srgbClr val="212121"/>
                </a:solidFill>
                <a:latin typeface="Calibri"/>
                <a:cs typeface="Calibri"/>
              </a:rPr>
              <a:t> </a:t>
            </a:r>
            <a:r>
              <a:rPr sz="1500" dirty="0">
                <a:solidFill>
                  <a:srgbClr val="212121"/>
                </a:solidFill>
                <a:latin typeface="Calibri"/>
                <a:cs typeface="Calibri"/>
              </a:rPr>
              <a:t>box</a:t>
            </a:r>
            <a:r>
              <a:rPr sz="1500" spc="315" dirty="0">
                <a:solidFill>
                  <a:srgbClr val="212121"/>
                </a:solidFill>
                <a:latin typeface="Calibri"/>
                <a:cs typeface="Calibri"/>
              </a:rPr>
              <a:t> </a:t>
            </a:r>
            <a:r>
              <a:rPr sz="1500" dirty="0">
                <a:solidFill>
                  <a:srgbClr val="212121"/>
                </a:solidFill>
                <a:latin typeface="Calibri"/>
                <a:cs typeface="Calibri"/>
              </a:rPr>
              <a:t>with</a:t>
            </a:r>
            <a:r>
              <a:rPr sz="1500" spc="325" dirty="0">
                <a:solidFill>
                  <a:srgbClr val="212121"/>
                </a:solidFill>
                <a:latin typeface="Calibri"/>
                <a:cs typeface="Calibri"/>
              </a:rPr>
              <a:t> </a:t>
            </a:r>
            <a:r>
              <a:rPr sz="1500" dirty="0">
                <a:solidFill>
                  <a:srgbClr val="212121"/>
                </a:solidFill>
                <a:latin typeface="Calibri"/>
                <a:cs typeface="Calibri"/>
              </a:rPr>
              <a:t>the</a:t>
            </a:r>
            <a:r>
              <a:rPr sz="1500" spc="320" dirty="0">
                <a:solidFill>
                  <a:srgbClr val="212121"/>
                </a:solidFill>
                <a:latin typeface="Calibri"/>
                <a:cs typeface="Calibri"/>
              </a:rPr>
              <a:t> </a:t>
            </a:r>
            <a:r>
              <a:rPr sz="1500" dirty="0">
                <a:solidFill>
                  <a:srgbClr val="212121"/>
                </a:solidFill>
                <a:latin typeface="Calibri"/>
                <a:cs typeface="Calibri"/>
              </a:rPr>
              <a:t>label</a:t>
            </a:r>
            <a:r>
              <a:rPr sz="1500" spc="320" dirty="0">
                <a:solidFill>
                  <a:srgbClr val="212121"/>
                </a:solidFill>
                <a:latin typeface="Calibri"/>
                <a:cs typeface="Calibri"/>
              </a:rPr>
              <a:t> </a:t>
            </a:r>
            <a:r>
              <a:rPr sz="1500" spc="-10" dirty="0">
                <a:solidFill>
                  <a:srgbClr val="212121"/>
                </a:solidFill>
                <a:latin typeface="Calibri"/>
                <a:cs typeface="Calibri"/>
              </a:rPr>
              <a:t>“</a:t>
            </a:r>
            <a:r>
              <a:rPr sz="1500" b="1" spc="-10" dirty="0">
                <a:solidFill>
                  <a:srgbClr val="212121"/>
                </a:solidFill>
                <a:latin typeface="Calibri"/>
                <a:cs typeface="Calibri"/>
              </a:rPr>
              <a:t>Source</a:t>
            </a:r>
            <a:endParaRPr sz="1500">
              <a:latin typeface="Calibri"/>
              <a:cs typeface="Calibri"/>
            </a:endParaRPr>
          </a:p>
          <a:p>
            <a:pPr marL="241300">
              <a:lnSpc>
                <a:spcPct val="100000"/>
              </a:lnSpc>
            </a:pPr>
            <a:r>
              <a:rPr sz="1500" b="1" dirty="0">
                <a:solidFill>
                  <a:srgbClr val="212121"/>
                </a:solidFill>
                <a:latin typeface="Calibri"/>
                <a:cs typeface="Calibri"/>
              </a:rPr>
              <a:t>Folder</a:t>
            </a:r>
            <a:r>
              <a:rPr sz="1500" dirty="0">
                <a:solidFill>
                  <a:srgbClr val="212121"/>
                </a:solidFill>
                <a:latin typeface="Calibri"/>
                <a:cs typeface="Calibri"/>
              </a:rPr>
              <a:t>”</a:t>
            </a:r>
            <a:r>
              <a:rPr sz="1500" spc="-30" dirty="0">
                <a:solidFill>
                  <a:srgbClr val="212121"/>
                </a:solidFill>
                <a:latin typeface="Calibri"/>
                <a:cs typeface="Calibri"/>
              </a:rPr>
              <a:t> </a:t>
            </a:r>
            <a:r>
              <a:rPr sz="1500" dirty="0">
                <a:solidFill>
                  <a:srgbClr val="212121"/>
                </a:solidFill>
                <a:latin typeface="Calibri"/>
                <a:cs typeface="Calibri"/>
              </a:rPr>
              <a:t>is</a:t>
            </a:r>
            <a:r>
              <a:rPr sz="1500" spc="-35" dirty="0">
                <a:solidFill>
                  <a:srgbClr val="212121"/>
                </a:solidFill>
                <a:latin typeface="Calibri"/>
                <a:cs typeface="Calibri"/>
              </a:rPr>
              <a:t> </a:t>
            </a:r>
            <a:r>
              <a:rPr sz="1500" dirty="0">
                <a:solidFill>
                  <a:srgbClr val="212121"/>
                </a:solidFill>
                <a:latin typeface="Calibri"/>
                <a:cs typeface="Calibri"/>
              </a:rPr>
              <a:t>aligned</a:t>
            </a:r>
            <a:r>
              <a:rPr sz="1500" spc="-40" dirty="0">
                <a:solidFill>
                  <a:srgbClr val="212121"/>
                </a:solidFill>
                <a:latin typeface="Calibri"/>
                <a:cs typeface="Calibri"/>
              </a:rPr>
              <a:t> </a:t>
            </a:r>
            <a:r>
              <a:rPr sz="1500" spc="-10" dirty="0">
                <a:solidFill>
                  <a:srgbClr val="212121"/>
                </a:solidFill>
                <a:latin typeface="Calibri"/>
                <a:cs typeface="Calibri"/>
              </a:rPr>
              <a:t>properly.</a:t>
            </a:r>
            <a:endParaRPr sz="1500">
              <a:latin typeface="Calibri"/>
              <a:cs typeface="Calibri"/>
            </a:endParaRPr>
          </a:p>
          <a:p>
            <a:pPr marL="241300" marR="5080" indent="-228600">
              <a:lnSpc>
                <a:spcPct val="100000"/>
              </a:lnSpc>
              <a:spcBef>
                <a:spcPts val="1010"/>
              </a:spcBef>
              <a:buFont typeface="Arial MT"/>
              <a:buChar char="•"/>
              <a:tabLst>
                <a:tab pos="241300" algn="l"/>
              </a:tabLst>
            </a:pPr>
            <a:r>
              <a:rPr sz="1500" b="1" spc="-10" dirty="0">
                <a:solidFill>
                  <a:srgbClr val="00AF50"/>
                </a:solidFill>
                <a:latin typeface="Calibri"/>
                <a:cs typeface="Calibri"/>
              </a:rPr>
              <a:t>Test</a:t>
            </a:r>
            <a:r>
              <a:rPr sz="1500" b="1" spc="5" dirty="0">
                <a:solidFill>
                  <a:srgbClr val="00AF50"/>
                </a:solidFill>
                <a:latin typeface="Calibri"/>
                <a:cs typeface="Calibri"/>
              </a:rPr>
              <a:t> </a:t>
            </a:r>
            <a:r>
              <a:rPr sz="1500" b="1" dirty="0">
                <a:solidFill>
                  <a:srgbClr val="00AF50"/>
                </a:solidFill>
                <a:latin typeface="Calibri"/>
                <a:cs typeface="Calibri"/>
              </a:rPr>
              <a:t>case 02</a:t>
            </a:r>
            <a:r>
              <a:rPr sz="1500" b="1" spc="10" dirty="0">
                <a:solidFill>
                  <a:srgbClr val="00AF50"/>
                </a:solidFill>
                <a:latin typeface="Calibri"/>
                <a:cs typeface="Calibri"/>
              </a:rPr>
              <a:t> </a:t>
            </a:r>
            <a:r>
              <a:rPr sz="1500" b="1" dirty="0">
                <a:solidFill>
                  <a:srgbClr val="00AF50"/>
                </a:solidFill>
                <a:latin typeface="Calibri"/>
                <a:cs typeface="Calibri"/>
              </a:rPr>
              <a:t>–</a:t>
            </a:r>
            <a:r>
              <a:rPr sz="1500" b="1" spc="5" dirty="0">
                <a:solidFill>
                  <a:srgbClr val="00AF50"/>
                </a:solidFill>
                <a:latin typeface="Calibri"/>
                <a:cs typeface="Calibri"/>
              </a:rPr>
              <a:t> </a:t>
            </a:r>
            <a:r>
              <a:rPr sz="1500" dirty="0">
                <a:solidFill>
                  <a:srgbClr val="212121"/>
                </a:solidFill>
                <a:latin typeface="Calibri"/>
                <a:cs typeface="Calibri"/>
              </a:rPr>
              <a:t>Verify</a:t>
            </a:r>
            <a:r>
              <a:rPr sz="1500" spc="20" dirty="0">
                <a:solidFill>
                  <a:srgbClr val="212121"/>
                </a:solidFill>
                <a:latin typeface="Calibri"/>
                <a:cs typeface="Calibri"/>
              </a:rPr>
              <a:t> </a:t>
            </a:r>
            <a:r>
              <a:rPr sz="1500" dirty="0">
                <a:solidFill>
                  <a:srgbClr val="212121"/>
                </a:solidFill>
                <a:latin typeface="Calibri"/>
                <a:cs typeface="Calibri"/>
              </a:rPr>
              <a:t>that</a:t>
            </a:r>
            <a:r>
              <a:rPr sz="1500" spc="10" dirty="0">
                <a:solidFill>
                  <a:srgbClr val="212121"/>
                </a:solidFill>
                <a:latin typeface="Calibri"/>
                <a:cs typeface="Calibri"/>
              </a:rPr>
              <a:t> </a:t>
            </a:r>
            <a:r>
              <a:rPr sz="1500" dirty="0">
                <a:solidFill>
                  <a:srgbClr val="212121"/>
                </a:solidFill>
                <a:latin typeface="Calibri"/>
                <a:cs typeface="Calibri"/>
              </a:rPr>
              <a:t>the</a:t>
            </a:r>
            <a:r>
              <a:rPr sz="1500" spc="15" dirty="0">
                <a:solidFill>
                  <a:srgbClr val="212121"/>
                </a:solidFill>
                <a:latin typeface="Calibri"/>
                <a:cs typeface="Calibri"/>
              </a:rPr>
              <a:t> </a:t>
            </a:r>
            <a:r>
              <a:rPr sz="1500" dirty="0">
                <a:solidFill>
                  <a:srgbClr val="212121"/>
                </a:solidFill>
                <a:latin typeface="Calibri"/>
                <a:cs typeface="Calibri"/>
              </a:rPr>
              <a:t>text</a:t>
            </a:r>
            <a:r>
              <a:rPr sz="1500" spc="10" dirty="0">
                <a:solidFill>
                  <a:srgbClr val="212121"/>
                </a:solidFill>
                <a:latin typeface="Calibri"/>
                <a:cs typeface="Calibri"/>
              </a:rPr>
              <a:t> </a:t>
            </a:r>
            <a:r>
              <a:rPr sz="1500" dirty="0">
                <a:solidFill>
                  <a:srgbClr val="212121"/>
                </a:solidFill>
                <a:latin typeface="Calibri"/>
                <a:cs typeface="Calibri"/>
              </a:rPr>
              <a:t>box with</a:t>
            </a:r>
            <a:r>
              <a:rPr sz="1500" spc="15" dirty="0">
                <a:solidFill>
                  <a:srgbClr val="212121"/>
                </a:solidFill>
                <a:latin typeface="Calibri"/>
                <a:cs typeface="Calibri"/>
              </a:rPr>
              <a:t> </a:t>
            </a:r>
            <a:r>
              <a:rPr sz="1500" dirty="0">
                <a:solidFill>
                  <a:srgbClr val="212121"/>
                </a:solidFill>
                <a:latin typeface="Calibri"/>
                <a:cs typeface="Calibri"/>
              </a:rPr>
              <a:t>the</a:t>
            </a:r>
            <a:r>
              <a:rPr sz="1500" spc="10" dirty="0">
                <a:solidFill>
                  <a:srgbClr val="212121"/>
                </a:solidFill>
                <a:latin typeface="Calibri"/>
                <a:cs typeface="Calibri"/>
              </a:rPr>
              <a:t> </a:t>
            </a:r>
            <a:r>
              <a:rPr sz="1500" dirty="0">
                <a:solidFill>
                  <a:srgbClr val="212121"/>
                </a:solidFill>
                <a:latin typeface="Calibri"/>
                <a:cs typeface="Calibri"/>
              </a:rPr>
              <a:t>label</a:t>
            </a:r>
            <a:r>
              <a:rPr sz="1500" spc="10" dirty="0">
                <a:solidFill>
                  <a:srgbClr val="212121"/>
                </a:solidFill>
                <a:latin typeface="Calibri"/>
                <a:cs typeface="Calibri"/>
              </a:rPr>
              <a:t> </a:t>
            </a:r>
            <a:r>
              <a:rPr sz="1500" dirty="0">
                <a:solidFill>
                  <a:srgbClr val="212121"/>
                </a:solidFill>
                <a:latin typeface="Calibri"/>
                <a:cs typeface="Calibri"/>
              </a:rPr>
              <a:t>“</a:t>
            </a:r>
            <a:r>
              <a:rPr sz="1500" b="1" dirty="0">
                <a:solidFill>
                  <a:srgbClr val="212121"/>
                </a:solidFill>
                <a:latin typeface="Calibri"/>
                <a:cs typeface="Calibri"/>
              </a:rPr>
              <a:t>Package</a:t>
            </a:r>
            <a:r>
              <a:rPr sz="1500" dirty="0">
                <a:solidFill>
                  <a:srgbClr val="212121"/>
                </a:solidFill>
                <a:latin typeface="Calibri"/>
                <a:cs typeface="Calibri"/>
              </a:rPr>
              <a:t>”</a:t>
            </a:r>
            <a:r>
              <a:rPr sz="1500" spc="10" dirty="0">
                <a:solidFill>
                  <a:srgbClr val="212121"/>
                </a:solidFill>
                <a:latin typeface="Calibri"/>
                <a:cs typeface="Calibri"/>
              </a:rPr>
              <a:t> </a:t>
            </a:r>
            <a:r>
              <a:rPr sz="1500" spc="-25" dirty="0">
                <a:solidFill>
                  <a:srgbClr val="212121"/>
                </a:solidFill>
                <a:latin typeface="Calibri"/>
                <a:cs typeface="Calibri"/>
              </a:rPr>
              <a:t>is </a:t>
            </a:r>
            <a:r>
              <a:rPr sz="1500" dirty="0">
                <a:solidFill>
                  <a:srgbClr val="212121"/>
                </a:solidFill>
                <a:latin typeface="Calibri"/>
                <a:cs typeface="Calibri"/>
              </a:rPr>
              <a:t>aligned</a:t>
            </a:r>
            <a:r>
              <a:rPr sz="1500" spc="-35" dirty="0">
                <a:solidFill>
                  <a:srgbClr val="212121"/>
                </a:solidFill>
                <a:latin typeface="Calibri"/>
                <a:cs typeface="Calibri"/>
              </a:rPr>
              <a:t> </a:t>
            </a:r>
            <a:r>
              <a:rPr sz="1500" spc="-10" dirty="0">
                <a:solidFill>
                  <a:srgbClr val="212121"/>
                </a:solidFill>
                <a:latin typeface="Calibri"/>
                <a:cs typeface="Calibri"/>
              </a:rPr>
              <a:t>properly.</a:t>
            </a:r>
            <a:endParaRPr sz="1500">
              <a:latin typeface="Calibri"/>
              <a:cs typeface="Calibri"/>
            </a:endParaRPr>
          </a:p>
        </p:txBody>
      </p:sp>
      <p:sp>
        <p:nvSpPr>
          <p:cNvPr id="5" name="object 5"/>
          <p:cNvSpPr txBox="1"/>
          <p:nvPr/>
        </p:nvSpPr>
        <p:spPr>
          <a:xfrm>
            <a:off x="6251828" y="592581"/>
            <a:ext cx="5588000" cy="5182235"/>
          </a:xfrm>
          <a:prstGeom prst="rect">
            <a:avLst/>
          </a:prstGeom>
        </p:spPr>
        <p:txBody>
          <a:bodyPr vert="horz" wrap="square" lIns="0" tIns="12065" rIns="0" bIns="0" rtlCol="0">
            <a:spAutoFit/>
          </a:bodyPr>
          <a:lstStyle/>
          <a:p>
            <a:pPr marL="238760" marR="6985" indent="-226060" algn="just">
              <a:lnSpc>
                <a:spcPct val="100000"/>
              </a:lnSpc>
              <a:spcBef>
                <a:spcPts val="95"/>
              </a:spcBef>
              <a:buFont typeface="Arial MT"/>
              <a:buChar char="•"/>
              <a:tabLst>
                <a:tab pos="241300" algn="l"/>
              </a:tabLst>
            </a:pPr>
            <a:r>
              <a:rPr sz="1500" b="1" dirty="0">
                <a:solidFill>
                  <a:srgbClr val="00AF50"/>
                </a:solidFill>
                <a:latin typeface="Calibri"/>
                <a:cs typeface="Calibri"/>
              </a:rPr>
              <a:t>Test</a:t>
            </a:r>
            <a:r>
              <a:rPr sz="1500" b="1" spc="254" dirty="0">
                <a:solidFill>
                  <a:srgbClr val="00AF50"/>
                </a:solidFill>
                <a:latin typeface="Calibri"/>
                <a:cs typeface="Calibri"/>
              </a:rPr>
              <a:t> </a:t>
            </a:r>
            <a:r>
              <a:rPr sz="1500" b="1" dirty="0">
                <a:solidFill>
                  <a:srgbClr val="00AF50"/>
                </a:solidFill>
                <a:latin typeface="Calibri"/>
                <a:cs typeface="Calibri"/>
              </a:rPr>
              <a:t>case</a:t>
            </a:r>
            <a:r>
              <a:rPr sz="1500" b="1" spc="265" dirty="0">
                <a:solidFill>
                  <a:srgbClr val="00AF50"/>
                </a:solidFill>
                <a:latin typeface="Calibri"/>
                <a:cs typeface="Calibri"/>
              </a:rPr>
              <a:t> </a:t>
            </a:r>
            <a:r>
              <a:rPr sz="1500" b="1" dirty="0">
                <a:solidFill>
                  <a:srgbClr val="00AF50"/>
                </a:solidFill>
                <a:latin typeface="Calibri"/>
                <a:cs typeface="Calibri"/>
              </a:rPr>
              <a:t>03</a:t>
            </a:r>
            <a:r>
              <a:rPr sz="1500" b="1" spc="260" dirty="0">
                <a:solidFill>
                  <a:srgbClr val="00AF50"/>
                </a:solidFill>
                <a:latin typeface="Calibri"/>
                <a:cs typeface="Calibri"/>
              </a:rPr>
              <a:t> </a:t>
            </a:r>
            <a:r>
              <a:rPr sz="1500" b="1" dirty="0">
                <a:solidFill>
                  <a:srgbClr val="00AF50"/>
                </a:solidFill>
                <a:latin typeface="Calibri"/>
                <a:cs typeface="Calibri"/>
              </a:rPr>
              <a:t>–</a:t>
            </a:r>
            <a:r>
              <a:rPr sz="1500" b="1" spc="270" dirty="0">
                <a:solidFill>
                  <a:srgbClr val="00AF50"/>
                </a:solidFill>
                <a:latin typeface="Calibri"/>
                <a:cs typeface="Calibri"/>
              </a:rPr>
              <a:t> </a:t>
            </a:r>
            <a:r>
              <a:rPr sz="1600" dirty="0">
                <a:solidFill>
                  <a:srgbClr val="212121"/>
                </a:solidFill>
                <a:latin typeface="Calibri"/>
                <a:cs typeface="Calibri"/>
              </a:rPr>
              <a:t>Verify</a:t>
            </a:r>
            <a:r>
              <a:rPr sz="1600" spc="290" dirty="0">
                <a:solidFill>
                  <a:srgbClr val="212121"/>
                </a:solidFill>
                <a:latin typeface="Calibri"/>
                <a:cs typeface="Calibri"/>
              </a:rPr>
              <a:t> </a:t>
            </a:r>
            <a:r>
              <a:rPr sz="1600" dirty="0">
                <a:solidFill>
                  <a:srgbClr val="212121"/>
                </a:solidFill>
                <a:latin typeface="Calibri"/>
                <a:cs typeface="Calibri"/>
              </a:rPr>
              <a:t>that</a:t>
            </a:r>
            <a:r>
              <a:rPr sz="1600" spc="285" dirty="0">
                <a:solidFill>
                  <a:srgbClr val="212121"/>
                </a:solidFill>
                <a:latin typeface="Calibri"/>
                <a:cs typeface="Calibri"/>
              </a:rPr>
              <a:t> </a:t>
            </a:r>
            <a:r>
              <a:rPr sz="1600" dirty="0">
                <a:solidFill>
                  <a:srgbClr val="212121"/>
                </a:solidFill>
                <a:latin typeface="Calibri"/>
                <a:cs typeface="Calibri"/>
              </a:rPr>
              <a:t>label</a:t>
            </a:r>
            <a:r>
              <a:rPr sz="1600" spc="290" dirty="0">
                <a:solidFill>
                  <a:srgbClr val="212121"/>
                </a:solidFill>
                <a:latin typeface="Calibri"/>
                <a:cs typeface="Calibri"/>
              </a:rPr>
              <a:t> </a:t>
            </a:r>
            <a:r>
              <a:rPr sz="1600" dirty="0">
                <a:solidFill>
                  <a:srgbClr val="212121"/>
                </a:solidFill>
                <a:latin typeface="Calibri"/>
                <a:cs typeface="Calibri"/>
              </a:rPr>
              <a:t>with</a:t>
            </a:r>
            <a:r>
              <a:rPr sz="1600" spc="285" dirty="0">
                <a:solidFill>
                  <a:srgbClr val="212121"/>
                </a:solidFill>
                <a:latin typeface="Calibri"/>
                <a:cs typeface="Calibri"/>
              </a:rPr>
              <a:t> </a:t>
            </a:r>
            <a:r>
              <a:rPr sz="1600" dirty="0">
                <a:solidFill>
                  <a:srgbClr val="212121"/>
                </a:solidFill>
                <a:latin typeface="Calibri"/>
                <a:cs typeface="Calibri"/>
              </a:rPr>
              <a:t>the</a:t>
            </a:r>
            <a:r>
              <a:rPr sz="1600" spc="285" dirty="0">
                <a:solidFill>
                  <a:srgbClr val="212121"/>
                </a:solidFill>
                <a:latin typeface="Calibri"/>
                <a:cs typeface="Calibri"/>
              </a:rPr>
              <a:t> </a:t>
            </a:r>
            <a:r>
              <a:rPr sz="1600" dirty="0">
                <a:solidFill>
                  <a:srgbClr val="212121"/>
                </a:solidFill>
                <a:latin typeface="Calibri"/>
                <a:cs typeface="Calibri"/>
              </a:rPr>
              <a:t>name</a:t>
            </a:r>
            <a:r>
              <a:rPr sz="1600" spc="300" dirty="0">
                <a:solidFill>
                  <a:srgbClr val="212121"/>
                </a:solidFill>
                <a:latin typeface="Calibri"/>
                <a:cs typeface="Calibri"/>
              </a:rPr>
              <a:t> </a:t>
            </a:r>
            <a:r>
              <a:rPr sz="1600" dirty="0">
                <a:solidFill>
                  <a:srgbClr val="212121"/>
                </a:solidFill>
                <a:latin typeface="Calibri"/>
                <a:cs typeface="Calibri"/>
              </a:rPr>
              <a:t>“</a:t>
            </a:r>
            <a:r>
              <a:rPr sz="1600" b="1" dirty="0">
                <a:solidFill>
                  <a:srgbClr val="212121"/>
                </a:solidFill>
                <a:latin typeface="Calibri"/>
                <a:cs typeface="Calibri"/>
              </a:rPr>
              <a:t>Browse</a:t>
            </a:r>
            <a:r>
              <a:rPr sz="1600" dirty="0">
                <a:solidFill>
                  <a:srgbClr val="212121"/>
                </a:solidFill>
                <a:latin typeface="Calibri"/>
                <a:cs typeface="Calibri"/>
              </a:rPr>
              <a:t>”</a:t>
            </a:r>
            <a:r>
              <a:rPr sz="1600" spc="290" dirty="0">
                <a:solidFill>
                  <a:srgbClr val="212121"/>
                </a:solidFill>
                <a:latin typeface="Calibri"/>
                <a:cs typeface="Calibri"/>
              </a:rPr>
              <a:t> </a:t>
            </a:r>
            <a:r>
              <a:rPr sz="1600" dirty="0">
                <a:solidFill>
                  <a:srgbClr val="212121"/>
                </a:solidFill>
                <a:latin typeface="Calibri"/>
                <a:cs typeface="Calibri"/>
              </a:rPr>
              <a:t>is</a:t>
            </a:r>
            <a:r>
              <a:rPr sz="1600" spc="285" dirty="0">
                <a:solidFill>
                  <a:srgbClr val="212121"/>
                </a:solidFill>
                <a:latin typeface="Calibri"/>
                <a:cs typeface="Calibri"/>
              </a:rPr>
              <a:t> </a:t>
            </a:r>
            <a:r>
              <a:rPr sz="1600" spc="-50" dirty="0">
                <a:solidFill>
                  <a:srgbClr val="212121"/>
                </a:solidFill>
                <a:latin typeface="Calibri"/>
                <a:cs typeface="Calibri"/>
              </a:rPr>
              <a:t>a 	</a:t>
            </a:r>
            <a:r>
              <a:rPr sz="1600" dirty="0">
                <a:solidFill>
                  <a:srgbClr val="212121"/>
                </a:solidFill>
                <a:latin typeface="Calibri"/>
                <a:cs typeface="Calibri"/>
              </a:rPr>
              <a:t>button</a:t>
            </a:r>
            <a:r>
              <a:rPr sz="1600" spc="204" dirty="0">
                <a:solidFill>
                  <a:srgbClr val="212121"/>
                </a:solidFill>
                <a:latin typeface="Calibri"/>
                <a:cs typeface="Calibri"/>
              </a:rPr>
              <a:t> </a:t>
            </a:r>
            <a:r>
              <a:rPr sz="1600" dirty="0">
                <a:solidFill>
                  <a:srgbClr val="212121"/>
                </a:solidFill>
                <a:latin typeface="Calibri"/>
                <a:cs typeface="Calibri"/>
              </a:rPr>
              <a:t>which</a:t>
            </a:r>
            <a:r>
              <a:rPr sz="1600" spc="204" dirty="0">
                <a:solidFill>
                  <a:srgbClr val="212121"/>
                </a:solidFill>
                <a:latin typeface="Calibri"/>
                <a:cs typeface="Calibri"/>
              </a:rPr>
              <a:t> </a:t>
            </a:r>
            <a:r>
              <a:rPr sz="1600" dirty="0">
                <a:solidFill>
                  <a:srgbClr val="212121"/>
                </a:solidFill>
                <a:latin typeface="Calibri"/>
                <a:cs typeface="Calibri"/>
              </a:rPr>
              <a:t>is</a:t>
            </a:r>
            <a:r>
              <a:rPr sz="1600" spc="210" dirty="0">
                <a:solidFill>
                  <a:srgbClr val="212121"/>
                </a:solidFill>
                <a:latin typeface="Calibri"/>
                <a:cs typeface="Calibri"/>
              </a:rPr>
              <a:t> </a:t>
            </a:r>
            <a:r>
              <a:rPr sz="1600" dirty="0">
                <a:solidFill>
                  <a:srgbClr val="212121"/>
                </a:solidFill>
                <a:latin typeface="Calibri"/>
                <a:cs typeface="Calibri"/>
              </a:rPr>
              <a:t>located</a:t>
            </a:r>
            <a:r>
              <a:rPr sz="1600" spc="210" dirty="0">
                <a:solidFill>
                  <a:srgbClr val="212121"/>
                </a:solidFill>
                <a:latin typeface="Calibri"/>
                <a:cs typeface="Calibri"/>
              </a:rPr>
              <a:t> </a:t>
            </a:r>
            <a:r>
              <a:rPr sz="1600" dirty="0">
                <a:solidFill>
                  <a:srgbClr val="212121"/>
                </a:solidFill>
                <a:latin typeface="Calibri"/>
                <a:cs typeface="Calibri"/>
              </a:rPr>
              <a:t>at</a:t>
            </a:r>
            <a:r>
              <a:rPr sz="1600" spc="215" dirty="0">
                <a:solidFill>
                  <a:srgbClr val="212121"/>
                </a:solidFill>
                <a:latin typeface="Calibri"/>
                <a:cs typeface="Calibri"/>
              </a:rPr>
              <a:t> </a:t>
            </a:r>
            <a:r>
              <a:rPr sz="1600" dirty="0">
                <a:solidFill>
                  <a:srgbClr val="212121"/>
                </a:solidFill>
                <a:latin typeface="Calibri"/>
                <a:cs typeface="Calibri"/>
              </a:rPr>
              <a:t>the</a:t>
            </a:r>
            <a:r>
              <a:rPr sz="1600" spc="210" dirty="0">
                <a:solidFill>
                  <a:srgbClr val="212121"/>
                </a:solidFill>
                <a:latin typeface="Calibri"/>
                <a:cs typeface="Calibri"/>
              </a:rPr>
              <a:t> </a:t>
            </a:r>
            <a:r>
              <a:rPr sz="1600" dirty="0">
                <a:solidFill>
                  <a:srgbClr val="212121"/>
                </a:solidFill>
                <a:latin typeface="Calibri"/>
                <a:cs typeface="Calibri"/>
              </a:rPr>
              <a:t>end</a:t>
            </a:r>
            <a:r>
              <a:rPr sz="1600" spc="220" dirty="0">
                <a:solidFill>
                  <a:srgbClr val="212121"/>
                </a:solidFill>
                <a:latin typeface="Calibri"/>
                <a:cs typeface="Calibri"/>
              </a:rPr>
              <a:t> </a:t>
            </a:r>
            <a:r>
              <a:rPr sz="1600" dirty="0">
                <a:solidFill>
                  <a:srgbClr val="212121"/>
                </a:solidFill>
                <a:latin typeface="Calibri"/>
                <a:cs typeface="Calibri"/>
              </a:rPr>
              <a:t>of</a:t>
            </a:r>
            <a:r>
              <a:rPr sz="1600" spc="215" dirty="0">
                <a:solidFill>
                  <a:srgbClr val="212121"/>
                </a:solidFill>
                <a:latin typeface="Calibri"/>
                <a:cs typeface="Calibri"/>
              </a:rPr>
              <a:t> </a:t>
            </a:r>
            <a:r>
              <a:rPr sz="1600" dirty="0">
                <a:solidFill>
                  <a:srgbClr val="212121"/>
                </a:solidFill>
                <a:latin typeface="Calibri"/>
                <a:cs typeface="Calibri"/>
              </a:rPr>
              <a:t>TextBox</a:t>
            </a:r>
            <a:r>
              <a:rPr sz="1600" spc="229" dirty="0">
                <a:solidFill>
                  <a:srgbClr val="212121"/>
                </a:solidFill>
                <a:latin typeface="Calibri"/>
                <a:cs typeface="Calibri"/>
              </a:rPr>
              <a:t> </a:t>
            </a:r>
            <a:r>
              <a:rPr sz="1600" dirty="0">
                <a:solidFill>
                  <a:srgbClr val="212121"/>
                </a:solidFill>
                <a:latin typeface="Calibri"/>
                <a:cs typeface="Calibri"/>
              </a:rPr>
              <a:t>with</a:t>
            </a:r>
            <a:r>
              <a:rPr sz="1600" spc="210" dirty="0">
                <a:solidFill>
                  <a:srgbClr val="212121"/>
                </a:solidFill>
                <a:latin typeface="Calibri"/>
                <a:cs typeface="Calibri"/>
              </a:rPr>
              <a:t> </a:t>
            </a:r>
            <a:r>
              <a:rPr sz="1600" dirty="0">
                <a:solidFill>
                  <a:srgbClr val="212121"/>
                </a:solidFill>
                <a:latin typeface="Calibri"/>
                <a:cs typeface="Calibri"/>
              </a:rPr>
              <a:t>the</a:t>
            </a:r>
            <a:r>
              <a:rPr sz="1600" spc="210" dirty="0">
                <a:solidFill>
                  <a:srgbClr val="212121"/>
                </a:solidFill>
                <a:latin typeface="Calibri"/>
                <a:cs typeface="Calibri"/>
              </a:rPr>
              <a:t> </a:t>
            </a:r>
            <a:r>
              <a:rPr sz="1600" spc="-20" dirty="0">
                <a:solidFill>
                  <a:srgbClr val="212121"/>
                </a:solidFill>
                <a:latin typeface="Calibri"/>
                <a:cs typeface="Calibri"/>
              </a:rPr>
              <a:t>name 	</a:t>
            </a:r>
            <a:r>
              <a:rPr sz="1600" dirty="0">
                <a:solidFill>
                  <a:srgbClr val="212121"/>
                </a:solidFill>
                <a:latin typeface="Calibri"/>
                <a:cs typeface="Calibri"/>
              </a:rPr>
              <a:t>“</a:t>
            </a:r>
            <a:r>
              <a:rPr sz="1600" b="1" dirty="0">
                <a:solidFill>
                  <a:srgbClr val="212121"/>
                </a:solidFill>
                <a:latin typeface="Calibri"/>
                <a:cs typeface="Calibri"/>
              </a:rPr>
              <a:t>Source</a:t>
            </a:r>
            <a:r>
              <a:rPr sz="1600" b="1" spc="-60" dirty="0">
                <a:solidFill>
                  <a:srgbClr val="212121"/>
                </a:solidFill>
                <a:latin typeface="Calibri"/>
                <a:cs typeface="Calibri"/>
              </a:rPr>
              <a:t> </a:t>
            </a:r>
            <a:r>
              <a:rPr sz="1600" b="1" spc="-10" dirty="0">
                <a:solidFill>
                  <a:srgbClr val="212121"/>
                </a:solidFill>
                <a:latin typeface="Calibri"/>
                <a:cs typeface="Calibri"/>
              </a:rPr>
              <a:t>Folder</a:t>
            </a:r>
            <a:r>
              <a:rPr sz="1600" spc="-10" dirty="0">
                <a:solidFill>
                  <a:srgbClr val="212121"/>
                </a:solidFill>
                <a:latin typeface="Calibri"/>
                <a:cs typeface="Calibri"/>
              </a:rPr>
              <a:t>.”</a:t>
            </a:r>
            <a:endParaRPr sz="1600">
              <a:latin typeface="Calibri"/>
              <a:cs typeface="Calibri"/>
            </a:endParaRPr>
          </a:p>
          <a:p>
            <a:pPr marL="238760" marR="6985" indent="-226060" algn="just">
              <a:lnSpc>
                <a:spcPct val="100000"/>
              </a:lnSpc>
              <a:spcBef>
                <a:spcPts val="994"/>
              </a:spcBef>
              <a:buFont typeface="Arial MT"/>
              <a:buChar char="•"/>
              <a:tabLst>
                <a:tab pos="241300" algn="l"/>
              </a:tabLst>
            </a:pPr>
            <a:r>
              <a:rPr sz="1500" b="1" dirty="0">
                <a:solidFill>
                  <a:srgbClr val="00AF50"/>
                </a:solidFill>
                <a:latin typeface="Calibri"/>
                <a:cs typeface="Calibri"/>
              </a:rPr>
              <a:t>Test</a:t>
            </a:r>
            <a:r>
              <a:rPr sz="1500" b="1" spc="254" dirty="0">
                <a:solidFill>
                  <a:srgbClr val="00AF50"/>
                </a:solidFill>
                <a:latin typeface="Calibri"/>
                <a:cs typeface="Calibri"/>
              </a:rPr>
              <a:t> </a:t>
            </a:r>
            <a:r>
              <a:rPr sz="1500" b="1" dirty="0">
                <a:solidFill>
                  <a:srgbClr val="00AF50"/>
                </a:solidFill>
                <a:latin typeface="Calibri"/>
                <a:cs typeface="Calibri"/>
              </a:rPr>
              <a:t>case</a:t>
            </a:r>
            <a:r>
              <a:rPr sz="1500" b="1" spc="265" dirty="0">
                <a:solidFill>
                  <a:srgbClr val="00AF50"/>
                </a:solidFill>
                <a:latin typeface="Calibri"/>
                <a:cs typeface="Calibri"/>
              </a:rPr>
              <a:t> </a:t>
            </a:r>
            <a:r>
              <a:rPr sz="1500" b="1" dirty="0">
                <a:solidFill>
                  <a:srgbClr val="00AF50"/>
                </a:solidFill>
                <a:latin typeface="Calibri"/>
                <a:cs typeface="Calibri"/>
              </a:rPr>
              <a:t>04</a:t>
            </a:r>
            <a:r>
              <a:rPr sz="1500" b="1" spc="260" dirty="0">
                <a:solidFill>
                  <a:srgbClr val="00AF50"/>
                </a:solidFill>
                <a:latin typeface="Calibri"/>
                <a:cs typeface="Calibri"/>
              </a:rPr>
              <a:t> </a:t>
            </a:r>
            <a:r>
              <a:rPr sz="1500" b="1" dirty="0">
                <a:solidFill>
                  <a:srgbClr val="00AF50"/>
                </a:solidFill>
                <a:latin typeface="Calibri"/>
                <a:cs typeface="Calibri"/>
              </a:rPr>
              <a:t>–</a:t>
            </a:r>
            <a:r>
              <a:rPr sz="1500" b="1" spc="270" dirty="0">
                <a:solidFill>
                  <a:srgbClr val="00AF50"/>
                </a:solidFill>
                <a:latin typeface="Calibri"/>
                <a:cs typeface="Calibri"/>
              </a:rPr>
              <a:t> </a:t>
            </a:r>
            <a:r>
              <a:rPr sz="1600" dirty="0">
                <a:solidFill>
                  <a:srgbClr val="212121"/>
                </a:solidFill>
                <a:latin typeface="Calibri"/>
                <a:cs typeface="Calibri"/>
              </a:rPr>
              <a:t>Verify</a:t>
            </a:r>
            <a:r>
              <a:rPr sz="1600" spc="290" dirty="0">
                <a:solidFill>
                  <a:srgbClr val="212121"/>
                </a:solidFill>
                <a:latin typeface="Calibri"/>
                <a:cs typeface="Calibri"/>
              </a:rPr>
              <a:t> </a:t>
            </a:r>
            <a:r>
              <a:rPr sz="1600" dirty="0">
                <a:solidFill>
                  <a:srgbClr val="212121"/>
                </a:solidFill>
                <a:latin typeface="Calibri"/>
                <a:cs typeface="Calibri"/>
              </a:rPr>
              <a:t>that</a:t>
            </a:r>
            <a:r>
              <a:rPr sz="1600" spc="285" dirty="0">
                <a:solidFill>
                  <a:srgbClr val="212121"/>
                </a:solidFill>
                <a:latin typeface="Calibri"/>
                <a:cs typeface="Calibri"/>
              </a:rPr>
              <a:t> </a:t>
            </a:r>
            <a:r>
              <a:rPr sz="1600" dirty="0">
                <a:solidFill>
                  <a:srgbClr val="212121"/>
                </a:solidFill>
                <a:latin typeface="Calibri"/>
                <a:cs typeface="Calibri"/>
              </a:rPr>
              <a:t>label</a:t>
            </a:r>
            <a:r>
              <a:rPr sz="1600" spc="290" dirty="0">
                <a:solidFill>
                  <a:srgbClr val="212121"/>
                </a:solidFill>
                <a:latin typeface="Calibri"/>
                <a:cs typeface="Calibri"/>
              </a:rPr>
              <a:t> </a:t>
            </a:r>
            <a:r>
              <a:rPr sz="1600" dirty="0">
                <a:solidFill>
                  <a:srgbClr val="212121"/>
                </a:solidFill>
                <a:latin typeface="Calibri"/>
                <a:cs typeface="Calibri"/>
              </a:rPr>
              <a:t>with</a:t>
            </a:r>
            <a:r>
              <a:rPr sz="1600" spc="285" dirty="0">
                <a:solidFill>
                  <a:srgbClr val="212121"/>
                </a:solidFill>
                <a:latin typeface="Calibri"/>
                <a:cs typeface="Calibri"/>
              </a:rPr>
              <a:t> </a:t>
            </a:r>
            <a:r>
              <a:rPr sz="1600" dirty="0">
                <a:solidFill>
                  <a:srgbClr val="212121"/>
                </a:solidFill>
                <a:latin typeface="Calibri"/>
                <a:cs typeface="Calibri"/>
              </a:rPr>
              <a:t>the</a:t>
            </a:r>
            <a:r>
              <a:rPr sz="1600" spc="285" dirty="0">
                <a:solidFill>
                  <a:srgbClr val="212121"/>
                </a:solidFill>
                <a:latin typeface="Calibri"/>
                <a:cs typeface="Calibri"/>
              </a:rPr>
              <a:t> </a:t>
            </a:r>
            <a:r>
              <a:rPr sz="1600" dirty="0">
                <a:solidFill>
                  <a:srgbClr val="212121"/>
                </a:solidFill>
                <a:latin typeface="Calibri"/>
                <a:cs typeface="Calibri"/>
              </a:rPr>
              <a:t>name</a:t>
            </a:r>
            <a:r>
              <a:rPr sz="1600" spc="300" dirty="0">
                <a:solidFill>
                  <a:srgbClr val="212121"/>
                </a:solidFill>
                <a:latin typeface="Calibri"/>
                <a:cs typeface="Calibri"/>
              </a:rPr>
              <a:t> </a:t>
            </a:r>
            <a:r>
              <a:rPr sz="1600" dirty="0">
                <a:solidFill>
                  <a:srgbClr val="212121"/>
                </a:solidFill>
                <a:latin typeface="Calibri"/>
                <a:cs typeface="Calibri"/>
              </a:rPr>
              <a:t>“</a:t>
            </a:r>
            <a:r>
              <a:rPr sz="1600" b="1" dirty="0">
                <a:solidFill>
                  <a:srgbClr val="212121"/>
                </a:solidFill>
                <a:latin typeface="Calibri"/>
                <a:cs typeface="Calibri"/>
              </a:rPr>
              <a:t>Browse</a:t>
            </a:r>
            <a:r>
              <a:rPr sz="1600" dirty="0">
                <a:solidFill>
                  <a:srgbClr val="212121"/>
                </a:solidFill>
                <a:latin typeface="Calibri"/>
                <a:cs typeface="Calibri"/>
              </a:rPr>
              <a:t>”</a:t>
            </a:r>
            <a:r>
              <a:rPr sz="1600" spc="290" dirty="0">
                <a:solidFill>
                  <a:srgbClr val="212121"/>
                </a:solidFill>
                <a:latin typeface="Calibri"/>
                <a:cs typeface="Calibri"/>
              </a:rPr>
              <a:t> </a:t>
            </a:r>
            <a:r>
              <a:rPr sz="1600" dirty="0">
                <a:solidFill>
                  <a:srgbClr val="212121"/>
                </a:solidFill>
                <a:latin typeface="Calibri"/>
                <a:cs typeface="Calibri"/>
              </a:rPr>
              <a:t>is</a:t>
            </a:r>
            <a:r>
              <a:rPr sz="1600" spc="285" dirty="0">
                <a:solidFill>
                  <a:srgbClr val="212121"/>
                </a:solidFill>
                <a:latin typeface="Calibri"/>
                <a:cs typeface="Calibri"/>
              </a:rPr>
              <a:t> </a:t>
            </a:r>
            <a:r>
              <a:rPr sz="1600" spc="-50" dirty="0">
                <a:solidFill>
                  <a:srgbClr val="212121"/>
                </a:solidFill>
                <a:latin typeface="Calibri"/>
                <a:cs typeface="Calibri"/>
              </a:rPr>
              <a:t>a 	</a:t>
            </a:r>
            <a:r>
              <a:rPr sz="1600" dirty="0">
                <a:solidFill>
                  <a:srgbClr val="212121"/>
                </a:solidFill>
                <a:latin typeface="Calibri"/>
                <a:cs typeface="Calibri"/>
              </a:rPr>
              <a:t>button</a:t>
            </a:r>
            <a:r>
              <a:rPr sz="1600" spc="204" dirty="0">
                <a:solidFill>
                  <a:srgbClr val="212121"/>
                </a:solidFill>
                <a:latin typeface="Calibri"/>
                <a:cs typeface="Calibri"/>
              </a:rPr>
              <a:t> </a:t>
            </a:r>
            <a:r>
              <a:rPr sz="1600" dirty="0">
                <a:solidFill>
                  <a:srgbClr val="212121"/>
                </a:solidFill>
                <a:latin typeface="Calibri"/>
                <a:cs typeface="Calibri"/>
              </a:rPr>
              <a:t>which</a:t>
            </a:r>
            <a:r>
              <a:rPr sz="1600" spc="204" dirty="0">
                <a:solidFill>
                  <a:srgbClr val="212121"/>
                </a:solidFill>
                <a:latin typeface="Calibri"/>
                <a:cs typeface="Calibri"/>
              </a:rPr>
              <a:t> </a:t>
            </a:r>
            <a:r>
              <a:rPr sz="1600" dirty="0">
                <a:solidFill>
                  <a:srgbClr val="212121"/>
                </a:solidFill>
                <a:latin typeface="Calibri"/>
                <a:cs typeface="Calibri"/>
              </a:rPr>
              <a:t>is</a:t>
            </a:r>
            <a:r>
              <a:rPr sz="1600" spc="210" dirty="0">
                <a:solidFill>
                  <a:srgbClr val="212121"/>
                </a:solidFill>
                <a:latin typeface="Calibri"/>
                <a:cs typeface="Calibri"/>
              </a:rPr>
              <a:t> </a:t>
            </a:r>
            <a:r>
              <a:rPr sz="1600" dirty="0">
                <a:solidFill>
                  <a:srgbClr val="212121"/>
                </a:solidFill>
                <a:latin typeface="Calibri"/>
                <a:cs typeface="Calibri"/>
              </a:rPr>
              <a:t>located</a:t>
            </a:r>
            <a:r>
              <a:rPr sz="1600" spc="210" dirty="0">
                <a:solidFill>
                  <a:srgbClr val="212121"/>
                </a:solidFill>
                <a:latin typeface="Calibri"/>
                <a:cs typeface="Calibri"/>
              </a:rPr>
              <a:t> </a:t>
            </a:r>
            <a:r>
              <a:rPr sz="1600" dirty="0">
                <a:solidFill>
                  <a:srgbClr val="212121"/>
                </a:solidFill>
                <a:latin typeface="Calibri"/>
                <a:cs typeface="Calibri"/>
              </a:rPr>
              <a:t>at</a:t>
            </a:r>
            <a:r>
              <a:rPr sz="1600" spc="215" dirty="0">
                <a:solidFill>
                  <a:srgbClr val="212121"/>
                </a:solidFill>
                <a:latin typeface="Calibri"/>
                <a:cs typeface="Calibri"/>
              </a:rPr>
              <a:t> </a:t>
            </a:r>
            <a:r>
              <a:rPr sz="1600" dirty="0">
                <a:solidFill>
                  <a:srgbClr val="212121"/>
                </a:solidFill>
                <a:latin typeface="Calibri"/>
                <a:cs typeface="Calibri"/>
              </a:rPr>
              <a:t>the</a:t>
            </a:r>
            <a:r>
              <a:rPr sz="1600" spc="210" dirty="0">
                <a:solidFill>
                  <a:srgbClr val="212121"/>
                </a:solidFill>
                <a:latin typeface="Calibri"/>
                <a:cs typeface="Calibri"/>
              </a:rPr>
              <a:t> </a:t>
            </a:r>
            <a:r>
              <a:rPr sz="1600" dirty="0">
                <a:solidFill>
                  <a:srgbClr val="212121"/>
                </a:solidFill>
                <a:latin typeface="Calibri"/>
                <a:cs typeface="Calibri"/>
              </a:rPr>
              <a:t>end</a:t>
            </a:r>
            <a:r>
              <a:rPr sz="1600" spc="220" dirty="0">
                <a:solidFill>
                  <a:srgbClr val="212121"/>
                </a:solidFill>
                <a:latin typeface="Calibri"/>
                <a:cs typeface="Calibri"/>
              </a:rPr>
              <a:t> </a:t>
            </a:r>
            <a:r>
              <a:rPr sz="1600" dirty="0">
                <a:solidFill>
                  <a:srgbClr val="212121"/>
                </a:solidFill>
                <a:latin typeface="Calibri"/>
                <a:cs typeface="Calibri"/>
              </a:rPr>
              <a:t>of</a:t>
            </a:r>
            <a:r>
              <a:rPr sz="1600" spc="215" dirty="0">
                <a:solidFill>
                  <a:srgbClr val="212121"/>
                </a:solidFill>
                <a:latin typeface="Calibri"/>
                <a:cs typeface="Calibri"/>
              </a:rPr>
              <a:t> </a:t>
            </a:r>
            <a:r>
              <a:rPr sz="1600" dirty="0">
                <a:solidFill>
                  <a:srgbClr val="212121"/>
                </a:solidFill>
                <a:latin typeface="Calibri"/>
                <a:cs typeface="Calibri"/>
              </a:rPr>
              <a:t>TextBox</a:t>
            </a:r>
            <a:r>
              <a:rPr sz="1600" spc="229" dirty="0">
                <a:solidFill>
                  <a:srgbClr val="212121"/>
                </a:solidFill>
                <a:latin typeface="Calibri"/>
                <a:cs typeface="Calibri"/>
              </a:rPr>
              <a:t> </a:t>
            </a:r>
            <a:r>
              <a:rPr sz="1600" dirty="0">
                <a:solidFill>
                  <a:srgbClr val="212121"/>
                </a:solidFill>
                <a:latin typeface="Calibri"/>
                <a:cs typeface="Calibri"/>
              </a:rPr>
              <a:t>with</a:t>
            </a:r>
            <a:r>
              <a:rPr sz="1600" spc="210" dirty="0">
                <a:solidFill>
                  <a:srgbClr val="212121"/>
                </a:solidFill>
                <a:latin typeface="Calibri"/>
                <a:cs typeface="Calibri"/>
              </a:rPr>
              <a:t> </a:t>
            </a:r>
            <a:r>
              <a:rPr sz="1600" dirty="0">
                <a:solidFill>
                  <a:srgbClr val="212121"/>
                </a:solidFill>
                <a:latin typeface="Calibri"/>
                <a:cs typeface="Calibri"/>
              </a:rPr>
              <a:t>the</a:t>
            </a:r>
            <a:r>
              <a:rPr sz="1600" spc="210" dirty="0">
                <a:solidFill>
                  <a:srgbClr val="212121"/>
                </a:solidFill>
                <a:latin typeface="Calibri"/>
                <a:cs typeface="Calibri"/>
              </a:rPr>
              <a:t> </a:t>
            </a:r>
            <a:r>
              <a:rPr sz="1600" spc="-20" dirty="0">
                <a:solidFill>
                  <a:srgbClr val="212121"/>
                </a:solidFill>
                <a:latin typeface="Calibri"/>
                <a:cs typeface="Calibri"/>
              </a:rPr>
              <a:t>name 	</a:t>
            </a:r>
            <a:r>
              <a:rPr sz="1600" spc="-10" dirty="0">
                <a:solidFill>
                  <a:srgbClr val="212121"/>
                </a:solidFill>
                <a:latin typeface="Calibri"/>
                <a:cs typeface="Calibri"/>
              </a:rPr>
              <a:t>“</a:t>
            </a:r>
            <a:r>
              <a:rPr sz="1600" b="1" spc="-10" dirty="0">
                <a:solidFill>
                  <a:srgbClr val="212121"/>
                </a:solidFill>
                <a:latin typeface="Calibri"/>
                <a:cs typeface="Calibri"/>
              </a:rPr>
              <a:t>Package</a:t>
            </a:r>
            <a:r>
              <a:rPr sz="1600" spc="-10" dirty="0">
                <a:solidFill>
                  <a:srgbClr val="212121"/>
                </a:solidFill>
                <a:latin typeface="Calibri"/>
                <a:cs typeface="Calibri"/>
              </a:rPr>
              <a:t>.”</a:t>
            </a:r>
            <a:endParaRPr sz="1600">
              <a:latin typeface="Calibri"/>
              <a:cs typeface="Calibri"/>
            </a:endParaRPr>
          </a:p>
          <a:p>
            <a:pPr marL="238760" marR="5080" indent="-226060" algn="just">
              <a:lnSpc>
                <a:spcPct val="100000"/>
              </a:lnSpc>
              <a:spcBef>
                <a:spcPts val="1010"/>
              </a:spcBef>
              <a:buFont typeface="Arial MT"/>
              <a:buChar char="•"/>
              <a:tabLst>
                <a:tab pos="241300" algn="l"/>
              </a:tabLst>
            </a:pPr>
            <a:r>
              <a:rPr sz="1500" b="1" dirty="0">
                <a:solidFill>
                  <a:srgbClr val="00AF50"/>
                </a:solidFill>
                <a:latin typeface="Calibri"/>
                <a:cs typeface="Calibri"/>
              </a:rPr>
              <a:t>Test</a:t>
            </a:r>
            <a:r>
              <a:rPr sz="1500" b="1" spc="80" dirty="0">
                <a:solidFill>
                  <a:srgbClr val="00AF50"/>
                </a:solidFill>
                <a:latin typeface="Calibri"/>
                <a:cs typeface="Calibri"/>
              </a:rPr>
              <a:t> </a:t>
            </a:r>
            <a:r>
              <a:rPr sz="1500" b="1" dirty="0">
                <a:solidFill>
                  <a:srgbClr val="00AF50"/>
                </a:solidFill>
                <a:latin typeface="Calibri"/>
                <a:cs typeface="Calibri"/>
              </a:rPr>
              <a:t>case</a:t>
            </a:r>
            <a:r>
              <a:rPr sz="1500" b="1" spc="90" dirty="0">
                <a:solidFill>
                  <a:srgbClr val="00AF50"/>
                </a:solidFill>
                <a:latin typeface="Calibri"/>
                <a:cs typeface="Calibri"/>
              </a:rPr>
              <a:t> </a:t>
            </a:r>
            <a:r>
              <a:rPr sz="1500" b="1" dirty="0">
                <a:solidFill>
                  <a:srgbClr val="00AF50"/>
                </a:solidFill>
                <a:latin typeface="Calibri"/>
                <a:cs typeface="Calibri"/>
              </a:rPr>
              <a:t>05</a:t>
            </a:r>
            <a:r>
              <a:rPr sz="1500" b="1" spc="85" dirty="0">
                <a:solidFill>
                  <a:srgbClr val="00AF50"/>
                </a:solidFill>
                <a:latin typeface="Calibri"/>
                <a:cs typeface="Calibri"/>
              </a:rPr>
              <a:t> </a:t>
            </a:r>
            <a:r>
              <a:rPr sz="1500" b="1" dirty="0">
                <a:solidFill>
                  <a:srgbClr val="00AF50"/>
                </a:solidFill>
                <a:latin typeface="Calibri"/>
                <a:cs typeface="Calibri"/>
              </a:rPr>
              <a:t>–</a:t>
            </a:r>
            <a:r>
              <a:rPr sz="1500" b="1" spc="105" dirty="0">
                <a:solidFill>
                  <a:srgbClr val="00AF50"/>
                </a:solidFill>
                <a:latin typeface="Calibri"/>
                <a:cs typeface="Calibri"/>
              </a:rPr>
              <a:t> </a:t>
            </a:r>
            <a:r>
              <a:rPr sz="1600" dirty="0">
                <a:solidFill>
                  <a:srgbClr val="212121"/>
                </a:solidFill>
                <a:latin typeface="Calibri"/>
                <a:cs typeface="Calibri"/>
              </a:rPr>
              <a:t>Verify</a:t>
            </a:r>
            <a:r>
              <a:rPr sz="1600" spc="114" dirty="0">
                <a:solidFill>
                  <a:srgbClr val="212121"/>
                </a:solidFill>
                <a:latin typeface="Calibri"/>
                <a:cs typeface="Calibri"/>
              </a:rPr>
              <a:t> </a:t>
            </a:r>
            <a:r>
              <a:rPr sz="1600" dirty="0">
                <a:solidFill>
                  <a:srgbClr val="212121"/>
                </a:solidFill>
                <a:latin typeface="Calibri"/>
                <a:cs typeface="Calibri"/>
              </a:rPr>
              <a:t>that</a:t>
            </a:r>
            <a:r>
              <a:rPr sz="1600" spc="110" dirty="0">
                <a:solidFill>
                  <a:srgbClr val="212121"/>
                </a:solidFill>
                <a:latin typeface="Calibri"/>
                <a:cs typeface="Calibri"/>
              </a:rPr>
              <a:t> </a:t>
            </a:r>
            <a:r>
              <a:rPr sz="1600" dirty="0">
                <a:solidFill>
                  <a:srgbClr val="212121"/>
                </a:solidFill>
                <a:latin typeface="Calibri"/>
                <a:cs typeface="Calibri"/>
              </a:rPr>
              <a:t>the</a:t>
            </a:r>
            <a:r>
              <a:rPr sz="1600" spc="114" dirty="0">
                <a:solidFill>
                  <a:srgbClr val="212121"/>
                </a:solidFill>
                <a:latin typeface="Calibri"/>
                <a:cs typeface="Calibri"/>
              </a:rPr>
              <a:t> </a:t>
            </a:r>
            <a:r>
              <a:rPr sz="1600" dirty="0">
                <a:solidFill>
                  <a:srgbClr val="212121"/>
                </a:solidFill>
                <a:latin typeface="Calibri"/>
                <a:cs typeface="Calibri"/>
              </a:rPr>
              <a:t>text</a:t>
            </a:r>
            <a:r>
              <a:rPr sz="1600" spc="114" dirty="0">
                <a:solidFill>
                  <a:srgbClr val="212121"/>
                </a:solidFill>
                <a:latin typeface="Calibri"/>
                <a:cs typeface="Calibri"/>
              </a:rPr>
              <a:t> </a:t>
            </a:r>
            <a:r>
              <a:rPr sz="1600" dirty="0">
                <a:solidFill>
                  <a:srgbClr val="212121"/>
                </a:solidFill>
                <a:latin typeface="Calibri"/>
                <a:cs typeface="Calibri"/>
              </a:rPr>
              <a:t>box</a:t>
            </a:r>
            <a:r>
              <a:rPr sz="1600" spc="130" dirty="0">
                <a:solidFill>
                  <a:srgbClr val="212121"/>
                </a:solidFill>
                <a:latin typeface="Calibri"/>
                <a:cs typeface="Calibri"/>
              </a:rPr>
              <a:t> </a:t>
            </a:r>
            <a:r>
              <a:rPr sz="1600" dirty="0">
                <a:solidFill>
                  <a:srgbClr val="212121"/>
                </a:solidFill>
                <a:latin typeface="Calibri"/>
                <a:cs typeface="Calibri"/>
              </a:rPr>
              <a:t>with</a:t>
            </a:r>
            <a:r>
              <a:rPr sz="1600" spc="110" dirty="0">
                <a:solidFill>
                  <a:srgbClr val="212121"/>
                </a:solidFill>
                <a:latin typeface="Calibri"/>
                <a:cs typeface="Calibri"/>
              </a:rPr>
              <a:t> </a:t>
            </a:r>
            <a:r>
              <a:rPr sz="1600" dirty="0">
                <a:solidFill>
                  <a:srgbClr val="212121"/>
                </a:solidFill>
                <a:latin typeface="Calibri"/>
                <a:cs typeface="Calibri"/>
              </a:rPr>
              <a:t>the</a:t>
            </a:r>
            <a:r>
              <a:rPr sz="1600" spc="114" dirty="0">
                <a:solidFill>
                  <a:srgbClr val="212121"/>
                </a:solidFill>
                <a:latin typeface="Calibri"/>
                <a:cs typeface="Calibri"/>
              </a:rPr>
              <a:t> </a:t>
            </a:r>
            <a:r>
              <a:rPr sz="1600" dirty="0">
                <a:solidFill>
                  <a:srgbClr val="212121"/>
                </a:solidFill>
                <a:latin typeface="Calibri"/>
                <a:cs typeface="Calibri"/>
              </a:rPr>
              <a:t>label</a:t>
            </a:r>
            <a:r>
              <a:rPr sz="1600" spc="114" dirty="0">
                <a:solidFill>
                  <a:srgbClr val="212121"/>
                </a:solidFill>
                <a:latin typeface="Calibri"/>
                <a:cs typeface="Calibri"/>
              </a:rPr>
              <a:t> </a:t>
            </a:r>
            <a:r>
              <a:rPr sz="1600" dirty="0">
                <a:solidFill>
                  <a:srgbClr val="212121"/>
                </a:solidFill>
                <a:latin typeface="Calibri"/>
                <a:cs typeface="Calibri"/>
              </a:rPr>
              <a:t>“</a:t>
            </a:r>
            <a:r>
              <a:rPr sz="1600" b="1" dirty="0">
                <a:solidFill>
                  <a:srgbClr val="212121"/>
                </a:solidFill>
                <a:latin typeface="Calibri"/>
                <a:cs typeface="Calibri"/>
              </a:rPr>
              <a:t>Name</a:t>
            </a:r>
            <a:r>
              <a:rPr sz="1600" dirty="0">
                <a:solidFill>
                  <a:srgbClr val="212121"/>
                </a:solidFill>
                <a:latin typeface="Calibri"/>
                <a:cs typeface="Calibri"/>
              </a:rPr>
              <a:t>”</a:t>
            </a:r>
            <a:r>
              <a:rPr sz="1600" spc="114" dirty="0">
                <a:solidFill>
                  <a:srgbClr val="212121"/>
                </a:solidFill>
                <a:latin typeface="Calibri"/>
                <a:cs typeface="Calibri"/>
              </a:rPr>
              <a:t> </a:t>
            </a:r>
            <a:r>
              <a:rPr sz="1600" spc="-25" dirty="0">
                <a:solidFill>
                  <a:srgbClr val="212121"/>
                </a:solidFill>
                <a:latin typeface="Calibri"/>
                <a:cs typeface="Calibri"/>
              </a:rPr>
              <a:t>is 	</a:t>
            </a:r>
            <a:r>
              <a:rPr sz="1600" dirty="0">
                <a:solidFill>
                  <a:srgbClr val="212121"/>
                </a:solidFill>
                <a:latin typeface="Calibri"/>
                <a:cs typeface="Calibri"/>
              </a:rPr>
              <a:t>aligned</a:t>
            </a:r>
            <a:r>
              <a:rPr sz="1600" spc="-45" dirty="0">
                <a:solidFill>
                  <a:srgbClr val="212121"/>
                </a:solidFill>
                <a:latin typeface="Calibri"/>
                <a:cs typeface="Calibri"/>
              </a:rPr>
              <a:t> </a:t>
            </a:r>
            <a:r>
              <a:rPr sz="1600" spc="-10" dirty="0">
                <a:solidFill>
                  <a:srgbClr val="212121"/>
                </a:solidFill>
                <a:latin typeface="Calibri"/>
                <a:cs typeface="Calibri"/>
              </a:rPr>
              <a:t>properly.</a:t>
            </a:r>
            <a:endParaRPr sz="1600">
              <a:latin typeface="Calibri"/>
              <a:cs typeface="Calibri"/>
            </a:endParaRPr>
          </a:p>
          <a:p>
            <a:pPr marL="238760" marR="6985" indent="-226060" algn="just">
              <a:lnSpc>
                <a:spcPct val="100000"/>
              </a:lnSpc>
              <a:spcBef>
                <a:spcPts val="1000"/>
              </a:spcBef>
              <a:buFont typeface="Arial MT"/>
              <a:buChar char="•"/>
              <a:tabLst>
                <a:tab pos="241300" algn="l"/>
              </a:tabLst>
            </a:pPr>
            <a:r>
              <a:rPr sz="1500" b="1" spc="-30" dirty="0">
                <a:solidFill>
                  <a:srgbClr val="00AF50"/>
                </a:solidFill>
                <a:latin typeface="Calibri"/>
                <a:cs typeface="Calibri"/>
              </a:rPr>
              <a:t>Test</a:t>
            </a:r>
            <a:r>
              <a:rPr sz="1500" b="1" spc="-35" dirty="0">
                <a:solidFill>
                  <a:srgbClr val="00AF50"/>
                </a:solidFill>
                <a:latin typeface="Calibri"/>
                <a:cs typeface="Calibri"/>
              </a:rPr>
              <a:t> </a:t>
            </a:r>
            <a:r>
              <a:rPr sz="1500" b="1" dirty="0">
                <a:solidFill>
                  <a:srgbClr val="00AF50"/>
                </a:solidFill>
                <a:latin typeface="Calibri"/>
                <a:cs typeface="Calibri"/>
              </a:rPr>
              <a:t>case</a:t>
            </a:r>
            <a:r>
              <a:rPr sz="1500" b="1" spc="-30" dirty="0">
                <a:solidFill>
                  <a:srgbClr val="00AF50"/>
                </a:solidFill>
                <a:latin typeface="Calibri"/>
                <a:cs typeface="Calibri"/>
              </a:rPr>
              <a:t> </a:t>
            </a:r>
            <a:r>
              <a:rPr sz="1500" b="1" dirty="0">
                <a:solidFill>
                  <a:srgbClr val="00AF50"/>
                </a:solidFill>
                <a:latin typeface="Calibri"/>
                <a:cs typeface="Calibri"/>
              </a:rPr>
              <a:t>06</a:t>
            </a:r>
            <a:r>
              <a:rPr sz="1500" b="1" spc="-35" dirty="0">
                <a:solidFill>
                  <a:srgbClr val="00AF50"/>
                </a:solidFill>
                <a:latin typeface="Calibri"/>
                <a:cs typeface="Calibri"/>
              </a:rPr>
              <a:t> </a:t>
            </a:r>
            <a:r>
              <a:rPr sz="1500" b="1" dirty="0">
                <a:solidFill>
                  <a:srgbClr val="00AF50"/>
                </a:solidFill>
                <a:latin typeface="Calibri"/>
                <a:cs typeface="Calibri"/>
              </a:rPr>
              <a:t>–</a:t>
            </a:r>
            <a:r>
              <a:rPr sz="1500" b="1" spc="-25" dirty="0">
                <a:solidFill>
                  <a:srgbClr val="00AF50"/>
                </a:solidFill>
                <a:latin typeface="Calibri"/>
                <a:cs typeface="Calibri"/>
              </a:rPr>
              <a:t> </a:t>
            </a:r>
            <a:r>
              <a:rPr sz="1600" spc="-10" dirty="0">
                <a:solidFill>
                  <a:srgbClr val="212121"/>
                </a:solidFill>
                <a:latin typeface="Calibri"/>
                <a:cs typeface="Calibri"/>
              </a:rPr>
              <a:t>Verify</a:t>
            </a:r>
            <a:r>
              <a:rPr sz="1600" spc="-5" dirty="0">
                <a:solidFill>
                  <a:srgbClr val="212121"/>
                </a:solidFill>
                <a:latin typeface="Calibri"/>
                <a:cs typeface="Calibri"/>
              </a:rPr>
              <a:t> </a:t>
            </a:r>
            <a:r>
              <a:rPr sz="1600" dirty="0">
                <a:solidFill>
                  <a:srgbClr val="212121"/>
                </a:solidFill>
                <a:latin typeface="Calibri"/>
                <a:cs typeface="Calibri"/>
              </a:rPr>
              <a:t>that</a:t>
            </a:r>
            <a:r>
              <a:rPr sz="1600" spc="-5" dirty="0">
                <a:solidFill>
                  <a:srgbClr val="212121"/>
                </a:solidFill>
                <a:latin typeface="Calibri"/>
                <a:cs typeface="Calibri"/>
              </a:rPr>
              <a:t> </a:t>
            </a:r>
            <a:r>
              <a:rPr sz="1600" dirty="0">
                <a:solidFill>
                  <a:srgbClr val="212121"/>
                </a:solidFill>
                <a:latin typeface="Calibri"/>
                <a:cs typeface="Calibri"/>
              </a:rPr>
              <a:t>the</a:t>
            </a:r>
            <a:r>
              <a:rPr sz="1600" spc="-10" dirty="0">
                <a:solidFill>
                  <a:srgbClr val="212121"/>
                </a:solidFill>
                <a:latin typeface="Calibri"/>
                <a:cs typeface="Calibri"/>
              </a:rPr>
              <a:t> </a:t>
            </a:r>
            <a:r>
              <a:rPr sz="1600" dirty="0">
                <a:solidFill>
                  <a:srgbClr val="212121"/>
                </a:solidFill>
                <a:latin typeface="Calibri"/>
                <a:cs typeface="Calibri"/>
              </a:rPr>
              <a:t>label</a:t>
            </a:r>
            <a:r>
              <a:rPr sz="1600" spc="-5" dirty="0">
                <a:solidFill>
                  <a:srgbClr val="212121"/>
                </a:solidFill>
                <a:latin typeface="Calibri"/>
                <a:cs typeface="Calibri"/>
              </a:rPr>
              <a:t> </a:t>
            </a:r>
            <a:r>
              <a:rPr sz="1600" spc="-10" dirty="0">
                <a:solidFill>
                  <a:srgbClr val="212121"/>
                </a:solidFill>
                <a:latin typeface="Calibri"/>
                <a:cs typeface="Calibri"/>
              </a:rPr>
              <a:t>“</a:t>
            </a:r>
            <a:r>
              <a:rPr sz="1600" b="1" spc="-10" dirty="0">
                <a:solidFill>
                  <a:srgbClr val="212121"/>
                </a:solidFill>
                <a:latin typeface="Calibri"/>
                <a:cs typeface="Calibri"/>
              </a:rPr>
              <a:t>Modifiers</a:t>
            </a:r>
            <a:r>
              <a:rPr sz="1600" spc="-10" dirty="0">
                <a:solidFill>
                  <a:srgbClr val="212121"/>
                </a:solidFill>
                <a:latin typeface="Calibri"/>
                <a:cs typeface="Calibri"/>
              </a:rPr>
              <a:t>”</a:t>
            </a:r>
            <a:r>
              <a:rPr sz="1600" spc="-5" dirty="0">
                <a:solidFill>
                  <a:srgbClr val="212121"/>
                </a:solidFill>
                <a:latin typeface="Calibri"/>
                <a:cs typeface="Calibri"/>
              </a:rPr>
              <a:t> </a:t>
            </a:r>
            <a:r>
              <a:rPr sz="1600" dirty="0">
                <a:solidFill>
                  <a:srgbClr val="212121"/>
                </a:solidFill>
                <a:latin typeface="Calibri"/>
                <a:cs typeface="Calibri"/>
              </a:rPr>
              <a:t>consists of</a:t>
            </a:r>
            <a:r>
              <a:rPr sz="1600" spc="5" dirty="0">
                <a:solidFill>
                  <a:srgbClr val="212121"/>
                </a:solidFill>
                <a:latin typeface="Calibri"/>
                <a:cs typeface="Calibri"/>
              </a:rPr>
              <a:t> </a:t>
            </a:r>
            <a:r>
              <a:rPr sz="1600" dirty="0">
                <a:solidFill>
                  <a:srgbClr val="212121"/>
                </a:solidFill>
                <a:latin typeface="Calibri"/>
                <a:cs typeface="Calibri"/>
              </a:rPr>
              <a:t>4</a:t>
            </a:r>
            <a:r>
              <a:rPr sz="1600" spc="-5" dirty="0">
                <a:solidFill>
                  <a:srgbClr val="212121"/>
                </a:solidFill>
                <a:latin typeface="Calibri"/>
                <a:cs typeface="Calibri"/>
              </a:rPr>
              <a:t> </a:t>
            </a:r>
            <a:r>
              <a:rPr sz="1600" spc="-10" dirty="0">
                <a:solidFill>
                  <a:srgbClr val="212121"/>
                </a:solidFill>
                <a:latin typeface="Calibri"/>
                <a:cs typeface="Calibri"/>
              </a:rPr>
              <a:t>radio 	</a:t>
            </a:r>
            <a:r>
              <a:rPr sz="1600" dirty="0">
                <a:solidFill>
                  <a:srgbClr val="212121"/>
                </a:solidFill>
                <a:latin typeface="Calibri"/>
                <a:cs typeface="Calibri"/>
              </a:rPr>
              <a:t>buttons</a:t>
            </a:r>
            <a:r>
              <a:rPr sz="1600" spc="-45" dirty="0">
                <a:solidFill>
                  <a:srgbClr val="212121"/>
                </a:solidFill>
                <a:latin typeface="Calibri"/>
                <a:cs typeface="Calibri"/>
              </a:rPr>
              <a:t> </a:t>
            </a:r>
            <a:r>
              <a:rPr sz="1600" dirty="0">
                <a:solidFill>
                  <a:srgbClr val="212121"/>
                </a:solidFill>
                <a:latin typeface="Calibri"/>
                <a:cs typeface="Calibri"/>
              </a:rPr>
              <a:t>with</a:t>
            </a:r>
            <a:r>
              <a:rPr sz="1600" spc="-35" dirty="0">
                <a:solidFill>
                  <a:srgbClr val="212121"/>
                </a:solidFill>
                <a:latin typeface="Calibri"/>
                <a:cs typeface="Calibri"/>
              </a:rPr>
              <a:t> </a:t>
            </a:r>
            <a:r>
              <a:rPr sz="1600" dirty="0">
                <a:solidFill>
                  <a:srgbClr val="212121"/>
                </a:solidFill>
                <a:latin typeface="Calibri"/>
                <a:cs typeface="Calibri"/>
              </a:rPr>
              <a:t>the</a:t>
            </a:r>
            <a:r>
              <a:rPr sz="1600" spc="-40" dirty="0">
                <a:solidFill>
                  <a:srgbClr val="212121"/>
                </a:solidFill>
                <a:latin typeface="Calibri"/>
                <a:cs typeface="Calibri"/>
              </a:rPr>
              <a:t> </a:t>
            </a:r>
            <a:r>
              <a:rPr sz="1600" dirty="0">
                <a:solidFill>
                  <a:srgbClr val="212121"/>
                </a:solidFill>
                <a:latin typeface="Calibri"/>
                <a:cs typeface="Calibri"/>
              </a:rPr>
              <a:t>name</a:t>
            </a:r>
            <a:r>
              <a:rPr sz="1600" spc="-30" dirty="0">
                <a:solidFill>
                  <a:srgbClr val="212121"/>
                </a:solidFill>
                <a:latin typeface="Calibri"/>
                <a:cs typeface="Calibri"/>
              </a:rPr>
              <a:t> </a:t>
            </a:r>
            <a:r>
              <a:rPr sz="1600" dirty="0">
                <a:solidFill>
                  <a:srgbClr val="212121"/>
                </a:solidFill>
                <a:latin typeface="Calibri"/>
                <a:cs typeface="Calibri"/>
              </a:rPr>
              <a:t>public,</a:t>
            </a:r>
            <a:r>
              <a:rPr sz="1600" spc="-65" dirty="0">
                <a:solidFill>
                  <a:srgbClr val="212121"/>
                </a:solidFill>
                <a:latin typeface="Calibri"/>
                <a:cs typeface="Calibri"/>
              </a:rPr>
              <a:t> </a:t>
            </a:r>
            <a:r>
              <a:rPr sz="1600" spc="-10" dirty="0">
                <a:solidFill>
                  <a:srgbClr val="212121"/>
                </a:solidFill>
                <a:latin typeface="Calibri"/>
                <a:cs typeface="Calibri"/>
              </a:rPr>
              <a:t>default,</a:t>
            </a:r>
            <a:r>
              <a:rPr sz="1600" spc="-50" dirty="0">
                <a:solidFill>
                  <a:srgbClr val="212121"/>
                </a:solidFill>
                <a:latin typeface="Calibri"/>
                <a:cs typeface="Calibri"/>
              </a:rPr>
              <a:t> </a:t>
            </a:r>
            <a:r>
              <a:rPr sz="1600" dirty="0">
                <a:solidFill>
                  <a:srgbClr val="212121"/>
                </a:solidFill>
                <a:latin typeface="Calibri"/>
                <a:cs typeface="Calibri"/>
              </a:rPr>
              <a:t>private,</a:t>
            </a:r>
            <a:r>
              <a:rPr sz="1600" spc="-35" dirty="0">
                <a:solidFill>
                  <a:srgbClr val="212121"/>
                </a:solidFill>
                <a:latin typeface="Calibri"/>
                <a:cs typeface="Calibri"/>
              </a:rPr>
              <a:t> </a:t>
            </a:r>
            <a:r>
              <a:rPr sz="1600" spc="-10" dirty="0">
                <a:solidFill>
                  <a:srgbClr val="212121"/>
                </a:solidFill>
                <a:latin typeface="Calibri"/>
                <a:cs typeface="Calibri"/>
              </a:rPr>
              <a:t>protected.</a:t>
            </a:r>
            <a:endParaRPr sz="1600">
              <a:latin typeface="Calibri"/>
              <a:cs typeface="Calibri"/>
            </a:endParaRPr>
          </a:p>
          <a:p>
            <a:pPr marL="240665" indent="-227965">
              <a:lnSpc>
                <a:spcPct val="100000"/>
              </a:lnSpc>
              <a:spcBef>
                <a:spcPts val="994"/>
              </a:spcBef>
              <a:buFont typeface="Arial MT"/>
              <a:buChar char="•"/>
              <a:tabLst>
                <a:tab pos="240665" algn="l"/>
              </a:tabLst>
            </a:pPr>
            <a:r>
              <a:rPr sz="1500" b="1" dirty="0">
                <a:solidFill>
                  <a:srgbClr val="00AF50"/>
                </a:solidFill>
                <a:latin typeface="Calibri"/>
                <a:cs typeface="Calibri"/>
              </a:rPr>
              <a:t>Test</a:t>
            </a:r>
            <a:r>
              <a:rPr sz="1500" b="1" spc="280" dirty="0">
                <a:solidFill>
                  <a:srgbClr val="00AF50"/>
                </a:solidFill>
                <a:latin typeface="Calibri"/>
                <a:cs typeface="Calibri"/>
              </a:rPr>
              <a:t> </a:t>
            </a:r>
            <a:r>
              <a:rPr sz="1500" b="1" dirty="0">
                <a:solidFill>
                  <a:srgbClr val="00AF50"/>
                </a:solidFill>
                <a:latin typeface="Calibri"/>
                <a:cs typeface="Calibri"/>
              </a:rPr>
              <a:t>case</a:t>
            </a:r>
            <a:r>
              <a:rPr sz="1500" b="1" spc="295" dirty="0">
                <a:solidFill>
                  <a:srgbClr val="00AF50"/>
                </a:solidFill>
                <a:latin typeface="Calibri"/>
                <a:cs typeface="Calibri"/>
              </a:rPr>
              <a:t> </a:t>
            </a:r>
            <a:r>
              <a:rPr sz="1500" b="1" dirty="0">
                <a:solidFill>
                  <a:srgbClr val="00AF50"/>
                </a:solidFill>
                <a:latin typeface="Calibri"/>
                <a:cs typeface="Calibri"/>
              </a:rPr>
              <a:t>07</a:t>
            </a:r>
            <a:r>
              <a:rPr sz="1500" b="1" spc="285" dirty="0">
                <a:solidFill>
                  <a:srgbClr val="00AF50"/>
                </a:solidFill>
                <a:latin typeface="Calibri"/>
                <a:cs typeface="Calibri"/>
              </a:rPr>
              <a:t> </a:t>
            </a:r>
            <a:r>
              <a:rPr sz="1500" b="1" dirty="0">
                <a:solidFill>
                  <a:srgbClr val="00AF50"/>
                </a:solidFill>
                <a:latin typeface="Calibri"/>
                <a:cs typeface="Calibri"/>
              </a:rPr>
              <a:t>–</a:t>
            </a:r>
            <a:r>
              <a:rPr sz="1500" b="1" spc="285" dirty="0">
                <a:solidFill>
                  <a:srgbClr val="00AF50"/>
                </a:solidFill>
                <a:latin typeface="Calibri"/>
                <a:cs typeface="Calibri"/>
              </a:rPr>
              <a:t> </a:t>
            </a:r>
            <a:r>
              <a:rPr sz="1500" dirty="0">
                <a:latin typeface="Calibri"/>
                <a:cs typeface="Calibri"/>
              </a:rPr>
              <a:t>Verify</a:t>
            </a:r>
            <a:r>
              <a:rPr sz="1500" spc="300" dirty="0">
                <a:latin typeface="Calibri"/>
                <a:cs typeface="Calibri"/>
              </a:rPr>
              <a:t> </a:t>
            </a:r>
            <a:r>
              <a:rPr sz="1500" dirty="0">
                <a:latin typeface="Calibri"/>
                <a:cs typeface="Calibri"/>
              </a:rPr>
              <a:t>that</a:t>
            </a:r>
            <a:r>
              <a:rPr sz="1500" spc="280" dirty="0">
                <a:latin typeface="Calibri"/>
                <a:cs typeface="Calibri"/>
              </a:rPr>
              <a:t> </a:t>
            </a:r>
            <a:r>
              <a:rPr sz="1500" dirty="0">
                <a:latin typeface="Calibri"/>
                <a:cs typeface="Calibri"/>
              </a:rPr>
              <a:t>user</a:t>
            </a:r>
            <a:r>
              <a:rPr sz="1500" spc="295" dirty="0">
                <a:latin typeface="Calibri"/>
                <a:cs typeface="Calibri"/>
              </a:rPr>
              <a:t> </a:t>
            </a:r>
            <a:r>
              <a:rPr sz="1500" dirty="0">
                <a:latin typeface="Calibri"/>
                <a:cs typeface="Calibri"/>
              </a:rPr>
              <a:t>must</a:t>
            </a:r>
            <a:r>
              <a:rPr sz="1500" spc="280" dirty="0">
                <a:latin typeface="Calibri"/>
                <a:cs typeface="Calibri"/>
              </a:rPr>
              <a:t> </a:t>
            </a:r>
            <a:r>
              <a:rPr sz="1500" dirty="0">
                <a:latin typeface="Calibri"/>
                <a:cs typeface="Calibri"/>
              </a:rPr>
              <a:t>not</a:t>
            </a:r>
            <a:r>
              <a:rPr sz="1500" spc="295" dirty="0">
                <a:latin typeface="Calibri"/>
                <a:cs typeface="Calibri"/>
              </a:rPr>
              <a:t> </a:t>
            </a:r>
            <a:r>
              <a:rPr sz="1500" dirty="0">
                <a:latin typeface="Calibri"/>
                <a:cs typeface="Calibri"/>
              </a:rPr>
              <a:t>be</a:t>
            </a:r>
            <a:r>
              <a:rPr sz="1500" spc="285" dirty="0">
                <a:latin typeface="Calibri"/>
                <a:cs typeface="Calibri"/>
              </a:rPr>
              <a:t> </a:t>
            </a:r>
            <a:r>
              <a:rPr sz="1500" dirty="0">
                <a:latin typeface="Calibri"/>
                <a:cs typeface="Calibri"/>
              </a:rPr>
              <a:t>able</a:t>
            </a:r>
            <a:r>
              <a:rPr sz="1500" spc="290" dirty="0">
                <a:latin typeface="Calibri"/>
                <a:cs typeface="Calibri"/>
              </a:rPr>
              <a:t> </a:t>
            </a:r>
            <a:r>
              <a:rPr sz="1500" dirty="0">
                <a:latin typeface="Calibri"/>
                <a:cs typeface="Calibri"/>
              </a:rPr>
              <a:t>to</a:t>
            </a:r>
            <a:r>
              <a:rPr sz="1500" spc="290" dirty="0">
                <a:latin typeface="Calibri"/>
                <a:cs typeface="Calibri"/>
              </a:rPr>
              <a:t> </a:t>
            </a:r>
            <a:r>
              <a:rPr sz="1500" dirty="0">
                <a:latin typeface="Calibri"/>
                <a:cs typeface="Calibri"/>
              </a:rPr>
              <a:t>type</a:t>
            </a:r>
            <a:r>
              <a:rPr sz="1500" spc="290" dirty="0">
                <a:latin typeface="Calibri"/>
                <a:cs typeface="Calibri"/>
              </a:rPr>
              <a:t> </a:t>
            </a:r>
            <a:r>
              <a:rPr sz="1500" dirty="0">
                <a:latin typeface="Calibri"/>
                <a:cs typeface="Calibri"/>
              </a:rPr>
              <a:t>in</a:t>
            </a:r>
            <a:r>
              <a:rPr sz="1500" spc="290" dirty="0">
                <a:latin typeface="Calibri"/>
                <a:cs typeface="Calibri"/>
              </a:rPr>
              <a:t> </a:t>
            </a:r>
            <a:r>
              <a:rPr sz="1500" spc="-25" dirty="0">
                <a:latin typeface="Calibri"/>
                <a:cs typeface="Calibri"/>
              </a:rPr>
              <a:t>the</a:t>
            </a:r>
            <a:endParaRPr sz="1500">
              <a:latin typeface="Calibri"/>
              <a:cs typeface="Calibri"/>
            </a:endParaRPr>
          </a:p>
          <a:p>
            <a:pPr marL="241300">
              <a:lnSpc>
                <a:spcPct val="100000"/>
              </a:lnSpc>
              <a:spcBef>
                <a:spcPts val="5"/>
              </a:spcBef>
            </a:pPr>
            <a:r>
              <a:rPr sz="1500" dirty="0">
                <a:latin typeface="Calibri"/>
                <a:cs typeface="Calibri"/>
              </a:rPr>
              <a:t>dropdown</a:t>
            </a:r>
            <a:r>
              <a:rPr sz="1500" spc="-55" dirty="0">
                <a:latin typeface="Calibri"/>
                <a:cs typeface="Calibri"/>
              </a:rPr>
              <a:t> </a:t>
            </a:r>
            <a:r>
              <a:rPr sz="1500" dirty="0">
                <a:latin typeface="Calibri"/>
                <a:cs typeface="Calibri"/>
              </a:rPr>
              <a:t>of</a:t>
            </a:r>
            <a:r>
              <a:rPr sz="1500" spc="-35" dirty="0">
                <a:latin typeface="Calibri"/>
                <a:cs typeface="Calibri"/>
              </a:rPr>
              <a:t> </a:t>
            </a:r>
            <a:r>
              <a:rPr sz="1500" spc="-10" dirty="0">
                <a:latin typeface="Calibri"/>
                <a:cs typeface="Calibri"/>
              </a:rPr>
              <a:t>“Superclass.”</a:t>
            </a:r>
            <a:endParaRPr sz="1500">
              <a:latin typeface="Calibri"/>
              <a:cs typeface="Calibri"/>
            </a:endParaRPr>
          </a:p>
          <a:p>
            <a:pPr marL="238760" marR="6350" indent="-226060" algn="just">
              <a:lnSpc>
                <a:spcPct val="100000"/>
              </a:lnSpc>
              <a:spcBef>
                <a:spcPts val="1010"/>
              </a:spcBef>
              <a:buFont typeface="Arial MT"/>
              <a:buChar char="•"/>
              <a:tabLst>
                <a:tab pos="241300" algn="l"/>
              </a:tabLst>
            </a:pPr>
            <a:r>
              <a:rPr sz="1500" b="1" dirty="0">
                <a:solidFill>
                  <a:srgbClr val="00AF50"/>
                </a:solidFill>
                <a:latin typeface="Calibri"/>
                <a:cs typeface="Calibri"/>
              </a:rPr>
              <a:t>Test</a:t>
            </a:r>
            <a:r>
              <a:rPr sz="1500" b="1" spc="35" dirty="0">
                <a:solidFill>
                  <a:srgbClr val="00AF50"/>
                </a:solidFill>
                <a:latin typeface="Calibri"/>
                <a:cs typeface="Calibri"/>
              </a:rPr>
              <a:t> </a:t>
            </a:r>
            <a:r>
              <a:rPr sz="1500" b="1" dirty="0">
                <a:solidFill>
                  <a:srgbClr val="00AF50"/>
                </a:solidFill>
                <a:latin typeface="Calibri"/>
                <a:cs typeface="Calibri"/>
              </a:rPr>
              <a:t>case</a:t>
            </a:r>
            <a:r>
              <a:rPr sz="1500" b="1" spc="45" dirty="0">
                <a:solidFill>
                  <a:srgbClr val="00AF50"/>
                </a:solidFill>
                <a:latin typeface="Calibri"/>
                <a:cs typeface="Calibri"/>
              </a:rPr>
              <a:t> </a:t>
            </a:r>
            <a:r>
              <a:rPr sz="1500" b="1" dirty="0">
                <a:solidFill>
                  <a:srgbClr val="00AF50"/>
                </a:solidFill>
                <a:latin typeface="Calibri"/>
                <a:cs typeface="Calibri"/>
              </a:rPr>
              <a:t>08</a:t>
            </a:r>
            <a:r>
              <a:rPr sz="1500" b="1" spc="35" dirty="0">
                <a:solidFill>
                  <a:srgbClr val="00AF50"/>
                </a:solidFill>
                <a:latin typeface="Calibri"/>
                <a:cs typeface="Calibri"/>
              </a:rPr>
              <a:t> </a:t>
            </a:r>
            <a:r>
              <a:rPr sz="1500" b="1" dirty="0">
                <a:solidFill>
                  <a:srgbClr val="00AF50"/>
                </a:solidFill>
                <a:latin typeface="Calibri"/>
                <a:cs typeface="Calibri"/>
              </a:rPr>
              <a:t>–</a:t>
            </a:r>
            <a:r>
              <a:rPr sz="1500" b="1" spc="50" dirty="0">
                <a:solidFill>
                  <a:srgbClr val="00AF50"/>
                </a:solidFill>
                <a:latin typeface="Calibri"/>
                <a:cs typeface="Calibri"/>
              </a:rPr>
              <a:t> </a:t>
            </a:r>
            <a:r>
              <a:rPr sz="1500" dirty="0">
                <a:latin typeface="Calibri"/>
                <a:cs typeface="Calibri"/>
              </a:rPr>
              <a:t>Verify</a:t>
            </a:r>
            <a:r>
              <a:rPr sz="1500" spc="50" dirty="0">
                <a:latin typeface="Calibri"/>
                <a:cs typeface="Calibri"/>
              </a:rPr>
              <a:t> </a:t>
            </a:r>
            <a:r>
              <a:rPr sz="1500" dirty="0">
                <a:latin typeface="Calibri"/>
                <a:cs typeface="Calibri"/>
              </a:rPr>
              <a:t>that</a:t>
            </a:r>
            <a:r>
              <a:rPr sz="1500" spc="45" dirty="0">
                <a:latin typeface="Calibri"/>
                <a:cs typeface="Calibri"/>
              </a:rPr>
              <a:t> </a:t>
            </a:r>
            <a:r>
              <a:rPr sz="1500" dirty="0">
                <a:latin typeface="Calibri"/>
                <a:cs typeface="Calibri"/>
              </a:rPr>
              <a:t>there</a:t>
            </a:r>
            <a:r>
              <a:rPr sz="1500" spc="40" dirty="0">
                <a:latin typeface="Calibri"/>
                <a:cs typeface="Calibri"/>
              </a:rPr>
              <a:t> </a:t>
            </a:r>
            <a:r>
              <a:rPr sz="1500" dirty="0">
                <a:latin typeface="Calibri"/>
                <a:cs typeface="Calibri"/>
              </a:rPr>
              <a:t>must</a:t>
            </a:r>
            <a:r>
              <a:rPr sz="1500" spc="45" dirty="0">
                <a:latin typeface="Calibri"/>
                <a:cs typeface="Calibri"/>
              </a:rPr>
              <a:t> </a:t>
            </a:r>
            <a:r>
              <a:rPr sz="1500" dirty="0">
                <a:latin typeface="Calibri"/>
                <a:cs typeface="Calibri"/>
              </a:rPr>
              <a:t>be</a:t>
            </a:r>
            <a:r>
              <a:rPr sz="1500" spc="35" dirty="0">
                <a:latin typeface="Calibri"/>
                <a:cs typeface="Calibri"/>
              </a:rPr>
              <a:t> </a:t>
            </a:r>
            <a:r>
              <a:rPr sz="1500" dirty="0">
                <a:latin typeface="Calibri"/>
                <a:cs typeface="Calibri"/>
              </a:rPr>
              <a:t>a</a:t>
            </a:r>
            <a:r>
              <a:rPr sz="1500" spc="45" dirty="0">
                <a:latin typeface="Calibri"/>
                <a:cs typeface="Calibri"/>
              </a:rPr>
              <a:t> </a:t>
            </a:r>
            <a:r>
              <a:rPr sz="1500" dirty="0">
                <a:latin typeface="Calibri"/>
                <a:cs typeface="Calibri"/>
              </a:rPr>
              <a:t>proper</a:t>
            </a:r>
            <a:r>
              <a:rPr sz="1500" spc="45" dirty="0">
                <a:latin typeface="Calibri"/>
                <a:cs typeface="Calibri"/>
              </a:rPr>
              <a:t> </a:t>
            </a:r>
            <a:r>
              <a:rPr sz="1500" dirty="0">
                <a:latin typeface="Calibri"/>
                <a:cs typeface="Calibri"/>
              </a:rPr>
              <a:t>error</a:t>
            </a:r>
            <a:r>
              <a:rPr sz="1500" spc="50" dirty="0">
                <a:latin typeface="Calibri"/>
                <a:cs typeface="Calibri"/>
              </a:rPr>
              <a:t> </a:t>
            </a:r>
            <a:r>
              <a:rPr sz="1500" dirty="0">
                <a:latin typeface="Calibri"/>
                <a:cs typeface="Calibri"/>
              </a:rPr>
              <a:t>generated</a:t>
            </a:r>
            <a:r>
              <a:rPr sz="1500" spc="45" dirty="0">
                <a:latin typeface="Calibri"/>
                <a:cs typeface="Calibri"/>
              </a:rPr>
              <a:t> </a:t>
            </a:r>
            <a:r>
              <a:rPr sz="1500" spc="-25" dirty="0">
                <a:latin typeface="Calibri"/>
                <a:cs typeface="Calibri"/>
              </a:rPr>
              <a:t>if 	</a:t>
            </a:r>
            <a:r>
              <a:rPr sz="1500" dirty="0">
                <a:latin typeface="Calibri"/>
                <a:cs typeface="Calibri"/>
              </a:rPr>
              <a:t>something</a:t>
            </a:r>
            <a:r>
              <a:rPr sz="1500" spc="-35" dirty="0">
                <a:latin typeface="Calibri"/>
                <a:cs typeface="Calibri"/>
              </a:rPr>
              <a:t> </a:t>
            </a:r>
            <a:r>
              <a:rPr sz="1500" dirty="0">
                <a:latin typeface="Calibri"/>
                <a:cs typeface="Calibri"/>
              </a:rPr>
              <a:t>has</a:t>
            </a:r>
            <a:r>
              <a:rPr sz="1500" spc="-40" dirty="0">
                <a:latin typeface="Calibri"/>
                <a:cs typeface="Calibri"/>
              </a:rPr>
              <a:t> </a:t>
            </a:r>
            <a:r>
              <a:rPr sz="1500" dirty="0">
                <a:latin typeface="Calibri"/>
                <a:cs typeface="Calibri"/>
              </a:rPr>
              <a:t>been</a:t>
            </a:r>
            <a:r>
              <a:rPr sz="1500" spc="-25" dirty="0">
                <a:latin typeface="Calibri"/>
                <a:cs typeface="Calibri"/>
              </a:rPr>
              <a:t> </a:t>
            </a:r>
            <a:r>
              <a:rPr sz="1500" spc="-10" dirty="0">
                <a:latin typeface="Calibri"/>
                <a:cs typeface="Calibri"/>
              </a:rPr>
              <a:t>mistakenly</a:t>
            </a:r>
            <a:r>
              <a:rPr sz="1500" spc="-30" dirty="0">
                <a:latin typeface="Calibri"/>
                <a:cs typeface="Calibri"/>
              </a:rPr>
              <a:t> </a:t>
            </a:r>
            <a:r>
              <a:rPr sz="1500" spc="-10" dirty="0">
                <a:latin typeface="Calibri"/>
                <a:cs typeface="Calibri"/>
              </a:rPr>
              <a:t>chosen.</a:t>
            </a:r>
            <a:endParaRPr sz="1500">
              <a:latin typeface="Calibri"/>
              <a:cs typeface="Calibri"/>
            </a:endParaRPr>
          </a:p>
          <a:p>
            <a:pPr marL="238760" marR="8890" indent="-226060" algn="just">
              <a:lnSpc>
                <a:spcPct val="100000"/>
              </a:lnSpc>
              <a:spcBef>
                <a:spcPts val="994"/>
              </a:spcBef>
              <a:buFont typeface="Arial MT"/>
              <a:buChar char="•"/>
              <a:tabLst>
                <a:tab pos="241300" algn="l"/>
              </a:tabLst>
            </a:pPr>
            <a:r>
              <a:rPr sz="1500" b="1" dirty="0">
                <a:solidFill>
                  <a:srgbClr val="00AF50"/>
                </a:solidFill>
                <a:latin typeface="Calibri"/>
                <a:cs typeface="Calibri"/>
              </a:rPr>
              <a:t>Test</a:t>
            </a:r>
            <a:r>
              <a:rPr sz="1500" b="1" spc="135" dirty="0">
                <a:solidFill>
                  <a:srgbClr val="00AF50"/>
                </a:solidFill>
                <a:latin typeface="Calibri"/>
                <a:cs typeface="Calibri"/>
              </a:rPr>
              <a:t> </a:t>
            </a:r>
            <a:r>
              <a:rPr sz="1500" b="1" dirty="0">
                <a:solidFill>
                  <a:srgbClr val="00AF50"/>
                </a:solidFill>
                <a:latin typeface="Calibri"/>
                <a:cs typeface="Calibri"/>
              </a:rPr>
              <a:t>case</a:t>
            </a:r>
            <a:r>
              <a:rPr sz="1500" b="1" spc="140" dirty="0">
                <a:solidFill>
                  <a:srgbClr val="00AF50"/>
                </a:solidFill>
                <a:latin typeface="Calibri"/>
                <a:cs typeface="Calibri"/>
              </a:rPr>
              <a:t> </a:t>
            </a:r>
            <a:r>
              <a:rPr sz="1500" b="1" dirty="0">
                <a:solidFill>
                  <a:srgbClr val="00AF50"/>
                </a:solidFill>
                <a:latin typeface="Calibri"/>
                <a:cs typeface="Calibri"/>
              </a:rPr>
              <a:t>09</a:t>
            </a:r>
            <a:r>
              <a:rPr sz="1500" b="1" spc="145" dirty="0">
                <a:solidFill>
                  <a:srgbClr val="00AF50"/>
                </a:solidFill>
                <a:latin typeface="Calibri"/>
                <a:cs typeface="Calibri"/>
              </a:rPr>
              <a:t> </a:t>
            </a:r>
            <a:r>
              <a:rPr sz="1500" b="1" dirty="0">
                <a:solidFill>
                  <a:srgbClr val="00AF50"/>
                </a:solidFill>
                <a:latin typeface="Calibri"/>
                <a:cs typeface="Calibri"/>
              </a:rPr>
              <a:t>–</a:t>
            </a:r>
            <a:r>
              <a:rPr sz="1500" b="1" spc="140" dirty="0">
                <a:solidFill>
                  <a:srgbClr val="00AF50"/>
                </a:solidFill>
                <a:latin typeface="Calibri"/>
                <a:cs typeface="Calibri"/>
              </a:rPr>
              <a:t> </a:t>
            </a:r>
            <a:r>
              <a:rPr sz="1500" dirty="0">
                <a:latin typeface="Calibri"/>
                <a:cs typeface="Calibri"/>
              </a:rPr>
              <a:t>Verify</a:t>
            </a:r>
            <a:r>
              <a:rPr sz="1500" spc="145" dirty="0">
                <a:latin typeface="Calibri"/>
                <a:cs typeface="Calibri"/>
              </a:rPr>
              <a:t> </a:t>
            </a:r>
            <a:r>
              <a:rPr sz="1500" dirty="0">
                <a:latin typeface="Calibri"/>
                <a:cs typeface="Calibri"/>
              </a:rPr>
              <a:t>that</a:t>
            </a:r>
            <a:r>
              <a:rPr sz="1500" spc="135" dirty="0">
                <a:latin typeface="Calibri"/>
                <a:cs typeface="Calibri"/>
              </a:rPr>
              <a:t> </a:t>
            </a:r>
            <a:r>
              <a:rPr sz="1500" dirty="0">
                <a:latin typeface="Calibri"/>
                <a:cs typeface="Calibri"/>
              </a:rPr>
              <a:t>the</a:t>
            </a:r>
            <a:r>
              <a:rPr sz="1500" spc="135" dirty="0">
                <a:latin typeface="Calibri"/>
                <a:cs typeface="Calibri"/>
              </a:rPr>
              <a:t> </a:t>
            </a:r>
            <a:r>
              <a:rPr sz="1500" dirty="0">
                <a:latin typeface="Calibri"/>
                <a:cs typeface="Calibri"/>
              </a:rPr>
              <a:t>error</a:t>
            </a:r>
            <a:r>
              <a:rPr sz="1500" spc="150" dirty="0">
                <a:latin typeface="Calibri"/>
                <a:cs typeface="Calibri"/>
              </a:rPr>
              <a:t> </a:t>
            </a:r>
            <a:r>
              <a:rPr sz="1500" dirty="0">
                <a:latin typeface="Calibri"/>
                <a:cs typeface="Calibri"/>
              </a:rPr>
              <a:t>must</a:t>
            </a:r>
            <a:r>
              <a:rPr sz="1500" spc="140" dirty="0">
                <a:latin typeface="Calibri"/>
                <a:cs typeface="Calibri"/>
              </a:rPr>
              <a:t> </a:t>
            </a:r>
            <a:r>
              <a:rPr sz="1500" dirty="0">
                <a:latin typeface="Calibri"/>
                <a:cs typeface="Calibri"/>
              </a:rPr>
              <a:t>be</a:t>
            </a:r>
            <a:r>
              <a:rPr sz="1500" spc="135" dirty="0">
                <a:latin typeface="Calibri"/>
                <a:cs typeface="Calibri"/>
              </a:rPr>
              <a:t> </a:t>
            </a:r>
            <a:r>
              <a:rPr sz="1500" dirty="0">
                <a:latin typeface="Calibri"/>
                <a:cs typeface="Calibri"/>
              </a:rPr>
              <a:t>generated</a:t>
            </a:r>
            <a:r>
              <a:rPr sz="1500" spc="140" dirty="0">
                <a:latin typeface="Calibri"/>
                <a:cs typeface="Calibri"/>
              </a:rPr>
              <a:t> </a:t>
            </a:r>
            <a:r>
              <a:rPr sz="1500" dirty="0">
                <a:latin typeface="Calibri"/>
                <a:cs typeface="Calibri"/>
              </a:rPr>
              <a:t>in</a:t>
            </a:r>
            <a:r>
              <a:rPr sz="1500" spc="145" dirty="0">
                <a:latin typeface="Calibri"/>
                <a:cs typeface="Calibri"/>
              </a:rPr>
              <a:t> </a:t>
            </a:r>
            <a:r>
              <a:rPr sz="1500" dirty="0">
                <a:latin typeface="Calibri"/>
                <a:cs typeface="Calibri"/>
              </a:rPr>
              <a:t>the</a:t>
            </a:r>
            <a:r>
              <a:rPr sz="1500" spc="140" dirty="0">
                <a:latin typeface="Calibri"/>
                <a:cs typeface="Calibri"/>
              </a:rPr>
              <a:t> </a:t>
            </a:r>
            <a:r>
              <a:rPr sz="1500" spc="-25" dirty="0">
                <a:latin typeface="Calibri"/>
                <a:cs typeface="Calibri"/>
              </a:rPr>
              <a:t>RED 	</a:t>
            </a:r>
            <a:r>
              <a:rPr sz="1500" dirty="0">
                <a:latin typeface="Calibri"/>
                <a:cs typeface="Calibri"/>
              </a:rPr>
              <a:t>color</a:t>
            </a:r>
            <a:r>
              <a:rPr sz="1500" spc="-30" dirty="0">
                <a:latin typeface="Calibri"/>
                <a:cs typeface="Calibri"/>
              </a:rPr>
              <a:t> </a:t>
            </a:r>
            <a:r>
              <a:rPr sz="1500" spc="-10" dirty="0">
                <a:latin typeface="Calibri"/>
                <a:cs typeface="Calibri"/>
              </a:rPr>
              <a:t>wherever</a:t>
            </a:r>
            <a:r>
              <a:rPr sz="1500" spc="-5" dirty="0">
                <a:latin typeface="Calibri"/>
                <a:cs typeface="Calibri"/>
              </a:rPr>
              <a:t> </a:t>
            </a:r>
            <a:r>
              <a:rPr sz="1500" dirty="0">
                <a:latin typeface="Calibri"/>
                <a:cs typeface="Calibri"/>
              </a:rPr>
              <a:t>it</a:t>
            </a:r>
            <a:r>
              <a:rPr sz="1500" spc="-25" dirty="0">
                <a:latin typeface="Calibri"/>
                <a:cs typeface="Calibri"/>
              </a:rPr>
              <a:t> </a:t>
            </a:r>
            <a:r>
              <a:rPr sz="1500" dirty="0">
                <a:latin typeface="Calibri"/>
                <a:cs typeface="Calibri"/>
              </a:rPr>
              <a:t>is</a:t>
            </a:r>
            <a:r>
              <a:rPr sz="1500" spc="-10" dirty="0">
                <a:latin typeface="Calibri"/>
                <a:cs typeface="Calibri"/>
              </a:rPr>
              <a:t> necessary.</a:t>
            </a:r>
            <a:endParaRPr sz="1500">
              <a:latin typeface="Calibri"/>
              <a:cs typeface="Calibri"/>
            </a:endParaRPr>
          </a:p>
          <a:p>
            <a:pPr marL="238760" marR="7620" indent="-226060" algn="just">
              <a:lnSpc>
                <a:spcPct val="100000"/>
              </a:lnSpc>
              <a:spcBef>
                <a:spcPts val="1000"/>
              </a:spcBef>
              <a:buFont typeface="Arial MT"/>
              <a:buChar char="•"/>
              <a:tabLst>
                <a:tab pos="241300" algn="l"/>
              </a:tabLst>
            </a:pPr>
            <a:r>
              <a:rPr sz="1500" b="1" dirty="0">
                <a:solidFill>
                  <a:srgbClr val="00AF50"/>
                </a:solidFill>
                <a:latin typeface="Calibri"/>
                <a:cs typeface="Calibri"/>
              </a:rPr>
              <a:t>Test</a:t>
            </a:r>
            <a:r>
              <a:rPr sz="1500" b="1" spc="150" dirty="0">
                <a:solidFill>
                  <a:srgbClr val="00AF50"/>
                </a:solidFill>
                <a:latin typeface="Calibri"/>
                <a:cs typeface="Calibri"/>
              </a:rPr>
              <a:t> </a:t>
            </a:r>
            <a:r>
              <a:rPr sz="1500" b="1" dirty="0">
                <a:solidFill>
                  <a:srgbClr val="00AF50"/>
                </a:solidFill>
                <a:latin typeface="Calibri"/>
                <a:cs typeface="Calibri"/>
              </a:rPr>
              <a:t>case</a:t>
            </a:r>
            <a:r>
              <a:rPr sz="1500" b="1" spc="155" dirty="0">
                <a:solidFill>
                  <a:srgbClr val="00AF50"/>
                </a:solidFill>
                <a:latin typeface="Calibri"/>
                <a:cs typeface="Calibri"/>
              </a:rPr>
              <a:t> </a:t>
            </a:r>
            <a:r>
              <a:rPr sz="1500" b="1" dirty="0">
                <a:solidFill>
                  <a:srgbClr val="00AF50"/>
                </a:solidFill>
                <a:latin typeface="Calibri"/>
                <a:cs typeface="Calibri"/>
              </a:rPr>
              <a:t>10</a:t>
            </a:r>
            <a:r>
              <a:rPr sz="1500" b="1" spc="150" dirty="0">
                <a:solidFill>
                  <a:srgbClr val="00AF50"/>
                </a:solidFill>
                <a:latin typeface="Calibri"/>
                <a:cs typeface="Calibri"/>
              </a:rPr>
              <a:t> </a:t>
            </a:r>
            <a:r>
              <a:rPr sz="1500" b="1" dirty="0">
                <a:solidFill>
                  <a:srgbClr val="00AF50"/>
                </a:solidFill>
                <a:latin typeface="Calibri"/>
                <a:cs typeface="Calibri"/>
              </a:rPr>
              <a:t>–</a:t>
            </a:r>
            <a:r>
              <a:rPr sz="1500" b="1" spc="150" dirty="0">
                <a:solidFill>
                  <a:srgbClr val="00AF50"/>
                </a:solidFill>
                <a:latin typeface="Calibri"/>
                <a:cs typeface="Calibri"/>
              </a:rPr>
              <a:t> </a:t>
            </a:r>
            <a:r>
              <a:rPr sz="1500" dirty="0">
                <a:latin typeface="Calibri"/>
                <a:cs typeface="Calibri"/>
              </a:rPr>
              <a:t>Verify</a:t>
            </a:r>
            <a:r>
              <a:rPr sz="1500" spc="165" dirty="0">
                <a:latin typeface="Calibri"/>
                <a:cs typeface="Calibri"/>
              </a:rPr>
              <a:t> </a:t>
            </a:r>
            <a:r>
              <a:rPr sz="1500" dirty="0">
                <a:latin typeface="Calibri"/>
                <a:cs typeface="Calibri"/>
              </a:rPr>
              <a:t>that</a:t>
            </a:r>
            <a:r>
              <a:rPr sz="1500" spc="155" dirty="0">
                <a:latin typeface="Calibri"/>
                <a:cs typeface="Calibri"/>
              </a:rPr>
              <a:t> </a:t>
            </a:r>
            <a:r>
              <a:rPr sz="1500" dirty="0">
                <a:latin typeface="Calibri"/>
                <a:cs typeface="Calibri"/>
              </a:rPr>
              <a:t>proper</a:t>
            </a:r>
            <a:r>
              <a:rPr sz="1500" spc="165" dirty="0">
                <a:latin typeface="Calibri"/>
                <a:cs typeface="Calibri"/>
              </a:rPr>
              <a:t> </a:t>
            </a:r>
            <a:r>
              <a:rPr sz="1500" dirty="0">
                <a:latin typeface="Calibri"/>
                <a:cs typeface="Calibri"/>
              </a:rPr>
              <a:t>labels</a:t>
            </a:r>
            <a:r>
              <a:rPr sz="1500" spc="160" dirty="0">
                <a:latin typeface="Calibri"/>
                <a:cs typeface="Calibri"/>
              </a:rPr>
              <a:t> </a:t>
            </a:r>
            <a:r>
              <a:rPr sz="1500" dirty="0">
                <a:latin typeface="Calibri"/>
                <a:cs typeface="Calibri"/>
              </a:rPr>
              <a:t>must</a:t>
            </a:r>
            <a:r>
              <a:rPr sz="1500" spc="160" dirty="0">
                <a:latin typeface="Calibri"/>
                <a:cs typeface="Calibri"/>
              </a:rPr>
              <a:t> </a:t>
            </a:r>
            <a:r>
              <a:rPr sz="1500" dirty="0">
                <a:latin typeface="Calibri"/>
                <a:cs typeface="Calibri"/>
              </a:rPr>
              <a:t>be</a:t>
            </a:r>
            <a:r>
              <a:rPr sz="1500" spc="150" dirty="0">
                <a:latin typeface="Calibri"/>
                <a:cs typeface="Calibri"/>
              </a:rPr>
              <a:t> </a:t>
            </a:r>
            <a:r>
              <a:rPr sz="1500" dirty="0">
                <a:latin typeface="Calibri"/>
                <a:cs typeface="Calibri"/>
              </a:rPr>
              <a:t>used</a:t>
            </a:r>
            <a:r>
              <a:rPr sz="1500" spc="160" dirty="0">
                <a:latin typeface="Calibri"/>
                <a:cs typeface="Calibri"/>
              </a:rPr>
              <a:t> </a:t>
            </a:r>
            <a:r>
              <a:rPr sz="1500" dirty="0">
                <a:latin typeface="Calibri"/>
                <a:cs typeface="Calibri"/>
              </a:rPr>
              <a:t>in</a:t>
            </a:r>
            <a:r>
              <a:rPr sz="1500" spc="150" dirty="0">
                <a:latin typeface="Calibri"/>
                <a:cs typeface="Calibri"/>
              </a:rPr>
              <a:t> </a:t>
            </a:r>
            <a:r>
              <a:rPr sz="1500" dirty="0">
                <a:latin typeface="Calibri"/>
                <a:cs typeface="Calibri"/>
              </a:rPr>
              <a:t>the</a:t>
            </a:r>
            <a:r>
              <a:rPr sz="1500" spc="155" dirty="0">
                <a:latin typeface="Calibri"/>
                <a:cs typeface="Calibri"/>
              </a:rPr>
              <a:t> </a:t>
            </a:r>
            <a:r>
              <a:rPr sz="1500" spc="-10" dirty="0">
                <a:latin typeface="Calibri"/>
                <a:cs typeface="Calibri"/>
              </a:rPr>
              <a:t>error 	messages.</a:t>
            </a:r>
            <a:endParaRPr sz="1500">
              <a:latin typeface="Calibri"/>
              <a:cs typeface="Calibri"/>
            </a:endParaRPr>
          </a:p>
        </p:txBody>
      </p:sp>
      <p:sp>
        <p:nvSpPr>
          <p:cNvPr id="6" name="object 6"/>
          <p:cNvSpPr txBox="1"/>
          <p:nvPr/>
        </p:nvSpPr>
        <p:spPr>
          <a:xfrm>
            <a:off x="6251828" y="5877255"/>
            <a:ext cx="5583555" cy="482600"/>
          </a:xfrm>
          <a:prstGeom prst="rect">
            <a:avLst/>
          </a:prstGeom>
        </p:spPr>
        <p:txBody>
          <a:bodyPr vert="horz" wrap="square" lIns="0" tIns="12700" rIns="0" bIns="0" rtlCol="0">
            <a:spAutoFit/>
          </a:bodyPr>
          <a:lstStyle/>
          <a:p>
            <a:pPr marL="241300" marR="5080" indent="-228600">
              <a:lnSpc>
                <a:spcPct val="100000"/>
              </a:lnSpc>
              <a:spcBef>
                <a:spcPts val="100"/>
              </a:spcBef>
              <a:buFont typeface="Arial MT"/>
              <a:buChar char="•"/>
              <a:tabLst>
                <a:tab pos="241300" algn="l"/>
              </a:tabLst>
            </a:pPr>
            <a:r>
              <a:rPr sz="1500" b="1" spc="-10" dirty="0">
                <a:solidFill>
                  <a:srgbClr val="00AF50"/>
                </a:solidFill>
                <a:latin typeface="Calibri"/>
                <a:cs typeface="Calibri"/>
              </a:rPr>
              <a:t>Test</a:t>
            </a:r>
            <a:r>
              <a:rPr sz="1500" b="1" spc="55" dirty="0">
                <a:solidFill>
                  <a:srgbClr val="00AF50"/>
                </a:solidFill>
                <a:latin typeface="Calibri"/>
                <a:cs typeface="Calibri"/>
              </a:rPr>
              <a:t> </a:t>
            </a:r>
            <a:r>
              <a:rPr sz="1500" b="1" dirty="0">
                <a:solidFill>
                  <a:srgbClr val="00AF50"/>
                </a:solidFill>
                <a:latin typeface="Calibri"/>
                <a:cs typeface="Calibri"/>
              </a:rPr>
              <a:t>case</a:t>
            </a:r>
            <a:r>
              <a:rPr sz="1500" b="1" spc="65" dirty="0">
                <a:solidFill>
                  <a:srgbClr val="00AF50"/>
                </a:solidFill>
                <a:latin typeface="Calibri"/>
                <a:cs typeface="Calibri"/>
              </a:rPr>
              <a:t> </a:t>
            </a:r>
            <a:r>
              <a:rPr sz="1500" b="1" dirty="0">
                <a:solidFill>
                  <a:srgbClr val="00AF50"/>
                </a:solidFill>
                <a:latin typeface="Calibri"/>
                <a:cs typeface="Calibri"/>
              </a:rPr>
              <a:t>11</a:t>
            </a:r>
            <a:r>
              <a:rPr sz="1500" b="1" spc="70" dirty="0">
                <a:solidFill>
                  <a:srgbClr val="00AF50"/>
                </a:solidFill>
                <a:latin typeface="Calibri"/>
                <a:cs typeface="Calibri"/>
              </a:rPr>
              <a:t> </a:t>
            </a:r>
            <a:r>
              <a:rPr sz="1500" b="1" dirty="0">
                <a:solidFill>
                  <a:srgbClr val="00AF50"/>
                </a:solidFill>
                <a:latin typeface="Calibri"/>
                <a:cs typeface="Calibri"/>
              </a:rPr>
              <a:t>–</a:t>
            </a:r>
            <a:r>
              <a:rPr sz="1500" b="1" spc="70" dirty="0">
                <a:solidFill>
                  <a:srgbClr val="00AF50"/>
                </a:solidFill>
                <a:latin typeface="Calibri"/>
                <a:cs typeface="Calibri"/>
              </a:rPr>
              <a:t> </a:t>
            </a:r>
            <a:r>
              <a:rPr sz="1500" dirty="0">
                <a:latin typeface="Calibri"/>
                <a:cs typeface="Calibri"/>
              </a:rPr>
              <a:t>Verify</a:t>
            </a:r>
            <a:r>
              <a:rPr sz="1500" spc="65" dirty="0">
                <a:latin typeface="Calibri"/>
                <a:cs typeface="Calibri"/>
              </a:rPr>
              <a:t> </a:t>
            </a:r>
            <a:r>
              <a:rPr sz="1500" dirty="0">
                <a:latin typeface="Calibri"/>
                <a:cs typeface="Calibri"/>
              </a:rPr>
              <a:t>that</a:t>
            </a:r>
            <a:r>
              <a:rPr sz="1500" spc="60" dirty="0">
                <a:latin typeface="Calibri"/>
                <a:cs typeface="Calibri"/>
              </a:rPr>
              <a:t> </a:t>
            </a:r>
            <a:r>
              <a:rPr sz="1500" dirty="0">
                <a:latin typeface="Calibri"/>
                <a:cs typeface="Calibri"/>
              </a:rPr>
              <a:t>the</a:t>
            </a:r>
            <a:r>
              <a:rPr sz="1500" spc="60" dirty="0">
                <a:latin typeface="Calibri"/>
                <a:cs typeface="Calibri"/>
              </a:rPr>
              <a:t> </a:t>
            </a:r>
            <a:r>
              <a:rPr sz="1500" dirty="0">
                <a:latin typeface="Calibri"/>
                <a:cs typeface="Calibri"/>
              </a:rPr>
              <a:t>single</a:t>
            </a:r>
            <a:r>
              <a:rPr sz="1500" spc="65" dirty="0">
                <a:latin typeface="Calibri"/>
                <a:cs typeface="Calibri"/>
              </a:rPr>
              <a:t> </a:t>
            </a:r>
            <a:r>
              <a:rPr sz="1500" dirty="0">
                <a:latin typeface="Calibri"/>
                <a:cs typeface="Calibri"/>
              </a:rPr>
              <a:t>radio</a:t>
            </a:r>
            <a:r>
              <a:rPr sz="1500" spc="70" dirty="0">
                <a:latin typeface="Calibri"/>
                <a:cs typeface="Calibri"/>
              </a:rPr>
              <a:t> </a:t>
            </a:r>
            <a:r>
              <a:rPr sz="1500" dirty="0">
                <a:latin typeface="Calibri"/>
                <a:cs typeface="Calibri"/>
              </a:rPr>
              <a:t>buttons</a:t>
            </a:r>
            <a:r>
              <a:rPr sz="1500" spc="65" dirty="0">
                <a:latin typeface="Calibri"/>
                <a:cs typeface="Calibri"/>
              </a:rPr>
              <a:t> </a:t>
            </a:r>
            <a:r>
              <a:rPr sz="1500" dirty="0">
                <a:latin typeface="Calibri"/>
                <a:cs typeface="Calibri"/>
              </a:rPr>
              <a:t>must</a:t>
            </a:r>
            <a:r>
              <a:rPr sz="1500" spc="65" dirty="0">
                <a:latin typeface="Calibri"/>
                <a:cs typeface="Calibri"/>
              </a:rPr>
              <a:t> </a:t>
            </a:r>
            <a:r>
              <a:rPr sz="1500" dirty="0">
                <a:latin typeface="Calibri"/>
                <a:cs typeface="Calibri"/>
              </a:rPr>
              <a:t>be</a:t>
            </a:r>
            <a:r>
              <a:rPr sz="1500" spc="60" dirty="0">
                <a:latin typeface="Calibri"/>
                <a:cs typeface="Calibri"/>
              </a:rPr>
              <a:t> </a:t>
            </a:r>
            <a:r>
              <a:rPr sz="1500" spc="-10" dirty="0">
                <a:latin typeface="Calibri"/>
                <a:cs typeface="Calibri"/>
              </a:rPr>
              <a:t>selected </a:t>
            </a:r>
            <a:r>
              <a:rPr sz="1500" dirty="0">
                <a:latin typeface="Calibri"/>
                <a:cs typeface="Calibri"/>
              </a:rPr>
              <a:t>by</a:t>
            </a:r>
            <a:r>
              <a:rPr sz="1500" spc="-35" dirty="0">
                <a:latin typeface="Calibri"/>
                <a:cs typeface="Calibri"/>
              </a:rPr>
              <a:t> </a:t>
            </a:r>
            <a:r>
              <a:rPr sz="1500" spc="-10" dirty="0">
                <a:latin typeface="Calibri"/>
                <a:cs typeface="Calibri"/>
              </a:rPr>
              <a:t>default</a:t>
            </a:r>
            <a:r>
              <a:rPr sz="1500" spc="-30" dirty="0">
                <a:latin typeface="Calibri"/>
                <a:cs typeface="Calibri"/>
              </a:rPr>
              <a:t> </a:t>
            </a:r>
            <a:r>
              <a:rPr sz="1500" dirty="0">
                <a:latin typeface="Calibri"/>
                <a:cs typeface="Calibri"/>
              </a:rPr>
              <a:t>every</a:t>
            </a:r>
            <a:r>
              <a:rPr sz="1500" spc="-10" dirty="0">
                <a:latin typeface="Calibri"/>
                <a:cs typeface="Calibri"/>
              </a:rPr>
              <a:t> </a:t>
            </a:r>
            <a:r>
              <a:rPr sz="1500" spc="-20" dirty="0">
                <a:latin typeface="Calibri"/>
                <a:cs typeface="Calibri"/>
              </a:rPr>
              <a:t>time.</a:t>
            </a:r>
            <a:endParaRPr sz="1500">
              <a:latin typeface="Calibri"/>
              <a:cs typeface="Calibri"/>
            </a:endParaRPr>
          </a:p>
        </p:txBody>
      </p:sp>
      <p:pic>
        <p:nvPicPr>
          <p:cNvPr id="7" name="object 7"/>
          <p:cNvPicPr/>
          <p:nvPr/>
        </p:nvPicPr>
        <p:blipFill>
          <a:blip r:embed="rId2" cstate="print"/>
          <a:stretch>
            <a:fillRect/>
          </a:stretch>
        </p:blipFill>
        <p:spPr>
          <a:xfrm>
            <a:off x="534923" y="1039367"/>
            <a:ext cx="3707891" cy="310896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93242" y="441096"/>
            <a:ext cx="5346700" cy="766445"/>
          </a:xfrm>
          <a:prstGeom prst="rect">
            <a:avLst/>
          </a:prstGeom>
        </p:spPr>
        <p:txBody>
          <a:bodyPr vert="horz" wrap="square" lIns="0" tIns="139065" rIns="0" bIns="0" rtlCol="0">
            <a:spAutoFit/>
          </a:bodyPr>
          <a:lstStyle/>
          <a:p>
            <a:pPr marL="12700">
              <a:lnSpc>
                <a:spcPct val="100000"/>
              </a:lnSpc>
              <a:spcBef>
                <a:spcPts val="1095"/>
              </a:spcBef>
            </a:pPr>
            <a:r>
              <a:rPr sz="1600" b="1" spc="-10" dirty="0">
                <a:solidFill>
                  <a:srgbClr val="006FC0"/>
                </a:solidFill>
                <a:latin typeface="Calibri"/>
                <a:cs typeface="Calibri"/>
              </a:rPr>
              <a:t>Performance</a:t>
            </a:r>
            <a:r>
              <a:rPr sz="1600" b="1" dirty="0">
                <a:solidFill>
                  <a:srgbClr val="006FC0"/>
                </a:solidFill>
                <a:latin typeface="Calibri"/>
                <a:cs typeface="Calibri"/>
              </a:rPr>
              <a:t> </a:t>
            </a:r>
            <a:r>
              <a:rPr sz="1600" b="1" spc="-40" dirty="0">
                <a:solidFill>
                  <a:srgbClr val="006FC0"/>
                </a:solidFill>
                <a:latin typeface="Calibri"/>
                <a:cs typeface="Calibri"/>
              </a:rPr>
              <a:t>Test</a:t>
            </a:r>
            <a:r>
              <a:rPr sz="1600" b="1" spc="-45" dirty="0">
                <a:solidFill>
                  <a:srgbClr val="006FC0"/>
                </a:solidFill>
                <a:latin typeface="Calibri"/>
                <a:cs typeface="Calibri"/>
              </a:rPr>
              <a:t> </a:t>
            </a:r>
            <a:r>
              <a:rPr sz="1600" b="1" spc="-20" dirty="0">
                <a:solidFill>
                  <a:srgbClr val="006FC0"/>
                </a:solidFill>
                <a:latin typeface="Calibri"/>
                <a:cs typeface="Calibri"/>
              </a:rPr>
              <a:t>case:</a:t>
            </a:r>
            <a:endParaRPr sz="1600">
              <a:latin typeface="Calibri"/>
              <a:cs typeface="Calibri"/>
            </a:endParaRPr>
          </a:p>
          <a:p>
            <a:pPr marL="240665" indent="-227965">
              <a:lnSpc>
                <a:spcPct val="100000"/>
              </a:lnSpc>
              <a:spcBef>
                <a:spcPts val="994"/>
              </a:spcBef>
              <a:buFont typeface="Arial MT"/>
              <a:buChar char="•"/>
              <a:tabLst>
                <a:tab pos="240665" algn="l"/>
              </a:tabLst>
            </a:pPr>
            <a:r>
              <a:rPr sz="1600" b="1" dirty="0">
                <a:solidFill>
                  <a:srgbClr val="212121"/>
                </a:solidFill>
                <a:latin typeface="Calibri"/>
                <a:cs typeface="Calibri"/>
              </a:rPr>
              <a:t>Performance</a:t>
            </a:r>
            <a:r>
              <a:rPr sz="1600" b="1" spc="195" dirty="0">
                <a:solidFill>
                  <a:srgbClr val="212121"/>
                </a:solidFill>
                <a:latin typeface="Calibri"/>
                <a:cs typeface="Calibri"/>
              </a:rPr>
              <a:t> </a:t>
            </a:r>
            <a:r>
              <a:rPr sz="1600" b="1" dirty="0">
                <a:solidFill>
                  <a:srgbClr val="212121"/>
                </a:solidFill>
                <a:latin typeface="Calibri"/>
                <a:cs typeface="Calibri"/>
              </a:rPr>
              <a:t>Testing</a:t>
            </a:r>
            <a:r>
              <a:rPr sz="1600" b="1" spc="215" dirty="0">
                <a:solidFill>
                  <a:srgbClr val="212121"/>
                </a:solidFill>
                <a:latin typeface="Calibri"/>
                <a:cs typeface="Calibri"/>
              </a:rPr>
              <a:t> </a:t>
            </a:r>
            <a:r>
              <a:rPr sz="1600" dirty="0">
                <a:solidFill>
                  <a:srgbClr val="212121"/>
                </a:solidFill>
                <a:latin typeface="Calibri"/>
                <a:cs typeface="Calibri"/>
              </a:rPr>
              <a:t>is</a:t>
            </a:r>
            <a:r>
              <a:rPr sz="1600" spc="200" dirty="0">
                <a:solidFill>
                  <a:srgbClr val="212121"/>
                </a:solidFill>
                <a:latin typeface="Calibri"/>
                <a:cs typeface="Calibri"/>
              </a:rPr>
              <a:t> </a:t>
            </a:r>
            <a:r>
              <a:rPr sz="1600" dirty="0">
                <a:solidFill>
                  <a:srgbClr val="212121"/>
                </a:solidFill>
                <a:latin typeface="Calibri"/>
                <a:cs typeface="Calibri"/>
              </a:rPr>
              <a:t>a</a:t>
            </a:r>
            <a:r>
              <a:rPr sz="1600" spc="200" dirty="0">
                <a:solidFill>
                  <a:srgbClr val="212121"/>
                </a:solidFill>
                <a:latin typeface="Calibri"/>
                <a:cs typeface="Calibri"/>
              </a:rPr>
              <a:t> </a:t>
            </a:r>
            <a:r>
              <a:rPr sz="1600" dirty="0">
                <a:solidFill>
                  <a:srgbClr val="212121"/>
                </a:solidFill>
                <a:latin typeface="Calibri"/>
                <a:cs typeface="Calibri"/>
              </a:rPr>
              <a:t>software</a:t>
            </a:r>
            <a:r>
              <a:rPr sz="1600" spc="195" dirty="0">
                <a:solidFill>
                  <a:srgbClr val="212121"/>
                </a:solidFill>
                <a:latin typeface="Calibri"/>
                <a:cs typeface="Calibri"/>
              </a:rPr>
              <a:t> </a:t>
            </a:r>
            <a:r>
              <a:rPr sz="1600" dirty="0">
                <a:solidFill>
                  <a:srgbClr val="212121"/>
                </a:solidFill>
                <a:latin typeface="Calibri"/>
                <a:cs typeface="Calibri"/>
              </a:rPr>
              <a:t>testing</a:t>
            </a:r>
            <a:r>
              <a:rPr sz="1600" spc="200" dirty="0">
                <a:solidFill>
                  <a:srgbClr val="212121"/>
                </a:solidFill>
                <a:latin typeface="Calibri"/>
                <a:cs typeface="Calibri"/>
              </a:rPr>
              <a:t> </a:t>
            </a:r>
            <a:r>
              <a:rPr sz="1600" dirty="0">
                <a:solidFill>
                  <a:srgbClr val="212121"/>
                </a:solidFill>
                <a:latin typeface="Calibri"/>
                <a:cs typeface="Calibri"/>
              </a:rPr>
              <a:t>process</a:t>
            </a:r>
            <a:r>
              <a:rPr sz="1600" spc="200" dirty="0">
                <a:solidFill>
                  <a:srgbClr val="212121"/>
                </a:solidFill>
                <a:latin typeface="Calibri"/>
                <a:cs typeface="Calibri"/>
              </a:rPr>
              <a:t> </a:t>
            </a:r>
            <a:r>
              <a:rPr sz="1600" dirty="0">
                <a:solidFill>
                  <a:srgbClr val="212121"/>
                </a:solidFill>
                <a:latin typeface="Calibri"/>
                <a:cs typeface="Calibri"/>
              </a:rPr>
              <a:t>used</a:t>
            </a:r>
            <a:r>
              <a:rPr sz="1600" spc="200" dirty="0">
                <a:solidFill>
                  <a:srgbClr val="212121"/>
                </a:solidFill>
                <a:latin typeface="Calibri"/>
                <a:cs typeface="Calibri"/>
              </a:rPr>
              <a:t> </a:t>
            </a:r>
            <a:r>
              <a:rPr sz="1600" spc="-25" dirty="0">
                <a:solidFill>
                  <a:srgbClr val="212121"/>
                </a:solidFill>
                <a:latin typeface="Calibri"/>
                <a:cs typeface="Calibri"/>
              </a:rPr>
              <a:t>for</a:t>
            </a:r>
            <a:endParaRPr sz="1600">
              <a:latin typeface="Calibri"/>
              <a:cs typeface="Calibri"/>
            </a:endParaRPr>
          </a:p>
        </p:txBody>
      </p:sp>
      <p:sp>
        <p:nvSpPr>
          <p:cNvPr id="3" name="object 3"/>
          <p:cNvSpPr txBox="1"/>
          <p:nvPr/>
        </p:nvSpPr>
        <p:spPr>
          <a:xfrm>
            <a:off x="3650741" y="1182369"/>
            <a:ext cx="456565" cy="513080"/>
          </a:xfrm>
          <a:prstGeom prst="rect">
            <a:avLst/>
          </a:prstGeom>
        </p:spPr>
        <p:txBody>
          <a:bodyPr vert="horz" wrap="square" lIns="0" tIns="12065" rIns="0" bIns="0" rtlCol="0">
            <a:spAutoFit/>
          </a:bodyPr>
          <a:lstStyle/>
          <a:p>
            <a:pPr marL="12700" marR="5080" indent="2540">
              <a:lnSpc>
                <a:spcPct val="100000"/>
              </a:lnSpc>
              <a:spcBef>
                <a:spcPts val="95"/>
              </a:spcBef>
            </a:pPr>
            <a:r>
              <a:rPr sz="1600" spc="-10" dirty="0">
                <a:solidFill>
                  <a:srgbClr val="212121"/>
                </a:solidFill>
                <a:latin typeface="Calibri"/>
                <a:cs typeface="Calibri"/>
              </a:rPr>
              <a:t>time, </a:t>
            </a:r>
            <a:r>
              <a:rPr sz="1600" dirty="0">
                <a:solidFill>
                  <a:srgbClr val="212121"/>
                </a:solidFill>
                <a:latin typeface="Calibri"/>
                <a:cs typeface="Calibri"/>
              </a:rPr>
              <a:t>of</a:t>
            </a:r>
            <a:r>
              <a:rPr sz="1600" spc="100" dirty="0">
                <a:solidFill>
                  <a:srgbClr val="212121"/>
                </a:solidFill>
                <a:latin typeface="Calibri"/>
                <a:cs typeface="Calibri"/>
              </a:rPr>
              <a:t>  </a:t>
            </a:r>
            <a:r>
              <a:rPr sz="1600" spc="-50" dirty="0">
                <a:solidFill>
                  <a:srgbClr val="212121"/>
                </a:solidFill>
                <a:latin typeface="Calibri"/>
                <a:cs typeface="Calibri"/>
              </a:rPr>
              <a:t>a</a:t>
            </a:r>
            <a:endParaRPr sz="1600">
              <a:latin typeface="Calibri"/>
              <a:cs typeface="Calibri"/>
            </a:endParaRPr>
          </a:p>
        </p:txBody>
      </p:sp>
      <p:sp>
        <p:nvSpPr>
          <p:cNvPr id="4" name="object 4"/>
          <p:cNvSpPr txBox="1"/>
          <p:nvPr/>
        </p:nvSpPr>
        <p:spPr>
          <a:xfrm>
            <a:off x="4156709" y="1182369"/>
            <a:ext cx="808355" cy="513080"/>
          </a:xfrm>
          <a:prstGeom prst="rect">
            <a:avLst/>
          </a:prstGeom>
        </p:spPr>
        <p:txBody>
          <a:bodyPr vert="horz" wrap="square" lIns="0" tIns="12065" rIns="0" bIns="0" rtlCol="0">
            <a:spAutoFit/>
          </a:bodyPr>
          <a:lstStyle/>
          <a:p>
            <a:pPr marL="12700" marR="5080" indent="100330">
              <a:lnSpc>
                <a:spcPct val="100000"/>
              </a:lnSpc>
              <a:spcBef>
                <a:spcPts val="95"/>
              </a:spcBef>
            </a:pPr>
            <a:r>
              <a:rPr sz="1600" spc="-25" dirty="0">
                <a:solidFill>
                  <a:srgbClr val="212121"/>
                </a:solidFill>
                <a:latin typeface="Calibri"/>
                <a:cs typeface="Calibri"/>
              </a:rPr>
              <a:t>stability, </a:t>
            </a:r>
            <a:r>
              <a:rPr sz="1600" spc="-10" dirty="0">
                <a:solidFill>
                  <a:srgbClr val="212121"/>
                </a:solidFill>
                <a:latin typeface="Calibri"/>
                <a:cs typeface="Calibri"/>
              </a:rPr>
              <a:t>software</a:t>
            </a:r>
            <a:endParaRPr sz="1600">
              <a:latin typeface="Calibri"/>
              <a:cs typeface="Calibri"/>
            </a:endParaRPr>
          </a:p>
        </p:txBody>
      </p:sp>
      <p:sp>
        <p:nvSpPr>
          <p:cNvPr id="5" name="object 5"/>
          <p:cNvSpPr txBox="1"/>
          <p:nvPr/>
        </p:nvSpPr>
        <p:spPr>
          <a:xfrm>
            <a:off x="5004308" y="1182369"/>
            <a:ext cx="936625" cy="513080"/>
          </a:xfrm>
          <a:prstGeom prst="rect">
            <a:avLst/>
          </a:prstGeom>
        </p:spPr>
        <p:txBody>
          <a:bodyPr vert="horz" wrap="square" lIns="0" tIns="12065" rIns="0" bIns="0" rtlCol="0">
            <a:spAutoFit/>
          </a:bodyPr>
          <a:lstStyle/>
          <a:p>
            <a:pPr marL="12700" marR="5080" indent="109220">
              <a:lnSpc>
                <a:spcPct val="100000"/>
              </a:lnSpc>
              <a:spcBef>
                <a:spcPts val="95"/>
              </a:spcBef>
            </a:pPr>
            <a:r>
              <a:rPr sz="1600" spc="-20" dirty="0">
                <a:solidFill>
                  <a:srgbClr val="212121"/>
                </a:solidFill>
                <a:latin typeface="Calibri"/>
                <a:cs typeface="Calibri"/>
              </a:rPr>
              <a:t>reliability, </a:t>
            </a:r>
            <a:r>
              <a:rPr sz="1600" spc="-10" dirty="0">
                <a:solidFill>
                  <a:srgbClr val="212121"/>
                </a:solidFill>
                <a:latin typeface="Calibri"/>
                <a:cs typeface="Calibri"/>
              </a:rPr>
              <a:t>application</a:t>
            </a:r>
            <a:endParaRPr sz="1600">
              <a:latin typeface="Calibri"/>
              <a:cs typeface="Calibri"/>
            </a:endParaRPr>
          </a:p>
        </p:txBody>
      </p:sp>
      <p:sp>
        <p:nvSpPr>
          <p:cNvPr id="6" name="object 6"/>
          <p:cNvSpPr txBox="1"/>
          <p:nvPr/>
        </p:nvSpPr>
        <p:spPr>
          <a:xfrm>
            <a:off x="821842" y="1182369"/>
            <a:ext cx="2735580" cy="756920"/>
          </a:xfrm>
          <a:prstGeom prst="rect">
            <a:avLst/>
          </a:prstGeom>
        </p:spPr>
        <p:txBody>
          <a:bodyPr vert="horz" wrap="square" lIns="0" tIns="12065" rIns="0" bIns="0" rtlCol="0">
            <a:spAutoFit/>
          </a:bodyPr>
          <a:lstStyle/>
          <a:p>
            <a:pPr marL="12700" marR="5080" algn="just">
              <a:lnSpc>
                <a:spcPct val="100000"/>
              </a:lnSpc>
              <a:spcBef>
                <a:spcPts val="95"/>
              </a:spcBef>
            </a:pPr>
            <a:r>
              <a:rPr sz="1600" dirty="0">
                <a:solidFill>
                  <a:srgbClr val="212121"/>
                </a:solidFill>
                <a:latin typeface="Calibri"/>
                <a:cs typeface="Calibri"/>
              </a:rPr>
              <a:t>testing</a:t>
            </a:r>
            <a:r>
              <a:rPr sz="1600" spc="300" dirty="0">
                <a:solidFill>
                  <a:srgbClr val="212121"/>
                </a:solidFill>
                <a:latin typeface="Calibri"/>
                <a:cs typeface="Calibri"/>
              </a:rPr>
              <a:t>  </a:t>
            </a:r>
            <a:r>
              <a:rPr sz="1600" dirty="0">
                <a:solidFill>
                  <a:srgbClr val="212121"/>
                </a:solidFill>
                <a:latin typeface="Calibri"/>
                <a:cs typeface="Calibri"/>
              </a:rPr>
              <a:t>the</a:t>
            </a:r>
            <a:r>
              <a:rPr sz="1600" spc="305" dirty="0">
                <a:solidFill>
                  <a:srgbClr val="212121"/>
                </a:solidFill>
                <a:latin typeface="Calibri"/>
                <a:cs typeface="Calibri"/>
              </a:rPr>
              <a:t>  </a:t>
            </a:r>
            <a:r>
              <a:rPr sz="1600" dirty="0">
                <a:solidFill>
                  <a:srgbClr val="212121"/>
                </a:solidFill>
                <a:latin typeface="Calibri"/>
                <a:cs typeface="Calibri"/>
              </a:rPr>
              <a:t>speed,</a:t>
            </a:r>
            <a:r>
              <a:rPr sz="1600" spc="305" dirty="0">
                <a:solidFill>
                  <a:srgbClr val="212121"/>
                </a:solidFill>
                <a:latin typeface="Calibri"/>
                <a:cs typeface="Calibri"/>
              </a:rPr>
              <a:t>  </a:t>
            </a:r>
            <a:r>
              <a:rPr sz="1600" spc="-10" dirty="0">
                <a:solidFill>
                  <a:srgbClr val="212121"/>
                </a:solidFill>
                <a:latin typeface="Calibri"/>
                <a:cs typeface="Calibri"/>
              </a:rPr>
              <a:t>response </a:t>
            </a:r>
            <a:r>
              <a:rPr sz="1600" dirty="0">
                <a:solidFill>
                  <a:srgbClr val="212121"/>
                </a:solidFill>
                <a:latin typeface="Calibri"/>
                <a:cs typeface="Calibri"/>
              </a:rPr>
              <a:t>scalability,</a:t>
            </a:r>
            <a:r>
              <a:rPr sz="1600" spc="475" dirty="0">
                <a:solidFill>
                  <a:srgbClr val="212121"/>
                </a:solidFill>
                <a:latin typeface="Calibri"/>
                <a:cs typeface="Calibri"/>
              </a:rPr>
              <a:t> </a:t>
            </a:r>
            <a:r>
              <a:rPr sz="1600" dirty="0">
                <a:solidFill>
                  <a:srgbClr val="212121"/>
                </a:solidFill>
                <a:latin typeface="Calibri"/>
                <a:cs typeface="Calibri"/>
              </a:rPr>
              <a:t>and</a:t>
            </a:r>
            <a:r>
              <a:rPr sz="1600" spc="470" dirty="0">
                <a:solidFill>
                  <a:srgbClr val="212121"/>
                </a:solidFill>
                <a:latin typeface="Calibri"/>
                <a:cs typeface="Calibri"/>
              </a:rPr>
              <a:t> </a:t>
            </a:r>
            <a:r>
              <a:rPr sz="1600" dirty="0">
                <a:solidFill>
                  <a:srgbClr val="212121"/>
                </a:solidFill>
                <a:latin typeface="Calibri"/>
                <a:cs typeface="Calibri"/>
              </a:rPr>
              <a:t>resource</a:t>
            </a:r>
            <a:r>
              <a:rPr sz="1600" spc="470" dirty="0">
                <a:solidFill>
                  <a:srgbClr val="212121"/>
                </a:solidFill>
                <a:latin typeface="Calibri"/>
                <a:cs typeface="Calibri"/>
              </a:rPr>
              <a:t> </a:t>
            </a:r>
            <a:r>
              <a:rPr sz="1600" spc="-10" dirty="0">
                <a:solidFill>
                  <a:srgbClr val="212121"/>
                </a:solidFill>
                <a:latin typeface="Calibri"/>
                <a:cs typeface="Calibri"/>
              </a:rPr>
              <a:t>usage </a:t>
            </a:r>
            <a:r>
              <a:rPr sz="1600" dirty="0">
                <a:solidFill>
                  <a:srgbClr val="212121"/>
                </a:solidFill>
                <a:latin typeface="Calibri"/>
                <a:cs typeface="Calibri"/>
              </a:rPr>
              <a:t>under</a:t>
            </a:r>
            <a:r>
              <a:rPr sz="1600" spc="-20" dirty="0">
                <a:solidFill>
                  <a:srgbClr val="212121"/>
                </a:solidFill>
                <a:latin typeface="Calibri"/>
                <a:cs typeface="Calibri"/>
              </a:rPr>
              <a:t> </a:t>
            </a:r>
            <a:r>
              <a:rPr sz="1600" dirty="0">
                <a:solidFill>
                  <a:srgbClr val="212121"/>
                </a:solidFill>
                <a:latin typeface="Calibri"/>
                <a:cs typeface="Calibri"/>
              </a:rPr>
              <a:t>a</a:t>
            </a:r>
            <a:r>
              <a:rPr sz="1600" spc="-15" dirty="0">
                <a:solidFill>
                  <a:srgbClr val="212121"/>
                </a:solidFill>
                <a:latin typeface="Calibri"/>
                <a:cs typeface="Calibri"/>
              </a:rPr>
              <a:t> </a:t>
            </a:r>
            <a:r>
              <a:rPr sz="1600" dirty="0">
                <a:solidFill>
                  <a:srgbClr val="212121"/>
                </a:solidFill>
                <a:latin typeface="Calibri"/>
                <a:cs typeface="Calibri"/>
              </a:rPr>
              <a:t>particular</a:t>
            </a:r>
            <a:r>
              <a:rPr sz="1600" spc="-25" dirty="0">
                <a:solidFill>
                  <a:srgbClr val="212121"/>
                </a:solidFill>
                <a:latin typeface="Calibri"/>
                <a:cs typeface="Calibri"/>
              </a:rPr>
              <a:t> </a:t>
            </a:r>
            <a:r>
              <a:rPr sz="1600" spc="-10" dirty="0">
                <a:solidFill>
                  <a:srgbClr val="212121"/>
                </a:solidFill>
                <a:latin typeface="Calibri"/>
                <a:cs typeface="Calibri"/>
              </a:rPr>
              <a:t>workload.</a:t>
            </a:r>
            <a:endParaRPr sz="1600">
              <a:latin typeface="Calibri"/>
              <a:cs typeface="Calibri"/>
            </a:endParaRPr>
          </a:p>
        </p:txBody>
      </p:sp>
      <p:sp>
        <p:nvSpPr>
          <p:cNvPr id="7" name="object 7"/>
          <p:cNvSpPr txBox="1"/>
          <p:nvPr/>
        </p:nvSpPr>
        <p:spPr>
          <a:xfrm>
            <a:off x="593242" y="2041601"/>
            <a:ext cx="5347335" cy="757555"/>
          </a:xfrm>
          <a:prstGeom prst="rect">
            <a:avLst/>
          </a:prstGeom>
        </p:spPr>
        <p:txBody>
          <a:bodyPr vert="horz" wrap="square" lIns="0" tIns="12065" rIns="0" bIns="0" rtlCol="0">
            <a:spAutoFit/>
          </a:bodyPr>
          <a:lstStyle/>
          <a:p>
            <a:pPr marL="241300" marR="5080" indent="-228600" algn="just">
              <a:lnSpc>
                <a:spcPct val="100000"/>
              </a:lnSpc>
              <a:spcBef>
                <a:spcPts val="95"/>
              </a:spcBef>
              <a:buFont typeface="Arial MT"/>
              <a:buChar char="•"/>
              <a:tabLst>
                <a:tab pos="241300" algn="l"/>
                <a:tab pos="242570" algn="l"/>
              </a:tabLst>
            </a:pPr>
            <a:r>
              <a:rPr sz="1600" dirty="0">
                <a:solidFill>
                  <a:srgbClr val="212121"/>
                </a:solidFill>
                <a:latin typeface="Calibri"/>
                <a:cs typeface="Calibri"/>
              </a:rPr>
              <a:t>	The</a:t>
            </a:r>
            <a:r>
              <a:rPr sz="1600" spc="170" dirty="0">
                <a:solidFill>
                  <a:srgbClr val="212121"/>
                </a:solidFill>
                <a:latin typeface="Calibri"/>
                <a:cs typeface="Calibri"/>
              </a:rPr>
              <a:t> </a:t>
            </a:r>
            <a:r>
              <a:rPr sz="1600" dirty="0">
                <a:solidFill>
                  <a:srgbClr val="212121"/>
                </a:solidFill>
                <a:latin typeface="Calibri"/>
                <a:cs typeface="Calibri"/>
              </a:rPr>
              <a:t>main</a:t>
            </a:r>
            <a:r>
              <a:rPr sz="1600" spc="175" dirty="0">
                <a:solidFill>
                  <a:srgbClr val="212121"/>
                </a:solidFill>
                <a:latin typeface="Calibri"/>
                <a:cs typeface="Calibri"/>
              </a:rPr>
              <a:t> </a:t>
            </a:r>
            <a:r>
              <a:rPr sz="1600" dirty="0">
                <a:solidFill>
                  <a:srgbClr val="212121"/>
                </a:solidFill>
                <a:latin typeface="Calibri"/>
                <a:cs typeface="Calibri"/>
              </a:rPr>
              <a:t>purpose</a:t>
            </a:r>
            <a:r>
              <a:rPr sz="1600" spc="185" dirty="0">
                <a:solidFill>
                  <a:srgbClr val="212121"/>
                </a:solidFill>
                <a:latin typeface="Calibri"/>
                <a:cs typeface="Calibri"/>
              </a:rPr>
              <a:t> </a:t>
            </a:r>
            <a:r>
              <a:rPr sz="1600" dirty="0">
                <a:solidFill>
                  <a:srgbClr val="212121"/>
                </a:solidFill>
                <a:latin typeface="Calibri"/>
                <a:cs typeface="Calibri"/>
              </a:rPr>
              <a:t>of</a:t>
            </a:r>
            <a:r>
              <a:rPr sz="1600" spc="180" dirty="0">
                <a:solidFill>
                  <a:srgbClr val="212121"/>
                </a:solidFill>
                <a:latin typeface="Calibri"/>
                <a:cs typeface="Calibri"/>
              </a:rPr>
              <a:t> </a:t>
            </a:r>
            <a:r>
              <a:rPr sz="1600" dirty="0">
                <a:solidFill>
                  <a:srgbClr val="212121"/>
                </a:solidFill>
                <a:latin typeface="Calibri"/>
                <a:cs typeface="Calibri"/>
              </a:rPr>
              <a:t>performance</a:t>
            </a:r>
            <a:r>
              <a:rPr sz="1600" spc="165" dirty="0">
                <a:solidFill>
                  <a:srgbClr val="212121"/>
                </a:solidFill>
                <a:latin typeface="Calibri"/>
                <a:cs typeface="Calibri"/>
              </a:rPr>
              <a:t> </a:t>
            </a:r>
            <a:r>
              <a:rPr sz="1600" dirty="0">
                <a:solidFill>
                  <a:srgbClr val="212121"/>
                </a:solidFill>
                <a:latin typeface="Calibri"/>
                <a:cs typeface="Calibri"/>
              </a:rPr>
              <a:t>testing</a:t>
            </a:r>
            <a:r>
              <a:rPr sz="1600" spc="170" dirty="0">
                <a:solidFill>
                  <a:srgbClr val="212121"/>
                </a:solidFill>
                <a:latin typeface="Calibri"/>
                <a:cs typeface="Calibri"/>
              </a:rPr>
              <a:t> </a:t>
            </a:r>
            <a:r>
              <a:rPr sz="1600" dirty="0">
                <a:solidFill>
                  <a:srgbClr val="212121"/>
                </a:solidFill>
                <a:latin typeface="Calibri"/>
                <a:cs typeface="Calibri"/>
              </a:rPr>
              <a:t>is</a:t>
            </a:r>
            <a:r>
              <a:rPr sz="1600" spc="170" dirty="0">
                <a:solidFill>
                  <a:srgbClr val="212121"/>
                </a:solidFill>
                <a:latin typeface="Calibri"/>
                <a:cs typeface="Calibri"/>
              </a:rPr>
              <a:t> </a:t>
            </a:r>
            <a:r>
              <a:rPr sz="1600" dirty="0">
                <a:solidFill>
                  <a:srgbClr val="212121"/>
                </a:solidFill>
                <a:latin typeface="Calibri"/>
                <a:cs typeface="Calibri"/>
              </a:rPr>
              <a:t>to</a:t>
            </a:r>
            <a:r>
              <a:rPr sz="1600" spc="175" dirty="0">
                <a:solidFill>
                  <a:srgbClr val="212121"/>
                </a:solidFill>
                <a:latin typeface="Calibri"/>
                <a:cs typeface="Calibri"/>
              </a:rPr>
              <a:t> </a:t>
            </a:r>
            <a:r>
              <a:rPr sz="1600" dirty="0">
                <a:solidFill>
                  <a:srgbClr val="212121"/>
                </a:solidFill>
                <a:latin typeface="Calibri"/>
                <a:cs typeface="Calibri"/>
              </a:rPr>
              <a:t>identify</a:t>
            </a:r>
            <a:r>
              <a:rPr sz="1600" spc="175" dirty="0">
                <a:solidFill>
                  <a:srgbClr val="212121"/>
                </a:solidFill>
                <a:latin typeface="Calibri"/>
                <a:cs typeface="Calibri"/>
              </a:rPr>
              <a:t> </a:t>
            </a:r>
            <a:r>
              <a:rPr sz="1600" spc="-25" dirty="0">
                <a:solidFill>
                  <a:srgbClr val="212121"/>
                </a:solidFill>
                <a:latin typeface="Calibri"/>
                <a:cs typeface="Calibri"/>
              </a:rPr>
              <a:t>and </a:t>
            </a:r>
            <a:r>
              <a:rPr sz="1600" dirty="0">
                <a:solidFill>
                  <a:srgbClr val="212121"/>
                </a:solidFill>
                <a:latin typeface="Calibri"/>
                <a:cs typeface="Calibri"/>
              </a:rPr>
              <a:t>eliminate</a:t>
            </a:r>
            <a:r>
              <a:rPr sz="1600" spc="175" dirty="0">
                <a:solidFill>
                  <a:srgbClr val="212121"/>
                </a:solidFill>
                <a:latin typeface="Calibri"/>
                <a:cs typeface="Calibri"/>
              </a:rPr>
              <a:t>  </a:t>
            </a:r>
            <a:r>
              <a:rPr sz="1600" dirty="0">
                <a:solidFill>
                  <a:srgbClr val="212121"/>
                </a:solidFill>
                <a:latin typeface="Calibri"/>
                <a:cs typeface="Calibri"/>
              </a:rPr>
              <a:t>the</a:t>
            </a:r>
            <a:r>
              <a:rPr sz="1600" spc="180" dirty="0">
                <a:solidFill>
                  <a:srgbClr val="212121"/>
                </a:solidFill>
                <a:latin typeface="Calibri"/>
                <a:cs typeface="Calibri"/>
              </a:rPr>
              <a:t>  </a:t>
            </a:r>
            <a:r>
              <a:rPr sz="1600" dirty="0">
                <a:solidFill>
                  <a:srgbClr val="212121"/>
                </a:solidFill>
                <a:latin typeface="Calibri"/>
                <a:cs typeface="Calibri"/>
              </a:rPr>
              <a:t>performance</a:t>
            </a:r>
            <a:r>
              <a:rPr sz="1600" spc="175" dirty="0">
                <a:solidFill>
                  <a:srgbClr val="212121"/>
                </a:solidFill>
                <a:latin typeface="Calibri"/>
                <a:cs typeface="Calibri"/>
              </a:rPr>
              <a:t>  </a:t>
            </a:r>
            <a:r>
              <a:rPr sz="1600" dirty="0">
                <a:solidFill>
                  <a:srgbClr val="212121"/>
                </a:solidFill>
                <a:latin typeface="Calibri"/>
                <a:cs typeface="Calibri"/>
              </a:rPr>
              <a:t>bottlenecks</a:t>
            </a:r>
            <a:r>
              <a:rPr sz="1600" spc="180" dirty="0">
                <a:solidFill>
                  <a:srgbClr val="212121"/>
                </a:solidFill>
                <a:latin typeface="Calibri"/>
                <a:cs typeface="Calibri"/>
              </a:rPr>
              <a:t>  </a:t>
            </a:r>
            <a:r>
              <a:rPr sz="1600" dirty="0">
                <a:solidFill>
                  <a:srgbClr val="212121"/>
                </a:solidFill>
                <a:latin typeface="Calibri"/>
                <a:cs typeface="Calibri"/>
              </a:rPr>
              <a:t>in</a:t>
            </a:r>
            <a:r>
              <a:rPr sz="1600" spc="180" dirty="0">
                <a:solidFill>
                  <a:srgbClr val="212121"/>
                </a:solidFill>
                <a:latin typeface="Calibri"/>
                <a:cs typeface="Calibri"/>
              </a:rPr>
              <a:t>  </a:t>
            </a:r>
            <a:r>
              <a:rPr sz="1600" dirty="0">
                <a:solidFill>
                  <a:srgbClr val="212121"/>
                </a:solidFill>
                <a:latin typeface="Calibri"/>
                <a:cs typeface="Calibri"/>
              </a:rPr>
              <a:t>the</a:t>
            </a:r>
            <a:r>
              <a:rPr sz="1600" spc="180" dirty="0">
                <a:solidFill>
                  <a:srgbClr val="212121"/>
                </a:solidFill>
                <a:latin typeface="Calibri"/>
                <a:cs typeface="Calibri"/>
              </a:rPr>
              <a:t>  </a:t>
            </a:r>
            <a:r>
              <a:rPr sz="1600" spc="-10" dirty="0">
                <a:solidFill>
                  <a:srgbClr val="212121"/>
                </a:solidFill>
                <a:latin typeface="Calibri"/>
                <a:cs typeface="Calibri"/>
              </a:rPr>
              <a:t>software application.</a:t>
            </a:r>
            <a:endParaRPr sz="1600">
              <a:latin typeface="Calibri"/>
              <a:cs typeface="Calibri"/>
            </a:endParaRPr>
          </a:p>
        </p:txBody>
      </p:sp>
      <p:sp>
        <p:nvSpPr>
          <p:cNvPr id="8" name="object 8"/>
          <p:cNvSpPr txBox="1"/>
          <p:nvPr/>
        </p:nvSpPr>
        <p:spPr>
          <a:xfrm>
            <a:off x="593242" y="3217290"/>
            <a:ext cx="5346700" cy="2568575"/>
          </a:xfrm>
          <a:prstGeom prst="rect">
            <a:avLst/>
          </a:prstGeom>
        </p:spPr>
        <p:txBody>
          <a:bodyPr vert="horz" wrap="square" lIns="0" tIns="12700" rIns="0" bIns="0" rtlCol="0">
            <a:spAutoFit/>
          </a:bodyPr>
          <a:lstStyle/>
          <a:p>
            <a:pPr marL="12700">
              <a:lnSpc>
                <a:spcPts val="2050"/>
              </a:lnSpc>
              <a:spcBef>
                <a:spcPts val="100"/>
              </a:spcBef>
            </a:pPr>
            <a:r>
              <a:rPr sz="1800" spc="-60" dirty="0">
                <a:solidFill>
                  <a:srgbClr val="FF0000"/>
                </a:solidFill>
                <a:latin typeface="Tahoma"/>
                <a:cs typeface="Tahoma"/>
              </a:rPr>
              <a:t>The</a:t>
            </a:r>
            <a:r>
              <a:rPr sz="1800" spc="-130" dirty="0">
                <a:solidFill>
                  <a:srgbClr val="FF0000"/>
                </a:solidFill>
                <a:latin typeface="Tahoma"/>
                <a:cs typeface="Tahoma"/>
              </a:rPr>
              <a:t> </a:t>
            </a:r>
            <a:r>
              <a:rPr sz="1800" spc="-45" dirty="0">
                <a:solidFill>
                  <a:srgbClr val="FF0000"/>
                </a:solidFill>
                <a:latin typeface="Tahoma"/>
                <a:cs typeface="Tahoma"/>
              </a:rPr>
              <a:t>focus</a:t>
            </a:r>
            <a:r>
              <a:rPr sz="1800" spc="-125" dirty="0">
                <a:solidFill>
                  <a:srgbClr val="FF0000"/>
                </a:solidFill>
                <a:latin typeface="Tahoma"/>
                <a:cs typeface="Tahoma"/>
              </a:rPr>
              <a:t> </a:t>
            </a:r>
            <a:r>
              <a:rPr sz="1800" spc="-10" dirty="0">
                <a:solidFill>
                  <a:srgbClr val="FF0000"/>
                </a:solidFill>
                <a:latin typeface="Tahoma"/>
                <a:cs typeface="Tahoma"/>
              </a:rPr>
              <a:t>of</a:t>
            </a:r>
            <a:r>
              <a:rPr sz="1800" spc="-114" dirty="0">
                <a:solidFill>
                  <a:srgbClr val="FF0000"/>
                </a:solidFill>
                <a:latin typeface="Tahoma"/>
                <a:cs typeface="Tahoma"/>
              </a:rPr>
              <a:t> </a:t>
            </a:r>
            <a:r>
              <a:rPr sz="1800" spc="-50" dirty="0">
                <a:solidFill>
                  <a:srgbClr val="FF0000"/>
                </a:solidFill>
                <a:latin typeface="Tahoma"/>
                <a:cs typeface="Tahoma"/>
              </a:rPr>
              <a:t>Performance</a:t>
            </a:r>
            <a:r>
              <a:rPr sz="1800" spc="-140" dirty="0">
                <a:solidFill>
                  <a:srgbClr val="FF0000"/>
                </a:solidFill>
                <a:latin typeface="Tahoma"/>
                <a:cs typeface="Tahoma"/>
              </a:rPr>
              <a:t> </a:t>
            </a:r>
            <a:r>
              <a:rPr sz="1800" spc="-60" dirty="0">
                <a:solidFill>
                  <a:srgbClr val="FF0000"/>
                </a:solidFill>
                <a:latin typeface="Tahoma"/>
                <a:cs typeface="Tahoma"/>
              </a:rPr>
              <a:t>Testing</a:t>
            </a:r>
            <a:r>
              <a:rPr sz="1800" spc="-145" dirty="0">
                <a:solidFill>
                  <a:srgbClr val="FF0000"/>
                </a:solidFill>
                <a:latin typeface="Tahoma"/>
                <a:cs typeface="Tahoma"/>
              </a:rPr>
              <a:t> </a:t>
            </a:r>
            <a:r>
              <a:rPr sz="1800" spc="-10" dirty="0">
                <a:solidFill>
                  <a:srgbClr val="FF0000"/>
                </a:solidFill>
                <a:latin typeface="Tahoma"/>
                <a:cs typeface="Tahoma"/>
              </a:rPr>
              <a:t>is</a:t>
            </a:r>
            <a:r>
              <a:rPr sz="1800" spc="-100" dirty="0">
                <a:solidFill>
                  <a:srgbClr val="FF0000"/>
                </a:solidFill>
                <a:latin typeface="Tahoma"/>
                <a:cs typeface="Tahoma"/>
              </a:rPr>
              <a:t> </a:t>
            </a:r>
            <a:r>
              <a:rPr sz="1800" spc="-55" dirty="0">
                <a:solidFill>
                  <a:srgbClr val="FF0000"/>
                </a:solidFill>
                <a:latin typeface="Tahoma"/>
                <a:cs typeface="Tahoma"/>
              </a:rPr>
              <a:t>checking</a:t>
            </a:r>
            <a:r>
              <a:rPr sz="1800" spc="-140" dirty="0">
                <a:solidFill>
                  <a:srgbClr val="FF0000"/>
                </a:solidFill>
                <a:latin typeface="Tahoma"/>
                <a:cs typeface="Tahoma"/>
              </a:rPr>
              <a:t> </a:t>
            </a:r>
            <a:r>
              <a:rPr sz="1800" spc="-50" dirty="0">
                <a:solidFill>
                  <a:srgbClr val="FF0000"/>
                </a:solidFill>
                <a:latin typeface="Tahoma"/>
                <a:cs typeface="Tahoma"/>
              </a:rPr>
              <a:t>a</a:t>
            </a:r>
            <a:endParaRPr sz="1800">
              <a:latin typeface="Tahoma"/>
              <a:cs typeface="Tahoma"/>
            </a:endParaRPr>
          </a:p>
          <a:p>
            <a:pPr marL="12700">
              <a:lnSpc>
                <a:spcPts val="2050"/>
              </a:lnSpc>
            </a:pPr>
            <a:r>
              <a:rPr sz="1800" spc="-50" dirty="0">
                <a:solidFill>
                  <a:srgbClr val="FF0000"/>
                </a:solidFill>
                <a:latin typeface="Tahoma"/>
                <a:cs typeface="Tahoma"/>
              </a:rPr>
              <a:t>software</a:t>
            </a:r>
            <a:r>
              <a:rPr sz="1800" spc="-105" dirty="0">
                <a:solidFill>
                  <a:srgbClr val="FF0000"/>
                </a:solidFill>
                <a:latin typeface="Tahoma"/>
                <a:cs typeface="Tahoma"/>
              </a:rPr>
              <a:t> </a:t>
            </a:r>
            <a:r>
              <a:rPr sz="1800" spc="-10" dirty="0">
                <a:solidFill>
                  <a:srgbClr val="FF0000"/>
                </a:solidFill>
                <a:latin typeface="Tahoma"/>
                <a:cs typeface="Tahoma"/>
              </a:rPr>
              <a:t>program’s</a:t>
            </a:r>
            <a:endParaRPr sz="1800">
              <a:latin typeface="Tahoma"/>
              <a:cs typeface="Tahoma"/>
            </a:endParaRPr>
          </a:p>
          <a:p>
            <a:pPr marL="12700" marR="5080">
              <a:lnSpc>
                <a:spcPct val="100000"/>
              </a:lnSpc>
              <a:spcBef>
                <a:spcPts val="950"/>
              </a:spcBef>
            </a:pPr>
            <a:r>
              <a:rPr sz="1800" spc="-20" dirty="0">
                <a:solidFill>
                  <a:srgbClr val="212121"/>
                </a:solidFill>
                <a:latin typeface="Tahoma"/>
                <a:cs typeface="Tahoma"/>
              </a:rPr>
              <a:t>Speed</a:t>
            </a:r>
            <a:r>
              <a:rPr sz="1800" spc="-40" dirty="0">
                <a:solidFill>
                  <a:srgbClr val="212121"/>
                </a:solidFill>
                <a:latin typeface="Tahoma"/>
                <a:cs typeface="Tahoma"/>
              </a:rPr>
              <a:t> </a:t>
            </a:r>
            <a:r>
              <a:rPr sz="1800" spc="85" dirty="0">
                <a:solidFill>
                  <a:srgbClr val="212121"/>
                </a:solidFill>
                <a:latin typeface="Tahoma"/>
                <a:cs typeface="Tahoma"/>
              </a:rPr>
              <a:t>–</a:t>
            </a:r>
            <a:r>
              <a:rPr sz="1800" spc="-45" dirty="0">
                <a:solidFill>
                  <a:srgbClr val="212121"/>
                </a:solidFill>
                <a:latin typeface="Tahoma"/>
                <a:cs typeface="Tahoma"/>
              </a:rPr>
              <a:t> </a:t>
            </a:r>
            <a:r>
              <a:rPr sz="1800" spc="-35" dirty="0">
                <a:solidFill>
                  <a:srgbClr val="212121"/>
                </a:solidFill>
                <a:latin typeface="Tahoma"/>
                <a:cs typeface="Tahoma"/>
              </a:rPr>
              <a:t>Determines</a:t>
            </a:r>
            <a:r>
              <a:rPr sz="1800" spc="-45" dirty="0">
                <a:solidFill>
                  <a:srgbClr val="212121"/>
                </a:solidFill>
                <a:latin typeface="Tahoma"/>
                <a:cs typeface="Tahoma"/>
              </a:rPr>
              <a:t> </a:t>
            </a:r>
            <a:r>
              <a:rPr sz="1800" spc="-25" dirty="0">
                <a:solidFill>
                  <a:srgbClr val="212121"/>
                </a:solidFill>
                <a:latin typeface="Tahoma"/>
                <a:cs typeface="Tahoma"/>
              </a:rPr>
              <a:t>whether</a:t>
            </a:r>
            <a:r>
              <a:rPr sz="1800" spc="-35" dirty="0">
                <a:solidFill>
                  <a:srgbClr val="212121"/>
                </a:solidFill>
                <a:latin typeface="Tahoma"/>
                <a:cs typeface="Tahoma"/>
              </a:rPr>
              <a:t> </a:t>
            </a:r>
            <a:r>
              <a:rPr sz="1800" dirty="0">
                <a:solidFill>
                  <a:srgbClr val="212121"/>
                </a:solidFill>
                <a:latin typeface="Tahoma"/>
                <a:cs typeface="Tahoma"/>
              </a:rPr>
              <a:t>the</a:t>
            </a:r>
            <a:r>
              <a:rPr sz="1800" spc="-50" dirty="0">
                <a:solidFill>
                  <a:srgbClr val="212121"/>
                </a:solidFill>
                <a:latin typeface="Tahoma"/>
                <a:cs typeface="Tahoma"/>
              </a:rPr>
              <a:t> </a:t>
            </a:r>
            <a:r>
              <a:rPr sz="1800" spc="-20" dirty="0">
                <a:solidFill>
                  <a:srgbClr val="212121"/>
                </a:solidFill>
                <a:latin typeface="Tahoma"/>
                <a:cs typeface="Tahoma"/>
              </a:rPr>
              <a:t>application</a:t>
            </a:r>
            <a:r>
              <a:rPr sz="1800" spc="-45" dirty="0">
                <a:solidFill>
                  <a:srgbClr val="212121"/>
                </a:solidFill>
                <a:latin typeface="Tahoma"/>
                <a:cs typeface="Tahoma"/>
              </a:rPr>
              <a:t> </a:t>
            </a:r>
            <a:r>
              <a:rPr sz="1800" spc="-30" dirty="0">
                <a:solidFill>
                  <a:srgbClr val="212121"/>
                </a:solidFill>
                <a:latin typeface="Tahoma"/>
                <a:cs typeface="Tahoma"/>
              </a:rPr>
              <a:t>responds </a:t>
            </a:r>
            <a:r>
              <a:rPr sz="1800" spc="-10" dirty="0">
                <a:solidFill>
                  <a:srgbClr val="212121"/>
                </a:solidFill>
                <a:latin typeface="Tahoma"/>
                <a:cs typeface="Tahoma"/>
              </a:rPr>
              <a:t>quickly</a:t>
            </a:r>
            <a:endParaRPr sz="1800">
              <a:latin typeface="Tahoma"/>
              <a:cs typeface="Tahoma"/>
            </a:endParaRPr>
          </a:p>
          <a:p>
            <a:pPr marL="12700" marR="5080">
              <a:lnSpc>
                <a:spcPct val="100000"/>
              </a:lnSpc>
              <a:spcBef>
                <a:spcPts val="994"/>
              </a:spcBef>
            </a:pPr>
            <a:r>
              <a:rPr sz="1800" dirty="0">
                <a:solidFill>
                  <a:srgbClr val="212121"/>
                </a:solidFill>
                <a:latin typeface="Tahoma"/>
                <a:cs typeface="Tahoma"/>
              </a:rPr>
              <a:t>Scalability</a:t>
            </a:r>
            <a:r>
              <a:rPr sz="1800" spc="120" dirty="0">
                <a:solidFill>
                  <a:srgbClr val="212121"/>
                </a:solidFill>
                <a:latin typeface="Tahoma"/>
                <a:cs typeface="Tahoma"/>
              </a:rPr>
              <a:t> </a:t>
            </a:r>
            <a:r>
              <a:rPr sz="1800" spc="85" dirty="0">
                <a:solidFill>
                  <a:srgbClr val="212121"/>
                </a:solidFill>
                <a:latin typeface="Tahoma"/>
                <a:cs typeface="Tahoma"/>
              </a:rPr>
              <a:t>–</a:t>
            </a:r>
            <a:r>
              <a:rPr sz="1800" spc="105" dirty="0">
                <a:solidFill>
                  <a:srgbClr val="212121"/>
                </a:solidFill>
                <a:latin typeface="Tahoma"/>
                <a:cs typeface="Tahoma"/>
              </a:rPr>
              <a:t> </a:t>
            </a:r>
            <a:r>
              <a:rPr sz="1800" spc="-25" dirty="0">
                <a:solidFill>
                  <a:srgbClr val="212121"/>
                </a:solidFill>
                <a:latin typeface="Tahoma"/>
                <a:cs typeface="Tahoma"/>
              </a:rPr>
              <a:t>Determines</a:t>
            </a:r>
            <a:r>
              <a:rPr sz="1800" spc="114" dirty="0">
                <a:solidFill>
                  <a:srgbClr val="212121"/>
                </a:solidFill>
                <a:latin typeface="Tahoma"/>
                <a:cs typeface="Tahoma"/>
              </a:rPr>
              <a:t> </a:t>
            </a:r>
            <a:r>
              <a:rPr sz="1800" dirty="0">
                <a:solidFill>
                  <a:srgbClr val="212121"/>
                </a:solidFill>
                <a:latin typeface="Tahoma"/>
                <a:cs typeface="Tahoma"/>
              </a:rPr>
              <a:t>the</a:t>
            </a:r>
            <a:r>
              <a:rPr sz="1800" spc="120" dirty="0">
                <a:solidFill>
                  <a:srgbClr val="212121"/>
                </a:solidFill>
                <a:latin typeface="Tahoma"/>
                <a:cs typeface="Tahoma"/>
              </a:rPr>
              <a:t> </a:t>
            </a:r>
            <a:r>
              <a:rPr sz="1800" spc="-45" dirty="0">
                <a:solidFill>
                  <a:srgbClr val="212121"/>
                </a:solidFill>
                <a:latin typeface="Tahoma"/>
                <a:cs typeface="Tahoma"/>
              </a:rPr>
              <a:t>maximum</a:t>
            </a:r>
            <a:r>
              <a:rPr sz="1800" spc="105" dirty="0">
                <a:solidFill>
                  <a:srgbClr val="212121"/>
                </a:solidFill>
                <a:latin typeface="Tahoma"/>
                <a:cs typeface="Tahoma"/>
              </a:rPr>
              <a:t> </a:t>
            </a:r>
            <a:r>
              <a:rPr sz="1800" dirty="0">
                <a:solidFill>
                  <a:srgbClr val="212121"/>
                </a:solidFill>
                <a:latin typeface="Tahoma"/>
                <a:cs typeface="Tahoma"/>
              </a:rPr>
              <a:t>user</a:t>
            </a:r>
            <a:r>
              <a:rPr sz="1800" spc="120" dirty="0">
                <a:solidFill>
                  <a:srgbClr val="212121"/>
                </a:solidFill>
                <a:latin typeface="Tahoma"/>
                <a:cs typeface="Tahoma"/>
              </a:rPr>
              <a:t> </a:t>
            </a:r>
            <a:r>
              <a:rPr sz="1800" dirty="0">
                <a:solidFill>
                  <a:srgbClr val="212121"/>
                </a:solidFill>
                <a:latin typeface="Tahoma"/>
                <a:cs typeface="Tahoma"/>
              </a:rPr>
              <a:t>load</a:t>
            </a:r>
            <a:r>
              <a:rPr sz="1800" spc="105" dirty="0">
                <a:solidFill>
                  <a:srgbClr val="212121"/>
                </a:solidFill>
                <a:latin typeface="Tahoma"/>
                <a:cs typeface="Tahoma"/>
              </a:rPr>
              <a:t> </a:t>
            </a:r>
            <a:r>
              <a:rPr sz="1800" spc="-25" dirty="0">
                <a:solidFill>
                  <a:srgbClr val="212121"/>
                </a:solidFill>
                <a:latin typeface="Tahoma"/>
                <a:cs typeface="Tahoma"/>
              </a:rPr>
              <a:t>the </a:t>
            </a:r>
            <a:r>
              <a:rPr sz="1800" spc="-55" dirty="0">
                <a:solidFill>
                  <a:srgbClr val="212121"/>
                </a:solidFill>
                <a:latin typeface="Tahoma"/>
                <a:cs typeface="Tahoma"/>
              </a:rPr>
              <a:t>software</a:t>
            </a:r>
            <a:r>
              <a:rPr sz="1800" spc="-70" dirty="0">
                <a:solidFill>
                  <a:srgbClr val="212121"/>
                </a:solidFill>
                <a:latin typeface="Tahoma"/>
                <a:cs typeface="Tahoma"/>
              </a:rPr>
              <a:t> </a:t>
            </a:r>
            <a:r>
              <a:rPr sz="1800" spc="-45" dirty="0">
                <a:solidFill>
                  <a:srgbClr val="212121"/>
                </a:solidFill>
                <a:latin typeface="Tahoma"/>
                <a:cs typeface="Tahoma"/>
              </a:rPr>
              <a:t>application</a:t>
            </a:r>
            <a:r>
              <a:rPr sz="1800" spc="-90" dirty="0">
                <a:solidFill>
                  <a:srgbClr val="212121"/>
                </a:solidFill>
                <a:latin typeface="Tahoma"/>
                <a:cs typeface="Tahoma"/>
              </a:rPr>
              <a:t> </a:t>
            </a:r>
            <a:r>
              <a:rPr sz="1800" spc="-80" dirty="0">
                <a:solidFill>
                  <a:srgbClr val="212121"/>
                </a:solidFill>
                <a:latin typeface="Tahoma"/>
                <a:cs typeface="Tahoma"/>
              </a:rPr>
              <a:t>can </a:t>
            </a:r>
            <a:r>
              <a:rPr sz="1800" spc="-10" dirty="0">
                <a:solidFill>
                  <a:srgbClr val="212121"/>
                </a:solidFill>
                <a:latin typeface="Tahoma"/>
                <a:cs typeface="Tahoma"/>
              </a:rPr>
              <a:t>handle.</a:t>
            </a:r>
            <a:endParaRPr sz="1800">
              <a:latin typeface="Tahoma"/>
              <a:cs typeface="Tahoma"/>
            </a:endParaRPr>
          </a:p>
          <a:p>
            <a:pPr marL="12700" marR="5080">
              <a:lnSpc>
                <a:spcPct val="100000"/>
              </a:lnSpc>
              <a:spcBef>
                <a:spcPts val="1010"/>
              </a:spcBef>
            </a:pPr>
            <a:r>
              <a:rPr sz="1800" dirty="0">
                <a:solidFill>
                  <a:srgbClr val="212121"/>
                </a:solidFill>
                <a:latin typeface="Tahoma"/>
                <a:cs typeface="Tahoma"/>
              </a:rPr>
              <a:t>Stability</a:t>
            </a:r>
            <a:r>
              <a:rPr sz="1800" spc="-70" dirty="0">
                <a:solidFill>
                  <a:srgbClr val="212121"/>
                </a:solidFill>
                <a:latin typeface="Tahoma"/>
                <a:cs typeface="Tahoma"/>
              </a:rPr>
              <a:t> </a:t>
            </a:r>
            <a:r>
              <a:rPr sz="1800" spc="85" dirty="0">
                <a:solidFill>
                  <a:srgbClr val="212121"/>
                </a:solidFill>
                <a:latin typeface="Tahoma"/>
                <a:cs typeface="Tahoma"/>
              </a:rPr>
              <a:t>–</a:t>
            </a:r>
            <a:r>
              <a:rPr sz="1800" spc="-75" dirty="0">
                <a:solidFill>
                  <a:srgbClr val="212121"/>
                </a:solidFill>
                <a:latin typeface="Tahoma"/>
                <a:cs typeface="Tahoma"/>
              </a:rPr>
              <a:t> </a:t>
            </a:r>
            <a:r>
              <a:rPr sz="1800" spc="-45" dirty="0">
                <a:solidFill>
                  <a:srgbClr val="212121"/>
                </a:solidFill>
                <a:latin typeface="Tahoma"/>
                <a:cs typeface="Tahoma"/>
              </a:rPr>
              <a:t>Determines</a:t>
            </a:r>
            <a:r>
              <a:rPr sz="1800" spc="-80" dirty="0">
                <a:solidFill>
                  <a:srgbClr val="212121"/>
                </a:solidFill>
                <a:latin typeface="Tahoma"/>
                <a:cs typeface="Tahoma"/>
              </a:rPr>
              <a:t> </a:t>
            </a:r>
            <a:r>
              <a:rPr sz="1800" dirty="0">
                <a:solidFill>
                  <a:srgbClr val="212121"/>
                </a:solidFill>
                <a:latin typeface="Tahoma"/>
                <a:cs typeface="Tahoma"/>
              </a:rPr>
              <a:t>if</a:t>
            </a:r>
            <a:r>
              <a:rPr sz="1800" spc="-80" dirty="0">
                <a:solidFill>
                  <a:srgbClr val="212121"/>
                </a:solidFill>
                <a:latin typeface="Tahoma"/>
                <a:cs typeface="Tahoma"/>
              </a:rPr>
              <a:t> </a:t>
            </a:r>
            <a:r>
              <a:rPr sz="1800" dirty="0">
                <a:solidFill>
                  <a:srgbClr val="212121"/>
                </a:solidFill>
                <a:latin typeface="Tahoma"/>
                <a:cs typeface="Tahoma"/>
              </a:rPr>
              <a:t>the</a:t>
            </a:r>
            <a:r>
              <a:rPr sz="1800" spc="-75" dirty="0">
                <a:solidFill>
                  <a:srgbClr val="212121"/>
                </a:solidFill>
                <a:latin typeface="Tahoma"/>
                <a:cs typeface="Tahoma"/>
              </a:rPr>
              <a:t> </a:t>
            </a:r>
            <a:r>
              <a:rPr sz="1800" spc="-35" dirty="0">
                <a:solidFill>
                  <a:srgbClr val="212121"/>
                </a:solidFill>
                <a:latin typeface="Tahoma"/>
                <a:cs typeface="Tahoma"/>
              </a:rPr>
              <a:t>application</a:t>
            </a:r>
            <a:r>
              <a:rPr sz="1800" spc="-80" dirty="0">
                <a:solidFill>
                  <a:srgbClr val="212121"/>
                </a:solidFill>
                <a:latin typeface="Tahoma"/>
                <a:cs typeface="Tahoma"/>
              </a:rPr>
              <a:t> </a:t>
            </a:r>
            <a:r>
              <a:rPr sz="1800" dirty="0">
                <a:solidFill>
                  <a:srgbClr val="212121"/>
                </a:solidFill>
                <a:latin typeface="Tahoma"/>
                <a:cs typeface="Tahoma"/>
              </a:rPr>
              <a:t>is</a:t>
            </a:r>
            <a:r>
              <a:rPr sz="1800" spc="-75" dirty="0">
                <a:solidFill>
                  <a:srgbClr val="212121"/>
                </a:solidFill>
                <a:latin typeface="Tahoma"/>
                <a:cs typeface="Tahoma"/>
              </a:rPr>
              <a:t> </a:t>
            </a:r>
            <a:r>
              <a:rPr sz="1800" spc="-25" dirty="0">
                <a:solidFill>
                  <a:srgbClr val="212121"/>
                </a:solidFill>
                <a:latin typeface="Tahoma"/>
                <a:cs typeface="Tahoma"/>
              </a:rPr>
              <a:t>stable</a:t>
            </a:r>
            <a:r>
              <a:rPr sz="1800" spc="-75" dirty="0">
                <a:solidFill>
                  <a:srgbClr val="212121"/>
                </a:solidFill>
                <a:latin typeface="Tahoma"/>
                <a:cs typeface="Tahoma"/>
              </a:rPr>
              <a:t> </a:t>
            </a:r>
            <a:r>
              <a:rPr sz="1800" spc="-20" dirty="0">
                <a:solidFill>
                  <a:srgbClr val="212121"/>
                </a:solidFill>
                <a:latin typeface="Tahoma"/>
                <a:cs typeface="Tahoma"/>
              </a:rPr>
              <a:t>under </a:t>
            </a:r>
            <a:r>
              <a:rPr sz="1800" spc="-60" dirty="0">
                <a:solidFill>
                  <a:srgbClr val="212121"/>
                </a:solidFill>
                <a:latin typeface="Tahoma"/>
                <a:cs typeface="Tahoma"/>
              </a:rPr>
              <a:t>varying</a:t>
            </a:r>
            <a:r>
              <a:rPr sz="1800" spc="-95" dirty="0">
                <a:solidFill>
                  <a:srgbClr val="212121"/>
                </a:solidFill>
                <a:latin typeface="Tahoma"/>
                <a:cs typeface="Tahoma"/>
              </a:rPr>
              <a:t> </a:t>
            </a:r>
            <a:r>
              <a:rPr sz="1800" spc="-10" dirty="0">
                <a:solidFill>
                  <a:srgbClr val="212121"/>
                </a:solidFill>
                <a:latin typeface="Tahoma"/>
                <a:cs typeface="Tahoma"/>
              </a:rPr>
              <a:t>loads</a:t>
            </a:r>
            <a:endParaRPr sz="1800">
              <a:latin typeface="Tahoma"/>
              <a:cs typeface="Tahoma"/>
            </a:endParaRPr>
          </a:p>
        </p:txBody>
      </p:sp>
      <p:sp>
        <p:nvSpPr>
          <p:cNvPr id="9" name="object 9"/>
          <p:cNvSpPr txBox="1"/>
          <p:nvPr/>
        </p:nvSpPr>
        <p:spPr>
          <a:xfrm>
            <a:off x="6251828" y="465480"/>
            <a:ext cx="5584825" cy="2854325"/>
          </a:xfrm>
          <a:prstGeom prst="rect">
            <a:avLst/>
          </a:prstGeom>
        </p:spPr>
        <p:txBody>
          <a:bodyPr vert="horz" wrap="square" lIns="0" tIns="139065" rIns="0" bIns="0" rtlCol="0">
            <a:spAutoFit/>
          </a:bodyPr>
          <a:lstStyle/>
          <a:p>
            <a:pPr marL="12700">
              <a:lnSpc>
                <a:spcPct val="100000"/>
              </a:lnSpc>
              <a:spcBef>
                <a:spcPts val="1095"/>
              </a:spcBef>
            </a:pPr>
            <a:r>
              <a:rPr sz="1600" b="1" dirty="0">
                <a:solidFill>
                  <a:srgbClr val="FF0000"/>
                </a:solidFill>
                <a:latin typeface="Calibri"/>
                <a:cs typeface="Calibri"/>
              </a:rPr>
              <a:t>Example</a:t>
            </a:r>
            <a:r>
              <a:rPr sz="1600" b="1" spc="-50" dirty="0">
                <a:solidFill>
                  <a:srgbClr val="FF0000"/>
                </a:solidFill>
                <a:latin typeface="Calibri"/>
                <a:cs typeface="Calibri"/>
              </a:rPr>
              <a:t> </a:t>
            </a:r>
            <a:r>
              <a:rPr sz="1600" b="1" spc="-10" dirty="0">
                <a:solidFill>
                  <a:srgbClr val="FF0000"/>
                </a:solidFill>
                <a:latin typeface="Calibri"/>
                <a:cs typeface="Calibri"/>
              </a:rPr>
              <a:t>Performance</a:t>
            </a:r>
            <a:r>
              <a:rPr sz="1600" b="1" spc="-5" dirty="0">
                <a:solidFill>
                  <a:srgbClr val="FF0000"/>
                </a:solidFill>
                <a:latin typeface="Calibri"/>
                <a:cs typeface="Calibri"/>
              </a:rPr>
              <a:t> </a:t>
            </a:r>
            <a:r>
              <a:rPr sz="1600" b="1" spc="-40" dirty="0">
                <a:solidFill>
                  <a:srgbClr val="FF0000"/>
                </a:solidFill>
                <a:latin typeface="Calibri"/>
                <a:cs typeface="Calibri"/>
              </a:rPr>
              <a:t>Test</a:t>
            </a:r>
            <a:r>
              <a:rPr sz="1600" b="1" spc="-50" dirty="0">
                <a:solidFill>
                  <a:srgbClr val="FF0000"/>
                </a:solidFill>
                <a:latin typeface="Calibri"/>
                <a:cs typeface="Calibri"/>
              </a:rPr>
              <a:t> </a:t>
            </a:r>
            <a:r>
              <a:rPr sz="1600" b="1" spc="-10" dirty="0">
                <a:solidFill>
                  <a:srgbClr val="FF0000"/>
                </a:solidFill>
                <a:latin typeface="Calibri"/>
                <a:cs typeface="Calibri"/>
              </a:rPr>
              <a:t>Cases</a:t>
            </a:r>
            <a:endParaRPr sz="1600">
              <a:latin typeface="Calibri"/>
              <a:cs typeface="Calibri"/>
            </a:endParaRPr>
          </a:p>
          <a:p>
            <a:pPr marL="12700" marR="5715">
              <a:lnSpc>
                <a:spcPct val="100000"/>
              </a:lnSpc>
              <a:spcBef>
                <a:spcPts val="994"/>
              </a:spcBef>
            </a:pPr>
            <a:r>
              <a:rPr sz="1600" b="1" dirty="0">
                <a:latin typeface="Calibri"/>
                <a:cs typeface="Calibri"/>
              </a:rPr>
              <a:t>Test</a:t>
            </a:r>
            <a:r>
              <a:rPr sz="1600" b="1" spc="125" dirty="0">
                <a:latin typeface="Calibri"/>
                <a:cs typeface="Calibri"/>
              </a:rPr>
              <a:t> </a:t>
            </a:r>
            <a:r>
              <a:rPr sz="1600" b="1" dirty="0">
                <a:latin typeface="Calibri"/>
                <a:cs typeface="Calibri"/>
              </a:rPr>
              <a:t>Case</a:t>
            </a:r>
            <a:r>
              <a:rPr sz="1600" b="1" spc="130" dirty="0">
                <a:latin typeface="Calibri"/>
                <a:cs typeface="Calibri"/>
              </a:rPr>
              <a:t> </a:t>
            </a:r>
            <a:r>
              <a:rPr sz="1600" b="1" dirty="0">
                <a:latin typeface="Calibri"/>
                <a:cs typeface="Calibri"/>
              </a:rPr>
              <a:t>01:</a:t>
            </a:r>
            <a:r>
              <a:rPr sz="1600" b="1" spc="140" dirty="0">
                <a:latin typeface="Calibri"/>
                <a:cs typeface="Calibri"/>
              </a:rPr>
              <a:t> </a:t>
            </a:r>
            <a:r>
              <a:rPr sz="1600" dirty="0">
                <a:latin typeface="Calibri"/>
                <a:cs typeface="Calibri"/>
              </a:rPr>
              <a:t>Verify</a:t>
            </a:r>
            <a:r>
              <a:rPr sz="1600" spc="135" dirty="0">
                <a:latin typeface="Calibri"/>
                <a:cs typeface="Calibri"/>
              </a:rPr>
              <a:t> </a:t>
            </a:r>
            <a:r>
              <a:rPr sz="1600" dirty="0">
                <a:latin typeface="Calibri"/>
                <a:cs typeface="Calibri"/>
              </a:rPr>
              <a:t>response</a:t>
            </a:r>
            <a:r>
              <a:rPr sz="1600" spc="135" dirty="0">
                <a:latin typeface="Calibri"/>
                <a:cs typeface="Calibri"/>
              </a:rPr>
              <a:t> </a:t>
            </a:r>
            <a:r>
              <a:rPr sz="1600" dirty="0">
                <a:latin typeface="Calibri"/>
                <a:cs typeface="Calibri"/>
              </a:rPr>
              <a:t>time</a:t>
            </a:r>
            <a:r>
              <a:rPr sz="1600" spc="135" dirty="0">
                <a:latin typeface="Calibri"/>
                <a:cs typeface="Calibri"/>
              </a:rPr>
              <a:t> </a:t>
            </a:r>
            <a:r>
              <a:rPr sz="1600" dirty="0">
                <a:latin typeface="Calibri"/>
                <a:cs typeface="Calibri"/>
              </a:rPr>
              <a:t>is</a:t>
            </a:r>
            <a:r>
              <a:rPr sz="1600" spc="130" dirty="0">
                <a:latin typeface="Calibri"/>
                <a:cs typeface="Calibri"/>
              </a:rPr>
              <a:t> </a:t>
            </a:r>
            <a:r>
              <a:rPr sz="1600" dirty="0">
                <a:latin typeface="Calibri"/>
                <a:cs typeface="Calibri"/>
              </a:rPr>
              <a:t>not</a:t>
            </a:r>
            <a:r>
              <a:rPr sz="1600" spc="135" dirty="0">
                <a:latin typeface="Calibri"/>
                <a:cs typeface="Calibri"/>
              </a:rPr>
              <a:t> </a:t>
            </a:r>
            <a:r>
              <a:rPr sz="1600" dirty="0">
                <a:latin typeface="Calibri"/>
                <a:cs typeface="Calibri"/>
              </a:rPr>
              <a:t>more</a:t>
            </a:r>
            <a:r>
              <a:rPr sz="1600" spc="125" dirty="0">
                <a:latin typeface="Calibri"/>
                <a:cs typeface="Calibri"/>
              </a:rPr>
              <a:t> </a:t>
            </a:r>
            <a:r>
              <a:rPr sz="1600" dirty="0">
                <a:latin typeface="Calibri"/>
                <a:cs typeface="Calibri"/>
              </a:rPr>
              <a:t>than</a:t>
            </a:r>
            <a:r>
              <a:rPr sz="1600" spc="135" dirty="0">
                <a:latin typeface="Calibri"/>
                <a:cs typeface="Calibri"/>
              </a:rPr>
              <a:t> </a:t>
            </a:r>
            <a:r>
              <a:rPr sz="1600" dirty="0">
                <a:latin typeface="Calibri"/>
                <a:cs typeface="Calibri"/>
              </a:rPr>
              <a:t>4</a:t>
            </a:r>
            <a:r>
              <a:rPr sz="1600" spc="135" dirty="0">
                <a:latin typeface="Calibri"/>
                <a:cs typeface="Calibri"/>
              </a:rPr>
              <a:t> </a:t>
            </a:r>
            <a:r>
              <a:rPr sz="1600" dirty="0">
                <a:latin typeface="Calibri"/>
                <a:cs typeface="Calibri"/>
              </a:rPr>
              <a:t>secs</a:t>
            </a:r>
            <a:r>
              <a:rPr sz="1600" spc="150" dirty="0">
                <a:latin typeface="Calibri"/>
                <a:cs typeface="Calibri"/>
              </a:rPr>
              <a:t> </a:t>
            </a:r>
            <a:r>
              <a:rPr sz="1600" spc="-20" dirty="0">
                <a:latin typeface="Calibri"/>
                <a:cs typeface="Calibri"/>
              </a:rPr>
              <a:t>when </a:t>
            </a:r>
            <a:r>
              <a:rPr sz="1600" dirty="0">
                <a:latin typeface="Calibri"/>
                <a:cs typeface="Calibri"/>
              </a:rPr>
              <a:t>1000</a:t>
            </a:r>
            <a:r>
              <a:rPr sz="1600" spc="-30" dirty="0">
                <a:latin typeface="Calibri"/>
                <a:cs typeface="Calibri"/>
              </a:rPr>
              <a:t> </a:t>
            </a:r>
            <a:r>
              <a:rPr sz="1600" dirty="0">
                <a:latin typeface="Calibri"/>
                <a:cs typeface="Calibri"/>
              </a:rPr>
              <a:t>users</a:t>
            </a:r>
            <a:r>
              <a:rPr sz="1600" spc="-50" dirty="0">
                <a:latin typeface="Calibri"/>
                <a:cs typeface="Calibri"/>
              </a:rPr>
              <a:t> </a:t>
            </a:r>
            <a:r>
              <a:rPr sz="1600" dirty="0">
                <a:latin typeface="Calibri"/>
                <a:cs typeface="Calibri"/>
              </a:rPr>
              <a:t>access</a:t>
            </a:r>
            <a:r>
              <a:rPr sz="1600" spc="-35" dirty="0">
                <a:latin typeface="Calibri"/>
                <a:cs typeface="Calibri"/>
              </a:rPr>
              <a:t> </a:t>
            </a:r>
            <a:r>
              <a:rPr sz="1600" dirty="0">
                <a:latin typeface="Calibri"/>
                <a:cs typeface="Calibri"/>
              </a:rPr>
              <a:t>the</a:t>
            </a:r>
            <a:r>
              <a:rPr sz="1600" spc="-60" dirty="0">
                <a:latin typeface="Calibri"/>
                <a:cs typeface="Calibri"/>
              </a:rPr>
              <a:t> </a:t>
            </a:r>
            <a:r>
              <a:rPr sz="1600" dirty="0">
                <a:latin typeface="Calibri"/>
                <a:cs typeface="Calibri"/>
              </a:rPr>
              <a:t>website</a:t>
            </a:r>
            <a:r>
              <a:rPr sz="1600" spc="-50" dirty="0">
                <a:latin typeface="Calibri"/>
                <a:cs typeface="Calibri"/>
              </a:rPr>
              <a:t> </a:t>
            </a:r>
            <a:r>
              <a:rPr sz="1600" spc="-10" dirty="0">
                <a:latin typeface="Calibri"/>
                <a:cs typeface="Calibri"/>
              </a:rPr>
              <a:t>simultaneously.</a:t>
            </a:r>
            <a:endParaRPr sz="1600">
              <a:latin typeface="Calibri"/>
              <a:cs typeface="Calibri"/>
            </a:endParaRPr>
          </a:p>
          <a:p>
            <a:pPr marL="12700" marR="5080">
              <a:lnSpc>
                <a:spcPct val="100000"/>
              </a:lnSpc>
              <a:spcBef>
                <a:spcPts val="1010"/>
              </a:spcBef>
            </a:pPr>
            <a:r>
              <a:rPr sz="1600" b="1" spc="-20" dirty="0">
                <a:latin typeface="Calibri"/>
                <a:cs typeface="Calibri"/>
              </a:rPr>
              <a:t>Test</a:t>
            </a:r>
            <a:r>
              <a:rPr sz="1600" b="1" spc="-25" dirty="0">
                <a:latin typeface="Calibri"/>
                <a:cs typeface="Calibri"/>
              </a:rPr>
              <a:t> </a:t>
            </a:r>
            <a:r>
              <a:rPr sz="1600" b="1" dirty="0">
                <a:latin typeface="Calibri"/>
                <a:cs typeface="Calibri"/>
              </a:rPr>
              <a:t>Case</a:t>
            </a:r>
            <a:r>
              <a:rPr sz="1600" b="1" spc="-15" dirty="0">
                <a:latin typeface="Calibri"/>
                <a:cs typeface="Calibri"/>
              </a:rPr>
              <a:t> </a:t>
            </a:r>
            <a:r>
              <a:rPr sz="1600" b="1" dirty="0">
                <a:latin typeface="Calibri"/>
                <a:cs typeface="Calibri"/>
              </a:rPr>
              <a:t>02:</a:t>
            </a:r>
            <a:r>
              <a:rPr sz="1600" b="1" spc="-20" dirty="0">
                <a:latin typeface="Calibri"/>
                <a:cs typeface="Calibri"/>
              </a:rPr>
              <a:t> </a:t>
            </a:r>
            <a:r>
              <a:rPr sz="1600" dirty="0">
                <a:latin typeface="Calibri"/>
                <a:cs typeface="Calibri"/>
              </a:rPr>
              <a:t>Verify</a:t>
            </a:r>
            <a:r>
              <a:rPr sz="1600" spc="-15" dirty="0">
                <a:latin typeface="Calibri"/>
                <a:cs typeface="Calibri"/>
              </a:rPr>
              <a:t> </a:t>
            </a:r>
            <a:r>
              <a:rPr sz="1600" dirty="0">
                <a:latin typeface="Calibri"/>
                <a:cs typeface="Calibri"/>
              </a:rPr>
              <a:t>response</a:t>
            </a:r>
            <a:r>
              <a:rPr sz="1600" spc="-20" dirty="0">
                <a:latin typeface="Calibri"/>
                <a:cs typeface="Calibri"/>
              </a:rPr>
              <a:t> </a:t>
            </a:r>
            <a:r>
              <a:rPr sz="1600" dirty="0">
                <a:latin typeface="Calibri"/>
                <a:cs typeface="Calibri"/>
              </a:rPr>
              <a:t>time</a:t>
            </a:r>
            <a:r>
              <a:rPr sz="1600" spc="-10" dirty="0">
                <a:latin typeface="Calibri"/>
                <a:cs typeface="Calibri"/>
              </a:rPr>
              <a:t> </a:t>
            </a:r>
            <a:r>
              <a:rPr sz="1600" dirty="0">
                <a:latin typeface="Calibri"/>
                <a:cs typeface="Calibri"/>
              </a:rPr>
              <a:t>of</a:t>
            </a:r>
            <a:r>
              <a:rPr sz="1600" spc="-20" dirty="0">
                <a:latin typeface="Calibri"/>
                <a:cs typeface="Calibri"/>
              </a:rPr>
              <a:t> </a:t>
            </a:r>
            <a:r>
              <a:rPr sz="1600" dirty="0">
                <a:latin typeface="Calibri"/>
                <a:cs typeface="Calibri"/>
              </a:rPr>
              <a:t>the</a:t>
            </a:r>
            <a:r>
              <a:rPr sz="1600" spc="-15" dirty="0">
                <a:latin typeface="Calibri"/>
                <a:cs typeface="Calibri"/>
              </a:rPr>
              <a:t> </a:t>
            </a:r>
            <a:r>
              <a:rPr sz="1600" dirty="0">
                <a:latin typeface="Calibri"/>
                <a:cs typeface="Calibri"/>
              </a:rPr>
              <a:t>Application</a:t>
            </a:r>
            <a:r>
              <a:rPr sz="1600" spc="-20" dirty="0">
                <a:latin typeface="Calibri"/>
                <a:cs typeface="Calibri"/>
              </a:rPr>
              <a:t> </a:t>
            </a:r>
            <a:r>
              <a:rPr sz="1600" dirty="0">
                <a:latin typeface="Calibri"/>
                <a:cs typeface="Calibri"/>
              </a:rPr>
              <a:t>Under</a:t>
            </a:r>
            <a:r>
              <a:rPr sz="1600" spc="-30" dirty="0">
                <a:latin typeface="Calibri"/>
                <a:cs typeface="Calibri"/>
              </a:rPr>
              <a:t> </a:t>
            </a:r>
            <a:r>
              <a:rPr sz="1600" dirty="0">
                <a:latin typeface="Calibri"/>
                <a:cs typeface="Calibri"/>
              </a:rPr>
              <a:t>Load</a:t>
            </a:r>
            <a:r>
              <a:rPr sz="1600" spc="-15" dirty="0">
                <a:latin typeface="Calibri"/>
                <a:cs typeface="Calibri"/>
              </a:rPr>
              <a:t> </a:t>
            </a:r>
            <a:r>
              <a:rPr sz="1600" spc="-25" dirty="0">
                <a:latin typeface="Calibri"/>
                <a:cs typeface="Calibri"/>
              </a:rPr>
              <a:t>is </a:t>
            </a:r>
            <a:r>
              <a:rPr sz="1600" dirty="0">
                <a:latin typeface="Calibri"/>
                <a:cs typeface="Calibri"/>
              </a:rPr>
              <a:t>within</a:t>
            </a:r>
            <a:r>
              <a:rPr sz="1600" spc="-45" dirty="0">
                <a:latin typeface="Calibri"/>
                <a:cs typeface="Calibri"/>
              </a:rPr>
              <a:t> </a:t>
            </a:r>
            <a:r>
              <a:rPr sz="1600" dirty="0">
                <a:latin typeface="Calibri"/>
                <a:cs typeface="Calibri"/>
              </a:rPr>
              <a:t>an</a:t>
            </a:r>
            <a:r>
              <a:rPr sz="1600" spc="-50" dirty="0">
                <a:latin typeface="Calibri"/>
                <a:cs typeface="Calibri"/>
              </a:rPr>
              <a:t> </a:t>
            </a:r>
            <a:r>
              <a:rPr sz="1600" dirty="0">
                <a:latin typeface="Calibri"/>
                <a:cs typeface="Calibri"/>
              </a:rPr>
              <a:t>acceptable</a:t>
            </a:r>
            <a:r>
              <a:rPr sz="1600" spc="-30" dirty="0">
                <a:latin typeface="Calibri"/>
                <a:cs typeface="Calibri"/>
              </a:rPr>
              <a:t> </a:t>
            </a:r>
            <a:r>
              <a:rPr sz="1600" dirty="0">
                <a:latin typeface="Calibri"/>
                <a:cs typeface="Calibri"/>
              </a:rPr>
              <a:t>range</a:t>
            </a:r>
            <a:r>
              <a:rPr sz="1600" spc="-25" dirty="0">
                <a:latin typeface="Calibri"/>
                <a:cs typeface="Calibri"/>
              </a:rPr>
              <a:t> </a:t>
            </a:r>
            <a:r>
              <a:rPr sz="1600" dirty="0">
                <a:latin typeface="Calibri"/>
                <a:cs typeface="Calibri"/>
              </a:rPr>
              <a:t>when</a:t>
            </a:r>
            <a:r>
              <a:rPr sz="1600" spc="-25" dirty="0">
                <a:latin typeface="Calibri"/>
                <a:cs typeface="Calibri"/>
              </a:rPr>
              <a:t> </a:t>
            </a:r>
            <a:r>
              <a:rPr sz="1600" dirty="0">
                <a:latin typeface="Calibri"/>
                <a:cs typeface="Calibri"/>
              </a:rPr>
              <a:t>the</a:t>
            </a:r>
            <a:r>
              <a:rPr sz="1600" spc="-40" dirty="0">
                <a:latin typeface="Calibri"/>
                <a:cs typeface="Calibri"/>
              </a:rPr>
              <a:t> </a:t>
            </a:r>
            <a:r>
              <a:rPr sz="1600" dirty="0">
                <a:latin typeface="Calibri"/>
                <a:cs typeface="Calibri"/>
              </a:rPr>
              <a:t>network</a:t>
            </a:r>
            <a:r>
              <a:rPr sz="1600" spc="5" dirty="0">
                <a:latin typeface="Calibri"/>
                <a:cs typeface="Calibri"/>
              </a:rPr>
              <a:t> </a:t>
            </a:r>
            <a:r>
              <a:rPr sz="1600" spc="-10" dirty="0">
                <a:latin typeface="Calibri"/>
                <a:cs typeface="Calibri"/>
              </a:rPr>
              <a:t>connectivity</a:t>
            </a:r>
            <a:r>
              <a:rPr sz="1600" spc="-45" dirty="0">
                <a:latin typeface="Calibri"/>
                <a:cs typeface="Calibri"/>
              </a:rPr>
              <a:t> </a:t>
            </a:r>
            <a:r>
              <a:rPr sz="1600" dirty="0">
                <a:latin typeface="Calibri"/>
                <a:cs typeface="Calibri"/>
              </a:rPr>
              <a:t>is</a:t>
            </a:r>
            <a:r>
              <a:rPr sz="1600" spc="-40" dirty="0">
                <a:latin typeface="Calibri"/>
                <a:cs typeface="Calibri"/>
              </a:rPr>
              <a:t> </a:t>
            </a:r>
            <a:r>
              <a:rPr sz="1600" spc="-20" dirty="0">
                <a:latin typeface="Calibri"/>
                <a:cs typeface="Calibri"/>
              </a:rPr>
              <a:t>slow</a:t>
            </a:r>
            <a:endParaRPr sz="1600">
              <a:latin typeface="Calibri"/>
              <a:cs typeface="Calibri"/>
            </a:endParaRPr>
          </a:p>
          <a:p>
            <a:pPr marL="12700" marR="5080">
              <a:lnSpc>
                <a:spcPct val="100000"/>
              </a:lnSpc>
              <a:spcBef>
                <a:spcPts val="1000"/>
              </a:spcBef>
            </a:pPr>
            <a:r>
              <a:rPr sz="1600" b="1" dirty="0">
                <a:latin typeface="Calibri"/>
                <a:cs typeface="Calibri"/>
              </a:rPr>
              <a:t>Test</a:t>
            </a:r>
            <a:r>
              <a:rPr sz="1600" b="1" spc="459" dirty="0">
                <a:latin typeface="Calibri"/>
                <a:cs typeface="Calibri"/>
              </a:rPr>
              <a:t> </a:t>
            </a:r>
            <a:r>
              <a:rPr sz="1600" b="1" dirty="0">
                <a:latin typeface="Calibri"/>
                <a:cs typeface="Calibri"/>
              </a:rPr>
              <a:t>Case</a:t>
            </a:r>
            <a:r>
              <a:rPr sz="1600" b="1" spc="459" dirty="0">
                <a:latin typeface="Calibri"/>
                <a:cs typeface="Calibri"/>
              </a:rPr>
              <a:t> </a:t>
            </a:r>
            <a:r>
              <a:rPr sz="1600" b="1" dirty="0">
                <a:latin typeface="Calibri"/>
                <a:cs typeface="Calibri"/>
              </a:rPr>
              <a:t>03:</a:t>
            </a:r>
            <a:r>
              <a:rPr sz="1600" b="1" spc="465" dirty="0">
                <a:latin typeface="Calibri"/>
                <a:cs typeface="Calibri"/>
              </a:rPr>
              <a:t> </a:t>
            </a:r>
            <a:r>
              <a:rPr sz="1600" dirty="0">
                <a:latin typeface="Calibri"/>
                <a:cs typeface="Calibri"/>
              </a:rPr>
              <a:t>Check</a:t>
            </a:r>
            <a:r>
              <a:rPr sz="1600" spc="455" dirty="0">
                <a:latin typeface="Calibri"/>
                <a:cs typeface="Calibri"/>
              </a:rPr>
              <a:t> </a:t>
            </a:r>
            <a:r>
              <a:rPr sz="1600" dirty="0">
                <a:latin typeface="Calibri"/>
                <a:cs typeface="Calibri"/>
              </a:rPr>
              <a:t>the</a:t>
            </a:r>
            <a:r>
              <a:rPr sz="1600" spc="470" dirty="0">
                <a:latin typeface="Calibri"/>
                <a:cs typeface="Calibri"/>
              </a:rPr>
              <a:t> </a:t>
            </a:r>
            <a:r>
              <a:rPr sz="1600" dirty="0">
                <a:latin typeface="Calibri"/>
                <a:cs typeface="Calibri"/>
              </a:rPr>
              <a:t>maximum</a:t>
            </a:r>
            <a:r>
              <a:rPr sz="1600" spc="450" dirty="0">
                <a:latin typeface="Calibri"/>
                <a:cs typeface="Calibri"/>
              </a:rPr>
              <a:t> </a:t>
            </a:r>
            <a:r>
              <a:rPr sz="1600" dirty="0">
                <a:latin typeface="Calibri"/>
                <a:cs typeface="Calibri"/>
              </a:rPr>
              <a:t>number</a:t>
            </a:r>
            <a:r>
              <a:rPr sz="1600" spc="465" dirty="0">
                <a:latin typeface="Calibri"/>
                <a:cs typeface="Calibri"/>
              </a:rPr>
              <a:t> </a:t>
            </a:r>
            <a:r>
              <a:rPr sz="1600" dirty="0">
                <a:latin typeface="Calibri"/>
                <a:cs typeface="Calibri"/>
              </a:rPr>
              <a:t>of</a:t>
            </a:r>
            <a:r>
              <a:rPr sz="1600" spc="470" dirty="0">
                <a:latin typeface="Calibri"/>
                <a:cs typeface="Calibri"/>
              </a:rPr>
              <a:t> </a:t>
            </a:r>
            <a:r>
              <a:rPr sz="1600" dirty="0">
                <a:latin typeface="Calibri"/>
                <a:cs typeface="Calibri"/>
              </a:rPr>
              <a:t>users</a:t>
            </a:r>
            <a:r>
              <a:rPr sz="1600" spc="455" dirty="0">
                <a:latin typeface="Calibri"/>
                <a:cs typeface="Calibri"/>
              </a:rPr>
              <a:t> </a:t>
            </a:r>
            <a:r>
              <a:rPr sz="1600" dirty="0">
                <a:latin typeface="Calibri"/>
                <a:cs typeface="Calibri"/>
              </a:rPr>
              <a:t>that</a:t>
            </a:r>
            <a:r>
              <a:rPr sz="1600" spc="465" dirty="0">
                <a:latin typeface="Calibri"/>
                <a:cs typeface="Calibri"/>
              </a:rPr>
              <a:t> </a:t>
            </a:r>
            <a:r>
              <a:rPr sz="1600" spc="-25" dirty="0">
                <a:latin typeface="Calibri"/>
                <a:cs typeface="Calibri"/>
              </a:rPr>
              <a:t>the </a:t>
            </a:r>
            <a:r>
              <a:rPr sz="1600" dirty="0">
                <a:latin typeface="Calibri"/>
                <a:cs typeface="Calibri"/>
              </a:rPr>
              <a:t>application</a:t>
            </a:r>
            <a:r>
              <a:rPr sz="1600" spc="-60" dirty="0">
                <a:latin typeface="Calibri"/>
                <a:cs typeface="Calibri"/>
              </a:rPr>
              <a:t> </a:t>
            </a:r>
            <a:r>
              <a:rPr sz="1600" dirty="0">
                <a:latin typeface="Calibri"/>
                <a:cs typeface="Calibri"/>
              </a:rPr>
              <a:t>can</a:t>
            </a:r>
            <a:r>
              <a:rPr sz="1600" spc="-40" dirty="0">
                <a:latin typeface="Calibri"/>
                <a:cs typeface="Calibri"/>
              </a:rPr>
              <a:t> </a:t>
            </a:r>
            <a:r>
              <a:rPr sz="1600" dirty="0">
                <a:latin typeface="Calibri"/>
                <a:cs typeface="Calibri"/>
              </a:rPr>
              <a:t>handle</a:t>
            </a:r>
            <a:r>
              <a:rPr sz="1600" spc="-50" dirty="0">
                <a:latin typeface="Calibri"/>
                <a:cs typeface="Calibri"/>
              </a:rPr>
              <a:t> </a:t>
            </a:r>
            <a:r>
              <a:rPr sz="1600" spc="-10" dirty="0">
                <a:latin typeface="Calibri"/>
                <a:cs typeface="Calibri"/>
              </a:rPr>
              <a:t>before</a:t>
            </a:r>
            <a:r>
              <a:rPr sz="1600" spc="-15" dirty="0">
                <a:latin typeface="Calibri"/>
                <a:cs typeface="Calibri"/>
              </a:rPr>
              <a:t> </a:t>
            </a:r>
            <a:r>
              <a:rPr sz="1600" dirty="0">
                <a:latin typeface="Calibri"/>
                <a:cs typeface="Calibri"/>
              </a:rPr>
              <a:t>it</a:t>
            </a:r>
            <a:r>
              <a:rPr sz="1600" spc="-30" dirty="0">
                <a:latin typeface="Calibri"/>
                <a:cs typeface="Calibri"/>
              </a:rPr>
              <a:t> </a:t>
            </a:r>
            <a:r>
              <a:rPr sz="1600" spc="-10" dirty="0">
                <a:latin typeface="Calibri"/>
                <a:cs typeface="Calibri"/>
              </a:rPr>
              <a:t>crashes.</a:t>
            </a:r>
            <a:endParaRPr sz="1600">
              <a:latin typeface="Calibri"/>
              <a:cs typeface="Calibri"/>
            </a:endParaRPr>
          </a:p>
          <a:p>
            <a:pPr marL="12700" marR="5080">
              <a:lnSpc>
                <a:spcPct val="100000"/>
              </a:lnSpc>
              <a:spcBef>
                <a:spcPts val="994"/>
              </a:spcBef>
            </a:pPr>
            <a:r>
              <a:rPr sz="1600" b="1" spc="-25" dirty="0">
                <a:latin typeface="Calibri"/>
                <a:cs typeface="Calibri"/>
              </a:rPr>
              <a:t>Test</a:t>
            </a:r>
            <a:r>
              <a:rPr sz="1600" b="1" spc="-30" dirty="0">
                <a:latin typeface="Calibri"/>
                <a:cs typeface="Calibri"/>
              </a:rPr>
              <a:t> </a:t>
            </a:r>
            <a:r>
              <a:rPr sz="1600" b="1" dirty="0">
                <a:latin typeface="Calibri"/>
                <a:cs typeface="Calibri"/>
              </a:rPr>
              <a:t>Case</a:t>
            </a:r>
            <a:r>
              <a:rPr sz="1600" b="1" spc="-20" dirty="0">
                <a:latin typeface="Calibri"/>
                <a:cs typeface="Calibri"/>
              </a:rPr>
              <a:t> </a:t>
            </a:r>
            <a:r>
              <a:rPr sz="1600" b="1" dirty="0">
                <a:latin typeface="Calibri"/>
                <a:cs typeface="Calibri"/>
              </a:rPr>
              <a:t>04:</a:t>
            </a:r>
            <a:r>
              <a:rPr sz="1600" b="1" spc="-20" dirty="0">
                <a:latin typeface="Calibri"/>
                <a:cs typeface="Calibri"/>
              </a:rPr>
              <a:t> </a:t>
            </a:r>
            <a:r>
              <a:rPr sz="1600" dirty="0">
                <a:latin typeface="Calibri"/>
                <a:cs typeface="Calibri"/>
              </a:rPr>
              <a:t>Check</a:t>
            </a:r>
            <a:r>
              <a:rPr sz="1600" spc="-25" dirty="0">
                <a:latin typeface="Calibri"/>
                <a:cs typeface="Calibri"/>
              </a:rPr>
              <a:t> </a:t>
            </a:r>
            <a:r>
              <a:rPr sz="1600" dirty="0">
                <a:latin typeface="Calibri"/>
                <a:cs typeface="Calibri"/>
              </a:rPr>
              <a:t>database</a:t>
            </a:r>
            <a:r>
              <a:rPr sz="1600" spc="-20" dirty="0">
                <a:latin typeface="Calibri"/>
                <a:cs typeface="Calibri"/>
              </a:rPr>
              <a:t> </a:t>
            </a:r>
            <a:r>
              <a:rPr sz="1600" spc="-10" dirty="0">
                <a:latin typeface="Calibri"/>
                <a:cs typeface="Calibri"/>
              </a:rPr>
              <a:t>execution</a:t>
            </a:r>
            <a:r>
              <a:rPr sz="1600" spc="-20" dirty="0">
                <a:latin typeface="Calibri"/>
                <a:cs typeface="Calibri"/>
              </a:rPr>
              <a:t> </a:t>
            </a:r>
            <a:r>
              <a:rPr sz="1600" dirty="0">
                <a:latin typeface="Calibri"/>
                <a:cs typeface="Calibri"/>
              </a:rPr>
              <a:t>time</a:t>
            </a:r>
            <a:r>
              <a:rPr sz="1600" spc="-5" dirty="0">
                <a:latin typeface="Calibri"/>
                <a:cs typeface="Calibri"/>
              </a:rPr>
              <a:t> </a:t>
            </a:r>
            <a:r>
              <a:rPr sz="1600" dirty="0">
                <a:latin typeface="Calibri"/>
                <a:cs typeface="Calibri"/>
              </a:rPr>
              <a:t>when</a:t>
            </a:r>
            <a:r>
              <a:rPr sz="1600" spc="-10" dirty="0">
                <a:latin typeface="Calibri"/>
                <a:cs typeface="Calibri"/>
              </a:rPr>
              <a:t> </a:t>
            </a:r>
            <a:r>
              <a:rPr sz="1600" dirty="0">
                <a:latin typeface="Calibri"/>
                <a:cs typeface="Calibri"/>
              </a:rPr>
              <a:t>500</a:t>
            </a:r>
            <a:r>
              <a:rPr sz="1600" spc="-5" dirty="0">
                <a:latin typeface="Calibri"/>
                <a:cs typeface="Calibri"/>
              </a:rPr>
              <a:t> </a:t>
            </a:r>
            <a:r>
              <a:rPr sz="1600" dirty="0">
                <a:latin typeface="Calibri"/>
                <a:cs typeface="Calibri"/>
              </a:rPr>
              <a:t>records</a:t>
            </a:r>
            <a:r>
              <a:rPr sz="1600" spc="-10" dirty="0">
                <a:latin typeface="Calibri"/>
                <a:cs typeface="Calibri"/>
              </a:rPr>
              <a:t> </a:t>
            </a:r>
            <a:r>
              <a:rPr sz="1600" spc="-25" dirty="0">
                <a:latin typeface="Calibri"/>
                <a:cs typeface="Calibri"/>
              </a:rPr>
              <a:t>are </a:t>
            </a:r>
            <a:r>
              <a:rPr sz="1600" spc="-10" dirty="0">
                <a:latin typeface="Calibri"/>
                <a:cs typeface="Calibri"/>
              </a:rPr>
              <a:t>read/written</a:t>
            </a:r>
            <a:r>
              <a:rPr sz="1600" spc="-20" dirty="0">
                <a:latin typeface="Calibri"/>
                <a:cs typeface="Calibri"/>
              </a:rPr>
              <a:t> </a:t>
            </a:r>
            <a:r>
              <a:rPr sz="1600" spc="-10" dirty="0">
                <a:latin typeface="Calibri"/>
                <a:cs typeface="Calibri"/>
              </a:rPr>
              <a:t>simultaneously.</a:t>
            </a:r>
            <a:endParaRPr sz="1600">
              <a:latin typeface="Calibri"/>
              <a:cs typeface="Calibri"/>
            </a:endParaRPr>
          </a:p>
        </p:txBody>
      </p:sp>
      <p:sp>
        <p:nvSpPr>
          <p:cNvPr id="10" name="object 10"/>
          <p:cNvSpPr txBox="1"/>
          <p:nvPr/>
        </p:nvSpPr>
        <p:spPr>
          <a:xfrm>
            <a:off x="6251828" y="3423030"/>
            <a:ext cx="5587365" cy="1497330"/>
          </a:xfrm>
          <a:prstGeom prst="rect">
            <a:avLst/>
          </a:prstGeom>
        </p:spPr>
        <p:txBody>
          <a:bodyPr vert="horz" wrap="square" lIns="0" tIns="12065" rIns="0" bIns="0" rtlCol="0">
            <a:spAutoFit/>
          </a:bodyPr>
          <a:lstStyle/>
          <a:p>
            <a:pPr marL="12700" marR="5080">
              <a:lnSpc>
                <a:spcPct val="100000"/>
              </a:lnSpc>
              <a:spcBef>
                <a:spcPts val="95"/>
              </a:spcBef>
            </a:pPr>
            <a:r>
              <a:rPr sz="1600" b="1" spc="-10" dirty="0">
                <a:latin typeface="Calibri"/>
                <a:cs typeface="Calibri"/>
              </a:rPr>
              <a:t>Test</a:t>
            </a:r>
            <a:r>
              <a:rPr sz="1600" b="1" spc="10" dirty="0">
                <a:latin typeface="Calibri"/>
                <a:cs typeface="Calibri"/>
              </a:rPr>
              <a:t> </a:t>
            </a:r>
            <a:r>
              <a:rPr sz="1600" b="1" dirty="0">
                <a:latin typeface="Calibri"/>
                <a:cs typeface="Calibri"/>
              </a:rPr>
              <a:t>Case</a:t>
            </a:r>
            <a:r>
              <a:rPr sz="1600" b="1" spc="15" dirty="0">
                <a:latin typeface="Calibri"/>
                <a:cs typeface="Calibri"/>
              </a:rPr>
              <a:t> </a:t>
            </a:r>
            <a:r>
              <a:rPr sz="1600" b="1" dirty="0">
                <a:latin typeface="Calibri"/>
                <a:cs typeface="Calibri"/>
              </a:rPr>
              <a:t>05:</a:t>
            </a:r>
            <a:r>
              <a:rPr sz="1600" b="1" spc="20" dirty="0">
                <a:latin typeface="Calibri"/>
                <a:cs typeface="Calibri"/>
              </a:rPr>
              <a:t> </a:t>
            </a:r>
            <a:r>
              <a:rPr sz="1600" dirty="0">
                <a:latin typeface="Calibri"/>
                <a:cs typeface="Calibri"/>
              </a:rPr>
              <a:t>Check</a:t>
            </a:r>
            <a:r>
              <a:rPr sz="1600" spc="10" dirty="0">
                <a:latin typeface="Calibri"/>
                <a:cs typeface="Calibri"/>
              </a:rPr>
              <a:t> </a:t>
            </a:r>
            <a:r>
              <a:rPr sz="1600" dirty="0">
                <a:latin typeface="Calibri"/>
                <a:cs typeface="Calibri"/>
              </a:rPr>
              <a:t>CPU</a:t>
            </a:r>
            <a:r>
              <a:rPr sz="1600" spc="20" dirty="0">
                <a:latin typeface="Calibri"/>
                <a:cs typeface="Calibri"/>
              </a:rPr>
              <a:t> </a:t>
            </a:r>
            <a:r>
              <a:rPr sz="1600" dirty="0">
                <a:latin typeface="Calibri"/>
                <a:cs typeface="Calibri"/>
              </a:rPr>
              <a:t>and</a:t>
            </a:r>
            <a:r>
              <a:rPr sz="1600" spc="20" dirty="0">
                <a:latin typeface="Calibri"/>
                <a:cs typeface="Calibri"/>
              </a:rPr>
              <a:t> </a:t>
            </a:r>
            <a:r>
              <a:rPr sz="1600" dirty="0">
                <a:latin typeface="Calibri"/>
                <a:cs typeface="Calibri"/>
              </a:rPr>
              <a:t>memory</a:t>
            </a:r>
            <a:r>
              <a:rPr sz="1600" spc="15" dirty="0">
                <a:latin typeface="Calibri"/>
                <a:cs typeface="Calibri"/>
              </a:rPr>
              <a:t> </a:t>
            </a:r>
            <a:r>
              <a:rPr sz="1600" dirty="0">
                <a:latin typeface="Calibri"/>
                <a:cs typeface="Calibri"/>
              </a:rPr>
              <a:t>usage</a:t>
            </a:r>
            <a:r>
              <a:rPr sz="1600" spc="15" dirty="0">
                <a:latin typeface="Calibri"/>
                <a:cs typeface="Calibri"/>
              </a:rPr>
              <a:t> </a:t>
            </a:r>
            <a:r>
              <a:rPr sz="1600" dirty="0">
                <a:latin typeface="Calibri"/>
                <a:cs typeface="Calibri"/>
              </a:rPr>
              <a:t>of</a:t>
            </a:r>
            <a:r>
              <a:rPr sz="1600" spc="20" dirty="0">
                <a:latin typeface="Calibri"/>
                <a:cs typeface="Calibri"/>
              </a:rPr>
              <a:t> </a:t>
            </a:r>
            <a:r>
              <a:rPr sz="1600" dirty="0">
                <a:latin typeface="Calibri"/>
                <a:cs typeface="Calibri"/>
              </a:rPr>
              <a:t>the</a:t>
            </a:r>
            <a:r>
              <a:rPr sz="1600" spc="15" dirty="0">
                <a:latin typeface="Calibri"/>
                <a:cs typeface="Calibri"/>
              </a:rPr>
              <a:t> </a:t>
            </a:r>
            <a:r>
              <a:rPr sz="1600" dirty="0">
                <a:latin typeface="Calibri"/>
                <a:cs typeface="Calibri"/>
              </a:rPr>
              <a:t>application</a:t>
            </a:r>
            <a:r>
              <a:rPr sz="1600" spc="10" dirty="0">
                <a:latin typeface="Calibri"/>
                <a:cs typeface="Calibri"/>
              </a:rPr>
              <a:t> </a:t>
            </a:r>
            <a:r>
              <a:rPr sz="1600" spc="-25" dirty="0">
                <a:latin typeface="Calibri"/>
                <a:cs typeface="Calibri"/>
              </a:rPr>
              <a:t>and </a:t>
            </a:r>
            <a:r>
              <a:rPr sz="1600" dirty="0">
                <a:latin typeface="Calibri"/>
                <a:cs typeface="Calibri"/>
              </a:rPr>
              <a:t>the</a:t>
            </a:r>
            <a:r>
              <a:rPr sz="1600" spc="-45" dirty="0">
                <a:latin typeface="Calibri"/>
                <a:cs typeface="Calibri"/>
              </a:rPr>
              <a:t> </a:t>
            </a:r>
            <a:r>
              <a:rPr sz="1600" dirty="0">
                <a:latin typeface="Calibri"/>
                <a:cs typeface="Calibri"/>
              </a:rPr>
              <a:t>database</a:t>
            </a:r>
            <a:r>
              <a:rPr sz="1600" spc="-40" dirty="0">
                <a:latin typeface="Calibri"/>
                <a:cs typeface="Calibri"/>
              </a:rPr>
              <a:t> </a:t>
            </a:r>
            <a:r>
              <a:rPr sz="1600" dirty="0">
                <a:latin typeface="Calibri"/>
                <a:cs typeface="Calibri"/>
              </a:rPr>
              <a:t>server</a:t>
            </a:r>
            <a:r>
              <a:rPr sz="1600" spc="-15" dirty="0">
                <a:latin typeface="Calibri"/>
                <a:cs typeface="Calibri"/>
              </a:rPr>
              <a:t> </a:t>
            </a:r>
            <a:r>
              <a:rPr sz="1600" dirty="0">
                <a:latin typeface="Calibri"/>
                <a:cs typeface="Calibri"/>
              </a:rPr>
              <a:t>under</a:t>
            </a:r>
            <a:r>
              <a:rPr sz="1600" spc="-30" dirty="0">
                <a:latin typeface="Calibri"/>
                <a:cs typeface="Calibri"/>
              </a:rPr>
              <a:t> </a:t>
            </a:r>
            <a:r>
              <a:rPr sz="1600" dirty="0">
                <a:latin typeface="Calibri"/>
                <a:cs typeface="Calibri"/>
              </a:rPr>
              <a:t>peak</a:t>
            </a:r>
            <a:r>
              <a:rPr sz="1600" spc="-30" dirty="0">
                <a:latin typeface="Calibri"/>
                <a:cs typeface="Calibri"/>
              </a:rPr>
              <a:t> </a:t>
            </a:r>
            <a:r>
              <a:rPr sz="1600" dirty="0">
                <a:latin typeface="Calibri"/>
                <a:cs typeface="Calibri"/>
              </a:rPr>
              <a:t>load</a:t>
            </a:r>
            <a:r>
              <a:rPr sz="1600" spc="-40" dirty="0">
                <a:latin typeface="Calibri"/>
                <a:cs typeface="Calibri"/>
              </a:rPr>
              <a:t> </a:t>
            </a:r>
            <a:r>
              <a:rPr sz="1600" spc="-10" dirty="0">
                <a:latin typeface="Calibri"/>
                <a:cs typeface="Calibri"/>
              </a:rPr>
              <a:t>conditions</a:t>
            </a:r>
            <a:endParaRPr sz="1600">
              <a:latin typeface="Calibri"/>
              <a:cs typeface="Calibri"/>
            </a:endParaRPr>
          </a:p>
          <a:p>
            <a:pPr marL="12700" marR="6985">
              <a:lnSpc>
                <a:spcPct val="100000"/>
              </a:lnSpc>
              <a:spcBef>
                <a:spcPts val="994"/>
              </a:spcBef>
            </a:pPr>
            <a:r>
              <a:rPr sz="1600" b="1" spc="-30" dirty="0">
                <a:latin typeface="Calibri"/>
                <a:cs typeface="Calibri"/>
              </a:rPr>
              <a:t>Test</a:t>
            </a:r>
            <a:r>
              <a:rPr sz="1600" b="1" spc="-55" dirty="0">
                <a:latin typeface="Calibri"/>
                <a:cs typeface="Calibri"/>
              </a:rPr>
              <a:t> </a:t>
            </a:r>
            <a:r>
              <a:rPr sz="1600" b="1" dirty="0">
                <a:latin typeface="Calibri"/>
                <a:cs typeface="Calibri"/>
              </a:rPr>
              <a:t>Case</a:t>
            </a:r>
            <a:r>
              <a:rPr sz="1600" b="1" spc="-45" dirty="0">
                <a:latin typeface="Calibri"/>
                <a:cs typeface="Calibri"/>
              </a:rPr>
              <a:t> </a:t>
            </a:r>
            <a:r>
              <a:rPr sz="1600" b="1" dirty="0">
                <a:latin typeface="Calibri"/>
                <a:cs typeface="Calibri"/>
              </a:rPr>
              <a:t>06:</a:t>
            </a:r>
            <a:r>
              <a:rPr sz="1600" b="1" spc="-30" dirty="0">
                <a:latin typeface="Calibri"/>
                <a:cs typeface="Calibri"/>
              </a:rPr>
              <a:t> </a:t>
            </a:r>
            <a:r>
              <a:rPr sz="1600" spc="-10" dirty="0">
                <a:latin typeface="Calibri"/>
                <a:cs typeface="Calibri"/>
              </a:rPr>
              <a:t>Verify</a:t>
            </a:r>
            <a:r>
              <a:rPr sz="1600" spc="-40" dirty="0">
                <a:latin typeface="Calibri"/>
                <a:cs typeface="Calibri"/>
              </a:rPr>
              <a:t> </a:t>
            </a:r>
            <a:r>
              <a:rPr sz="1600" dirty="0">
                <a:latin typeface="Calibri"/>
                <a:cs typeface="Calibri"/>
              </a:rPr>
              <a:t>the</a:t>
            </a:r>
            <a:r>
              <a:rPr sz="1600" spc="-30" dirty="0">
                <a:latin typeface="Calibri"/>
                <a:cs typeface="Calibri"/>
              </a:rPr>
              <a:t> </a:t>
            </a:r>
            <a:r>
              <a:rPr sz="1600" dirty="0">
                <a:latin typeface="Calibri"/>
                <a:cs typeface="Calibri"/>
              </a:rPr>
              <a:t>response</a:t>
            </a:r>
            <a:r>
              <a:rPr sz="1600" spc="-35" dirty="0">
                <a:latin typeface="Calibri"/>
                <a:cs typeface="Calibri"/>
              </a:rPr>
              <a:t> </a:t>
            </a:r>
            <a:r>
              <a:rPr sz="1600" dirty="0">
                <a:latin typeface="Calibri"/>
                <a:cs typeface="Calibri"/>
              </a:rPr>
              <a:t>time</a:t>
            </a:r>
            <a:r>
              <a:rPr sz="1600" spc="-35" dirty="0">
                <a:latin typeface="Calibri"/>
                <a:cs typeface="Calibri"/>
              </a:rPr>
              <a:t> </a:t>
            </a:r>
            <a:r>
              <a:rPr sz="1600" dirty="0">
                <a:latin typeface="Calibri"/>
                <a:cs typeface="Calibri"/>
              </a:rPr>
              <a:t>of</a:t>
            </a:r>
            <a:r>
              <a:rPr sz="1600" spc="-40" dirty="0">
                <a:latin typeface="Calibri"/>
                <a:cs typeface="Calibri"/>
              </a:rPr>
              <a:t> </a:t>
            </a:r>
            <a:r>
              <a:rPr sz="1600" dirty="0">
                <a:latin typeface="Calibri"/>
                <a:cs typeface="Calibri"/>
              </a:rPr>
              <a:t>the</a:t>
            </a:r>
            <a:r>
              <a:rPr sz="1600" spc="-45" dirty="0">
                <a:latin typeface="Calibri"/>
                <a:cs typeface="Calibri"/>
              </a:rPr>
              <a:t> </a:t>
            </a:r>
            <a:r>
              <a:rPr sz="1600" dirty="0">
                <a:latin typeface="Calibri"/>
                <a:cs typeface="Calibri"/>
              </a:rPr>
              <a:t>application</a:t>
            </a:r>
            <a:r>
              <a:rPr sz="1600" spc="-35" dirty="0">
                <a:latin typeface="Calibri"/>
                <a:cs typeface="Calibri"/>
              </a:rPr>
              <a:t> </a:t>
            </a:r>
            <a:r>
              <a:rPr sz="1600" dirty="0">
                <a:latin typeface="Calibri"/>
                <a:cs typeface="Calibri"/>
              </a:rPr>
              <a:t>under</a:t>
            </a:r>
            <a:r>
              <a:rPr sz="1600" spc="-45" dirty="0">
                <a:latin typeface="Calibri"/>
                <a:cs typeface="Calibri"/>
              </a:rPr>
              <a:t> </a:t>
            </a:r>
            <a:r>
              <a:rPr sz="1600" spc="-20" dirty="0">
                <a:latin typeface="Calibri"/>
                <a:cs typeface="Calibri"/>
              </a:rPr>
              <a:t>low, </a:t>
            </a:r>
            <a:r>
              <a:rPr sz="1600" dirty="0">
                <a:latin typeface="Calibri"/>
                <a:cs typeface="Calibri"/>
              </a:rPr>
              <a:t>normal,</a:t>
            </a:r>
            <a:r>
              <a:rPr sz="1600" spc="-30" dirty="0">
                <a:latin typeface="Calibri"/>
                <a:cs typeface="Calibri"/>
              </a:rPr>
              <a:t> </a:t>
            </a:r>
            <a:r>
              <a:rPr sz="1600" spc="-10" dirty="0">
                <a:latin typeface="Calibri"/>
                <a:cs typeface="Calibri"/>
              </a:rPr>
              <a:t>moderate,</a:t>
            </a:r>
            <a:r>
              <a:rPr sz="1600" spc="-15" dirty="0">
                <a:latin typeface="Calibri"/>
                <a:cs typeface="Calibri"/>
              </a:rPr>
              <a:t> </a:t>
            </a:r>
            <a:r>
              <a:rPr sz="1600" dirty="0">
                <a:latin typeface="Calibri"/>
                <a:cs typeface="Calibri"/>
              </a:rPr>
              <a:t>and</a:t>
            </a:r>
            <a:r>
              <a:rPr sz="1600" spc="-45" dirty="0">
                <a:latin typeface="Calibri"/>
                <a:cs typeface="Calibri"/>
              </a:rPr>
              <a:t> </a:t>
            </a:r>
            <a:r>
              <a:rPr sz="1600" dirty="0">
                <a:latin typeface="Calibri"/>
                <a:cs typeface="Calibri"/>
              </a:rPr>
              <a:t>heavy</a:t>
            </a:r>
            <a:r>
              <a:rPr sz="1600" spc="-35" dirty="0">
                <a:latin typeface="Calibri"/>
                <a:cs typeface="Calibri"/>
              </a:rPr>
              <a:t> </a:t>
            </a:r>
            <a:r>
              <a:rPr sz="1600" dirty="0">
                <a:latin typeface="Calibri"/>
                <a:cs typeface="Calibri"/>
              </a:rPr>
              <a:t>load</a:t>
            </a:r>
            <a:r>
              <a:rPr sz="1600" spc="-40" dirty="0">
                <a:latin typeface="Calibri"/>
                <a:cs typeface="Calibri"/>
              </a:rPr>
              <a:t> </a:t>
            </a:r>
            <a:r>
              <a:rPr sz="1600" spc="-10" dirty="0">
                <a:latin typeface="Calibri"/>
                <a:cs typeface="Calibri"/>
              </a:rPr>
              <a:t>conditions.</a:t>
            </a:r>
            <a:endParaRPr sz="1600">
              <a:latin typeface="Calibri"/>
              <a:cs typeface="Calibri"/>
            </a:endParaRPr>
          </a:p>
          <a:p>
            <a:pPr marL="12700">
              <a:lnSpc>
                <a:spcPct val="100000"/>
              </a:lnSpc>
              <a:spcBef>
                <a:spcPts val="1000"/>
              </a:spcBef>
            </a:pPr>
            <a:r>
              <a:rPr sz="1600" b="1" spc="-10" dirty="0">
                <a:latin typeface="Calibri"/>
                <a:cs typeface="Calibri"/>
              </a:rPr>
              <a:t>Refer</a:t>
            </a:r>
            <a:r>
              <a:rPr sz="1600" b="1" spc="-35" dirty="0">
                <a:latin typeface="Calibri"/>
                <a:cs typeface="Calibri"/>
              </a:rPr>
              <a:t> </a:t>
            </a:r>
            <a:r>
              <a:rPr sz="1600" b="1" dirty="0">
                <a:latin typeface="Calibri"/>
                <a:cs typeface="Calibri"/>
              </a:rPr>
              <a:t>link</a:t>
            </a:r>
            <a:r>
              <a:rPr sz="1600" b="1" spc="-50" dirty="0">
                <a:latin typeface="Calibri"/>
                <a:cs typeface="Calibri"/>
              </a:rPr>
              <a:t> </a:t>
            </a:r>
            <a:r>
              <a:rPr sz="1600" b="1" dirty="0">
                <a:latin typeface="Calibri"/>
                <a:cs typeface="Calibri"/>
              </a:rPr>
              <a:t>for</a:t>
            </a:r>
            <a:r>
              <a:rPr sz="1600" b="1" spc="-15" dirty="0">
                <a:latin typeface="Calibri"/>
                <a:cs typeface="Calibri"/>
              </a:rPr>
              <a:t> </a:t>
            </a:r>
            <a:r>
              <a:rPr sz="1600" b="1" spc="-10" dirty="0">
                <a:latin typeface="Calibri"/>
                <a:cs typeface="Calibri"/>
              </a:rPr>
              <a:t>tools:</a:t>
            </a:r>
            <a:endParaRPr sz="1600">
              <a:latin typeface="Calibri"/>
              <a:cs typeface="Calibri"/>
            </a:endParaRPr>
          </a:p>
        </p:txBody>
      </p:sp>
      <p:sp>
        <p:nvSpPr>
          <p:cNvPr id="11" name="object 11"/>
          <p:cNvSpPr txBox="1"/>
          <p:nvPr/>
        </p:nvSpPr>
        <p:spPr>
          <a:xfrm>
            <a:off x="6251828" y="5023180"/>
            <a:ext cx="5135245" cy="269240"/>
          </a:xfrm>
          <a:prstGeom prst="rect">
            <a:avLst/>
          </a:prstGeom>
        </p:spPr>
        <p:txBody>
          <a:bodyPr vert="horz" wrap="square" lIns="0" tIns="12065" rIns="0" bIns="0" rtlCol="0">
            <a:spAutoFit/>
          </a:bodyPr>
          <a:lstStyle/>
          <a:p>
            <a:pPr marL="12700">
              <a:lnSpc>
                <a:spcPct val="100000"/>
              </a:lnSpc>
              <a:spcBef>
                <a:spcPts val="95"/>
              </a:spcBef>
            </a:pPr>
            <a:r>
              <a:rPr sz="1600" b="1" u="sng" spc="-20" dirty="0">
                <a:solidFill>
                  <a:srgbClr val="0462C1"/>
                </a:solidFill>
                <a:uFill>
                  <a:solidFill>
                    <a:srgbClr val="0462C1"/>
                  </a:solidFill>
                </a:uFill>
                <a:latin typeface="Calibri"/>
                <a:cs typeface="Calibri"/>
                <a:hlinkClick r:id="rId2"/>
              </a:rPr>
              <a:t>https://www.qatouch.com/blog/top-</a:t>
            </a:r>
            <a:r>
              <a:rPr sz="1600" b="1" u="sng" spc="-10" dirty="0">
                <a:solidFill>
                  <a:srgbClr val="0462C1"/>
                </a:solidFill>
                <a:uFill>
                  <a:solidFill>
                    <a:srgbClr val="0462C1"/>
                  </a:solidFill>
                </a:uFill>
                <a:latin typeface="Calibri"/>
                <a:cs typeface="Calibri"/>
                <a:hlinkClick r:id="rId2"/>
              </a:rPr>
              <a:t>6-mobile-testing-tools/</a:t>
            </a:r>
            <a:endParaRPr sz="1600" dirty="0">
              <a:latin typeface="Calibri"/>
              <a:cs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93242" y="548386"/>
            <a:ext cx="2369820" cy="269240"/>
          </a:xfrm>
          <a:prstGeom prst="rect">
            <a:avLst/>
          </a:prstGeom>
        </p:spPr>
        <p:txBody>
          <a:bodyPr vert="horz" wrap="square" lIns="0" tIns="12065" rIns="0" bIns="0" rtlCol="0">
            <a:spAutoFit/>
          </a:bodyPr>
          <a:lstStyle/>
          <a:p>
            <a:pPr marL="12700">
              <a:lnSpc>
                <a:spcPct val="100000"/>
              </a:lnSpc>
              <a:spcBef>
                <a:spcPts val="95"/>
              </a:spcBef>
            </a:pPr>
            <a:r>
              <a:rPr sz="1600" b="1" dirty="0">
                <a:solidFill>
                  <a:srgbClr val="006FC0"/>
                </a:solidFill>
                <a:latin typeface="Calibri"/>
                <a:cs typeface="Calibri"/>
              </a:rPr>
              <a:t>What</a:t>
            </a:r>
            <a:r>
              <a:rPr sz="1600" b="1" spc="-35" dirty="0">
                <a:solidFill>
                  <a:srgbClr val="006FC0"/>
                </a:solidFill>
                <a:latin typeface="Calibri"/>
                <a:cs typeface="Calibri"/>
              </a:rPr>
              <a:t> </a:t>
            </a:r>
            <a:r>
              <a:rPr sz="1600" b="1" dirty="0">
                <a:solidFill>
                  <a:srgbClr val="006FC0"/>
                </a:solidFill>
                <a:latin typeface="Calibri"/>
                <a:cs typeface="Calibri"/>
              </a:rPr>
              <a:t>is</a:t>
            </a:r>
            <a:r>
              <a:rPr sz="1600" b="1" spc="-30" dirty="0">
                <a:solidFill>
                  <a:srgbClr val="006FC0"/>
                </a:solidFill>
                <a:latin typeface="Calibri"/>
                <a:cs typeface="Calibri"/>
              </a:rPr>
              <a:t> </a:t>
            </a:r>
            <a:r>
              <a:rPr sz="1600" b="1" spc="-10" dirty="0">
                <a:solidFill>
                  <a:srgbClr val="006FC0"/>
                </a:solidFill>
                <a:latin typeface="Calibri"/>
                <a:cs typeface="Calibri"/>
              </a:rPr>
              <a:t>Integration Testing?</a:t>
            </a:r>
            <a:endParaRPr sz="1600">
              <a:latin typeface="Calibri"/>
              <a:cs typeface="Calibri"/>
            </a:endParaRPr>
          </a:p>
        </p:txBody>
      </p:sp>
      <p:sp>
        <p:nvSpPr>
          <p:cNvPr id="3" name="object 3"/>
          <p:cNvSpPr txBox="1"/>
          <p:nvPr/>
        </p:nvSpPr>
        <p:spPr>
          <a:xfrm>
            <a:off x="593242" y="889761"/>
            <a:ext cx="5351145" cy="5204460"/>
          </a:xfrm>
          <a:prstGeom prst="rect">
            <a:avLst/>
          </a:prstGeom>
        </p:spPr>
        <p:txBody>
          <a:bodyPr vert="horz" wrap="square" lIns="0" tIns="39370" rIns="0" bIns="0" rtlCol="0">
            <a:spAutoFit/>
          </a:bodyPr>
          <a:lstStyle/>
          <a:p>
            <a:pPr marL="241300" marR="8890" indent="-228600" algn="just">
              <a:lnSpc>
                <a:spcPts val="1730"/>
              </a:lnSpc>
              <a:spcBef>
                <a:spcPts val="310"/>
              </a:spcBef>
              <a:buFont typeface="Arial MT"/>
              <a:buChar char="•"/>
              <a:tabLst>
                <a:tab pos="241300" algn="l"/>
                <a:tab pos="242570" algn="l"/>
              </a:tabLst>
            </a:pPr>
            <a:r>
              <a:rPr sz="1600" dirty="0">
                <a:latin typeface="Calibri"/>
                <a:cs typeface="Calibri"/>
              </a:rPr>
              <a:t>	Integration</a:t>
            </a:r>
            <a:r>
              <a:rPr sz="1600" spc="420" dirty="0">
                <a:latin typeface="Calibri"/>
                <a:cs typeface="Calibri"/>
              </a:rPr>
              <a:t> </a:t>
            </a:r>
            <a:r>
              <a:rPr sz="1600" dirty="0">
                <a:latin typeface="Calibri"/>
                <a:cs typeface="Calibri"/>
              </a:rPr>
              <a:t>Testing</a:t>
            </a:r>
            <a:r>
              <a:rPr sz="1600" spc="425" dirty="0">
                <a:latin typeface="Calibri"/>
                <a:cs typeface="Calibri"/>
              </a:rPr>
              <a:t> </a:t>
            </a:r>
            <a:r>
              <a:rPr sz="1600" dirty="0">
                <a:latin typeface="Calibri"/>
                <a:cs typeface="Calibri"/>
              </a:rPr>
              <a:t>is</a:t>
            </a:r>
            <a:r>
              <a:rPr sz="1600" spc="409" dirty="0">
                <a:latin typeface="Calibri"/>
                <a:cs typeface="Calibri"/>
              </a:rPr>
              <a:t> </a:t>
            </a:r>
            <a:r>
              <a:rPr sz="1600" dirty="0">
                <a:latin typeface="Calibri"/>
                <a:cs typeface="Calibri"/>
              </a:rPr>
              <a:t>defined</a:t>
            </a:r>
            <a:r>
              <a:rPr sz="1600" spc="415" dirty="0">
                <a:latin typeface="Calibri"/>
                <a:cs typeface="Calibri"/>
              </a:rPr>
              <a:t> </a:t>
            </a:r>
            <a:r>
              <a:rPr sz="1600" dirty="0">
                <a:latin typeface="Calibri"/>
                <a:cs typeface="Calibri"/>
              </a:rPr>
              <a:t>as</a:t>
            </a:r>
            <a:r>
              <a:rPr sz="1600" spc="420" dirty="0">
                <a:latin typeface="Calibri"/>
                <a:cs typeface="Calibri"/>
              </a:rPr>
              <a:t> </a:t>
            </a:r>
            <a:r>
              <a:rPr sz="1600" dirty="0">
                <a:latin typeface="Calibri"/>
                <a:cs typeface="Calibri"/>
              </a:rPr>
              <a:t>a</a:t>
            </a:r>
            <a:r>
              <a:rPr sz="1600" spc="409" dirty="0">
                <a:latin typeface="Calibri"/>
                <a:cs typeface="Calibri"/>
              </a:rPr>
              <a:t> </a:t>
            </a:r>
            <a:r>
              <a:rPr sz="1600" dirty="0">
                <a:latin typeface="Calibri"/>
                <a:cs typeface="Calibri"/>
              </a:rPr>
              <a:t>type</a:t>
            </a:r>
            <a:r>
              <a:rPr sz="1600" spc="409" dirty="0">
                <a:latin typeface="Calibri"/>
                <a:cs typeface="Calibri"/>
              </a:rPr>
              <a:t> </a:t>
            </a:r>
            <a:r>
              <a:rPr sz="1600" dirty="0">
                <a:latin typeface="Calibri"/>
                <a:cs typeface="Calibri"/>
              </a:rPr>
              <a:t>of</a:t>
            </a:r>
            <a:r>
              <a:rPr sz="1600" spc="425" dirty="0">
                <a:latin typeface="Calibri"/>
                <a:cs typeface="Calibri"/>
              </a:rPr>
              <a:t> </a:t>
            </a:r>
            <a:r>
              <a:rPr sz="1600" dirty="0">
                <a:latin typeface="Calibri"/>
                <a:cs typeface="Calibri"/>
              </a:rPr>
              <a:t>testing</a:t>
            </a:r>
            <a:r>
              <a:rPr sz="1600" spc="409" dirty="0">
                <a:latin typeface="Calibri"/>
                <a:cs typeface="Calibri"/>
              </a:rPr>
              <a:t> </a:t>
            </a:r>
            <a:r>
              <a:rPr sz="1600" spc="-10" dirty="0">
                <a:latin typeface="Calibri"/>
                <a:cs typeface="Calibri"/>
              </a:rPr>
              <a:t>where </a:t>
            </a:r>
            <a:r>
              <a:rPr sz="1600" dirty="0">
                <a:latin typeface="Calibri"/>
                <a:cs typeface="Calibri"/>
              </a:rPr>
              <a:t>software</a:t>
            </a:r>
            <a:r>
              <a:rPr sz="1600" spc="340" dirty="0">
                <a:latin typeface="Calibri"/>
                <a:cs typeface="Calibri"/>
              </a:rPr>
              <a:t> </a:t>
            </a:r>
            <a:r>
              <a:rPr sz="1600" dirty="0">
                <a:latin typeface="Calibri"/>
                <a:cs typeface="Calibri"/>
              </a:rPr>
              <a:t>modules</a:t>
            </a:r>
            <a:r>
              <a:rPr sz="1600" spc="335" dirty="0">
                <a:latin typeface="Calibri"/>
                <a:cs typeface="Calibri"/>
              </a:rPr>
              <a:t> </a:t>
            </a:r>
            <a:r>
              <a:rPr sz="1600" dirty="0">
                <a:latin typeface="Calibri"/>
                <a:cs typeface="Calibri"/>
              </a:rPr>
              <a:t>are</a:t>
            </a:r>
            <a:r>
              <a:rPr sz="1600" spc="345" dirty="0">
                <a:latin typeface="Calibri"/>
                <a:cs typeface="Calibri"/>
              </a:rPr>
              <a:t> </a:t>
            </a:r>
            <a:r>
              <a:rPr sz="1600" dirty="0">
                <a:latin typeface="Calibri"/>
                <a:cs typeface="Calibri"/>
              </a:rPr>
              <a:t>integrated</a:t>
            </a:r>
            <a:r>
              <a:rPr sz="1600" spc="330" dirty="0">
                <a:latin typeface="Calibri"/>
                <a:cs typeface="Calibri"/>
              </a:rPr>
              <a:t> </a:t>
            </a:r>
            <a:r>
              <a:rPr sz="1600" dirty="0">
                <a:latin typeface="Calibri"/>
                <a:cs typeface="Calibri"/>
              </a:rPr>
              <a:t>logically</a:t>
            </a:r>
            <a:r>
              <a:rPr sz="1600" spc="335" dirty="0">
                <a:latin typeface="Calibri"/>
                <a:cs typeface="Calibri"/>
              </a:rPr>
              <a:t> </a:t>
            </a:r>
            <a:r>
              <a:rPr sz="1600" dirty="0">
                <a:latin typeface="Calibri"/>
                <a:cs typeface="Calibri"/>
              </a:rPr>
              <a:t>and</a:t>
            </a:r>
            <a:r>
              <a:rPr sz="1600" spc="340" dirty="0">
                <a:latin typeface="Calibri"/>
                <a:cs typeface="Calibri"/>
              </a:rPr>
              <a:t> </a:t>
            </a:r>
            <a:r>
              <a:rPr sz="1600" dirty="0">
                <a:latin typeface="Calibri"/>
                <a:cs typeface="Calibri"/>
              </a:rPr>
              <a:t>tested</a:t>
            </a:r>
            <a:r>
              <a:rPr sz="1600" spc="335" dirty="0">
                <a:latin typeface="Calibri"/>
                <a:cs typeface="Calibri"/>
              </a:rPr>
              <a:t> </a:t>
            </a:r>
            <a:r>
              <a:rPr sz="1600" dirty="0">
                <a:latin typeface="Calibri"/>
                <a:cs typeface="Calibri"/>
              </a:rPr>
              <a:t>as</a:t>
            </a:r>
            <a:r>
              <a:rPr sz="1600" spc="330" dirty="0">
                <a:latin typeface="Calibri"/>
                <a:cs typeface="Calibri"/>
              </a:rPr>
              <a:t> </a:t>
            </a:r>
            <a:r>
              <a:rPr sz="1600" spc="-50" dirty="0">
                <a:latin typeface="Calibri"/>
                <a:cs typeface="Calibri"/>
              </a:rPr>
              <a:t>a </a:t>
            </a:r>
            <a:r>
              <a:rPr sz="1600" spc="-10" dirty="0">
                <a:latin typeface="Calibri"/>
                <a:cs typeface="Calibri"/>
              </a:rPr>
              <a:t>group.</a:t>
            </a:r>
            <a:endParaRPr sz="1600">
              <a:latin typeface="Calibri"/>
              <a:cs typeface="Calibri"/>
            </a:endParaRPr>
          </a:p>
          <a:p>
            <a:pPr marL="288925" indent="-276225" algn="just">
              <a:lnSpc>
                <a:spcPts val="1825"/>
              </a:lnSpc>
              <a:spcBef>
                <a:spcPts val="785"/>
              </a:spcBef>
              <a:buFont typeface="Arial MT"/>
              <a:buChar char="•"/>
              <a:tabLst>
                <a:tab pos="288925" algn="l"/>
              </a:tabLst>
            </a:pPr>
            <a:r>
              <a:rPr sz="1600" dirty="0">
                <a:latin typeface="Calibri"/>
                <a:cs typeface="Calibri"/>
              </a:rPr>
              <a:t>A</a:t>
            </a:r>
            <a:r>
              <a:rPr sz="1600" spc="90" dirty="0">
                <a:latin typeface="Calibri"/>
                <a:cs typeface="Calibri"/>
              </a:rPr>
              <a:t>  </a:t>
            </a:r>
            <a:r>
              <a:rPr sz="1600" dirty="0">
                <a:latin typeface="Calibri"/>
                <a:cs typeface="Calibri"/>
              </a:rPr>
              <a:t>typical</a:t>
            </a:r>
            <a:r>
              <a:rPr sz="1600" spc="95" dirty="0">
                <a:latin typeface="Calibri"/>
                <a:cs typeface="Calibri"/>
              </a:rPr>
              <a:t>  </a:t>
            </a:r>
            <a:r>
              <a:rPr sz="1600" dirty="0">
                <a:latin typeface="Calibri"/>
                <a:cs typeface="Calibri"/>
              </a:rPr>
              <a:t>software</a:t>
            </a:r>
            <a:r>
              <a:rPr sz="1600" spc="90" dirty="0">
                <a:latin typeface="Calibri"/>
                <a:cs typeface="Calibri"/>
              </a:rPr>
              <a:t>  </a:t>
            </a:r>
            <a:r>
              <a:rPr sz="1600" dirty="0">
                <a:latin typeface="Calibri"/>
                <a:cs typeface="Calibri"/>
              </a:rPr>
              <a:t>project</a:t>
            </a:r>
            <a:r>
              <a:rPr sz="1600" spc="100" dirty="0">
                <a:latin typeface="Calibri"/>
                <a:cs typeface="Calibri"/>
              </a:rPr>
              <a:t>  </a:t>
            </a:r>
            <a:r>
              <a:rPr sz="1600" dirty="0">
                <a:latin typeface="Calibri"/>
                <a:cs typeface="Calibri"/>
              </a:rPr>
              <a:t>consists</a:t>
            </a:r>
            <a:r>
              <a:rPr sz="1600" spc="90" dirty="0">
                <a:latin typeface="Calibri"/>
                <a:cs typeface="Calibri"/>
              </a:rPr>
              <a:t>  </a:t>
            </a:r>
            <a:r>
              <a:rPr sz="1600" dirty="0">
                <a:latin typeface="Calibri"/>
                <a:cs typeface="Calibri"/>
              </a:rPr>
              <a:t>of</a:t>
            </a:r>
            <a:r>
              <a:rPr sz="1600" spc="90" dirty="0">
                <a:latin typeface="Calibri"/>
                <a:cs typeface="Calibri"/>
              </a:rPr>
              <a:t>  </a:t>
            </a:r>
            <a:r>
              <a:rPr sz="1600" dirty="0">
                <a:latin typeface="Calibri"/>
                <a:cs typeface="Calibri"/>
              </a:rPr>
              <a:t>multiple</a:t>
            </a:r>
            <a:r>
              <a:rPr sz="1600" spc="95" dirty="0">
                <a:latin typeface="Calibri"/>
                <a:cs typeface="Calibri"/>
              </a:rPr>
              <a:t>  </a:t>
            </a:r>
            <a:r>
              <a:rPr sz="1600" spc="-10" dirty="0">
                <a:latin typeface="Calibri"/>
                <a:cs typeface="Calibri"/>
              </a:rPr>
              <a:t>software</a:t>
            </a:r>
            <a:endParaRPr sz="1600">
              <a:latin typeface="Calibri"/>
              <a:cs typeface="Calibri"/>
            </a:endParaRPr>
          </a:p>
          <a:p>
            <a:pPr marL="241300" algn="just">
              <a:lnSpc>
                <a:spcPts val="1825"/>
              </a:lnSpc>
            </a:pPr>
            <a:r>
              <a:rPr sz="1600" dirty="0">
                <a:latin typeface="Calibri"/>
                <a:cs typeface="Calibri"/>
              </a:rPr>
              <a:t>modules,</a:t>
            </a:r>
            <a:r>
              <a:rPr sz="1600" spc="-40" dirty="0">
                <a:latin typeface="Calibri"/>
                <a:cs typeface="Calibri"/>
              </a:rPr>
              <a:t> </a:t>
            </a:r>
            <a:r>
              <a:rPr sz="1600" dirty="0">
                <a:latin typeface="Calibri"/>
                <a:cs typeface="Calibri"/>
              </a:rPr>
              <a:t>coded</a:t>
            </a:r>
            <a:r>
              <a:rPr sz="1600" spc="-25" dirty="0">
                <a:latin typeface="Calibri"/>
                <a:cs typeface="Calibri"/>
              </a:rPr>
              <a:t> </a:t>
            </a:r>
            <a:r>
              <a:rPr sz="1600" dirty="0">
                <a:latin typeface="Calibri"/>
                <a:cs typeface="Calibri"/>
              </a:rPr>
              <a:t>by</a:t>
            </a:r>
            <a:r>
              <a:rPr sz="1600" spc="-50" dirty="0">
                <a:latin typeface="Calibri"/>
                <a:cs typeface="Calibri"/>
              </a:rPr>
              <a:t> </a:t>
            </a:r>
            <a:r>
              <a:rPr sz="1600" spc="-10" dirty="0">
                <a:latin typeface="Calibri"/>
                <a:cs typeface="Calibri"/>
              </a:rPr>
              <a:t>different</a:t>
            </a:r>
            <a:r>
              <a:rPr sz="1600" spc="-40" dirty="0">
                <a:latin typeface="Calibri"/>
                <a:cs typeface="Calibri"/>
              </a:rPr>
              <a:t> </a:t>
            </a:r>
            <a:r>
              <a:rPr sz="1600" spc="-10" dirty="0">
                <a:latin typeface="Calibri"/>
                <a:cs typeface="Calibri"/>
              </a:rPr>
              <a:t>programmers.</a:t>
            </a:r>
            <a:endParaRPr sz="1600">
              <a:latin typeface="Calibri"/>
              <a:cs typeface="Calibri"/>
            </a:endParaRPr>
          </a:p>
          <a:p>
            <a:pPr marL="241300" marR="7620" indent="-228600" algn="just">
              <a:lnSpc>
                <a:spcPts val="1730"/>
              </a:lnSpc>
              <a:spcBef>
                <a:spcPts val="1025"/>
              </a:spcBef>
              <a:buFont typeface="Arial MT"/>
              <a:buChar char="•"/>
              <a:tabLst>
                <a:tab pos="241300" algn="l"/>
                <a:tab pos="242570" algn="l"/>
              </a:tabLst>
            </a:pPr>
            <a:r>
              <a:rPr sz="1600" dirty="0">
                <a:latin typeface="Calibri"/>
                <a:cs typeface="Calibri"/>
              </a:rPr>
              <a:t>	The</a:t>
            </a:r>
            <a:r>
              <a:rPr sz="1600" spc="-10" dirty="0">
                <a:latin typeface="Calibri"/>
                <a:cs typeface="Calibri"/>
              </a:rPr>
              <a:t> </a:t>
            </a:r>
            <a:r>
              <a:rPr sz="1600" dirty="0">
                <a:latin typeface="Calibri"/>
                <a:cs typeface="Calibri"/>
              </a:rPr>
              <a:t>purpose</a:t>
            </a:r>
            <a:r>
              <a:rPr sz="1600" spc="15" dirty="0">
                <a:latin typeface="Calibri"/>
                <a:cs typeface="Calibri"/>
              </a:rPr>
              <a:t> </a:t>
            </a:r>
            <a:r>
              <a:rPr sz="1600" dirty="0">
                <a:latin typeface="Calibri"/>
                <a:cs typeface="Calibri"/>
              </a:rPr>
              <a:t>of this</a:t>
            </a:r>
            <a:r>
              <a:rPr sz="1600" spc="5" dirty="0">
                <a:latin typeface="Calibri"/>
                <a:cs typeface="Calibri"/>
              </a:rPr>
              <a:t> </a:t>
            </a:r>
            <a:r>
              <a:rPr sz="1600" dirty="0">
                <a:latin typeface="Calibri"/>
                <a:cs typeface="Calibri"/>
              </a:rPr>
              <a:t>level of</a:t>
            </a:r>
            <a:r>
              <a:rPr sz="1600" spc="10" dirty="0">
                <a:latin typeface="Calibri"/>
                <a:cs typeface="Calibri"/>
              </a:rPr>
              <a:t> </a:t>
            </a:r>
            <a:r>
              <a:rPr sz="1600" dirty="0">
                <a:latin typeface="Calibri"/>
                <a:cs typeface="Calibri"/>
              </a:rPr>
              <a:t>testing</a:t>
            </a:r>
            <a:r>
              <a:rPr sz="1600" spc="5" dirty="0">
                <a:latin typeface="Calibri"/>
                <a:cs typeface="Calibri"/>
              </a:rPr>
              <a:t> </a:t>
            </a:r>
            <a:r>
              <a:rPr sz="1600" dirty="0">
                <a:latin typeface="Calibri"/>
                <a:cs typeface="Calibri"/>
              </a:rPr>
              <a:t>is</a:t>
            </a:r>
            <a:r>
              <a:rPr sz="1600" spc="-15" dirty="0">
                <a:latin typeface="Calibri"/>
                <a:cs typeface="Calibri"/>
              </a:rPr>
              <a:t> </a:t>
            </a:r>
            <a:r>
              <a:rPr sz="1600" dirty="0">
                <a:latin typeface="Calibri"/>
                <a:cs typeface="Calibri"/>
              </a:rPr>
              <a:t>to</a:t>
            </a:r>
            <a:r>
              <a:rPr sz="1600" spc="10" dirty="0">
                <a:latin typeface="Calibri"/>
                <a:cs typeface="Calibri"/>
              </a:rPr>
              <a:t> </a:t>
            </a:r>
            <a:r>
              <a:rPr sz="1600" dirty="0">
                <a:latin typeface="Calibri"/>
                <a:cs typeface="Calibri"/>
              </a:rPr>
              <a:t>expose</a:t>
            </a:r>
            <a:r>
              <a:rPr sz="1600" spc="10" dirty="0">
                <a:latin typeface="Calibri"/>
                <a:cs typeface="Calibri"/>
              </a:rPr>
              <a:t> </a:t>
            </a:r>
            <a:r>
              <a:rPr sz="1600" dirty="0">
                <a:latin typeface="Calibri"/>
                <a:cs typeface="Calibri"/>
              </a:rPr>
              <a:t>defects</a:t>
            </a:r>
            <a:r>
              <a:rPr sz="1600" spc="15" dirty="0">
                <a:latin typeface="Calibri"/>
                <a:cs typeface="Calibri"/>
              </a:rPr>
              <a:t> </a:t>
            </a:r>
            <a:r>
              <a:rPr sz="1600" dirty="0">
                <a:latin typeface="Calibri"/>
                <a:cs typeface="Calibri"/>
              </a:rPr>
              <a:t>in </a:t>
            </a:r>
            <a:r>
              <a:rPr sz="1600" spc="-25" dirty="0">
                <a:latin typeface="Calibri"/>
                <a:cs typeface="Calibri"/>
              </a:rPr>
              <a:t>the </a:t>
            </a:r>
            <a:r>
              <a:rPr sz="1600" dirty="0">
                <a:latin typeface="Calibri"/>
                <a:cs typeface="Calibri"/>
              </a:rPr>
              <a:t>interaction</a:t>
            </a:r>
            <a:r>
              <a:rPr sz="1600" spc="105" dirty="0">
                <a:latin typeface="Calibri"/>
                <a:cs typeface="Calibri"/>
              </a:rPr>
              <a:t> </a:t>
            </a:r>
            <a:r>
              <a:rPr sz="1600" dirty="0">
                <a:latin typeface="Calibri"/>
                <a:cs typeface="Calibri"/>
              </a:rPr>
              <a:t>between</a:t>
            </a:r>
            <a:r>
              <a:rPr sz="1600" spc="105" dirty="0">
                <a:latin typeface="Calibri"/>
                <a:cs typeface="Calibri"/>
              </a:rPr>
              <a:t> </a:t>
            </a:r>
            <a:r>
              <a:rPr sz="1600" dirty="0">
                <a:latin typeface="Calibri"/>
                <a:cs typeface="Calibri"/>
              </a:rPr>
              <a:t>these</a:t>
            </a:r>
            <a:r>
              <a:rPr sz="1600" spc="120" dirty="0">
                <a:latin typeface="Calibri"/>
                <a:cs typeface="Calibri"/>
              </a:rPr>
              <a:t> </a:t>
            </a:r>
            <a:r>
              <a:rPr sz="1600" dirty="0">
                <a:latin typeface="Calibri"/>
                <a:cs typeface="Calibri"/>
              </a:rPr>
              <a:t>software</a:t>
            </a:r>
            <a:r>
              <a:rPr sz="1600" spc="120" dirty="0">
                <a:latin typeface="Calibri"/>
                <a:cs typeface="Calibri"/>
              </a:rPr>
              <a:t> </a:t>
            </a:r>
            <a:r>
              <a:rPr sz="1600" dirty="0">
                <a:latin typeface="Calibri"/>
                <a:cs typeface="Calibri"/>
              </a:rPr>
              <a:t>modules</a:t>
            </a:r>
            <a:r>
              <a:rPr sz="1600" spc="110" dirty="0">
                <a:latin typeface="Calibri"/>
                <a:cs typeface="Calibri"/>
              </a:rPr>
              <a:t> </a:t>
            </a:r>
            <a:r>
              <a:rPr sz="1600" dirty="0">
                <a:latin typeface="Calibri"/>
                <a:cs typeface="Calibri"/>
              </a:rPr>
              <a:t>when</a:t>
            </a:r>
            <a:r>
              <a:rPr sz="1600" spc="114" dirty="0">
                <a:latin typeface="Calibri"/>
                <a:cs typeface="Calibri"/>
              </a:rPr>
              <a:t> </a:t>
            </a:r>
            <a:r>
              <a:rPr sz="1600" dirty="0">
                <a:latin typeface="Calibri"/>
                <a:cs typeface="Calibri"/>
              </a:rPr>
              <a:t>they</a:t>
            </a:r>
            <a:r>
              <a:rPr sz="1600" spc="114" dirty="0">
                <a:latin typeface="Calibri"/>
                <a:cs typeface="Calibri"/>
              </a:rPr>
              <a:t> </a:t>
            </a:r>
            <a:r>
              <a:rPr sz="1600" spc="-25" dirty="0">
                <a:latin typeface="Calibri"/>
                <a:cs typeface="Calibri"/>
              </a:rPr>
              <a:t>are </a:t>
            </a:r>
            <a:r>
              <a:rPr sz="1600" spc="-10" dirty="0">
                <a:latin typeface="Calibri"/>
                <a:cs typeface="Calibri"/>
              </a:rPr>
              <a:t>integrated</a:t>
            </a:r>
            <a:endParaRPr sz="1600">
              <a:latin typeface="Calibri"/>
              <a:cs typeface="Calibri"/>
            </a:endParaRPr>
          </a:p>
          <a:p>
            <a:pPr marL="12700">
              <a:lnSpc>
                <a:spcPct val="100000"/>
              </a:lnSpc>
              <a:spcBef>
                <a:spcPts val="650"/>
              </a:spcBef>
            </a:pPr>
            <a:r>
              <a:rPr sz="1100" spc="-40" dirty="0">
                <a:solidFill>
                  <a:srgbClr val="212121"/>
                </a:solidFill>
                <a:latin typeface="Tahoma"/>
                <a:cs typeface="Tahoma"/>
              </a:rPr>
              <a:t>Example</a:t>
            </a:r>
            <a:r>
              <a:rPr sz="1100" spc="-85" dirty="0">
                <a:solidFill>
                  <a:srgbClr val="212121"/>
                </a:solidFill>
                <a:latin typeface="Tahoma"/>
                <a:cs typeface="Tahoma"/>
              </a:rPr>
              <a:t> </a:t>
            </a:r>
            <a:r>
              <a:rPr sz="1100" dirty="0">
                <a:solidFill>
                  <a:srgbClr val="212121"/>
                </a:solidFill>
                <a:latin typeface="Tahoma"/>
                <a:cs typeface="Tahoma"/>
              </a:rPr>
              <a:t>of</a:t>
            </a:r>
            <a:r>
              <a:rPr sz="1100" spc="-65" dirty="0">
                <a:solidFill>
                  <a:srgbClr val="212121"/>
                </a:solidFill>
                <a:latin typeface="Tahoma"/>
                <a:cs typeface="Tahoma"/>
              </a:rPr>
              <a:t> </a:t>
            </a:r>
            <a:r>
              <a:rPr sz="1100" spc="-30" dirty="0">
                <a:solidFill>
                  <a:srgbClr val="212121"/>
                </a:solidFill>
                <a:latin typeface="Tahoma"/>
                <a:cs typeface="Tahoma"/>
              </a:rPr>
              <a:t>Integration</a:t>
            </a:r>
            <a:r>
              <a:rPr sz="1100" spc="-95" dirty="0">
                <a:solidFill>
                  <a:srgbClr val="212121"/>
                </a:solidFill>
                <a:latin typeface="Tahoma"/>
                <a:cs typeface="Tahoma"/>
              </a:rPr>
              <a:t> </a:t>
            </a:r>
            <a:r>
              <a:rPr sz="1100" spc="-10" dirty="0">
                <a:solidFill>
                  <a:srgbClr val="212121"/>
                </a:solidFill>
                <a:latin typeface="Tahoma"/>
                <a:cs typeface="Tahoma"/>
              </a:rPr>
              <a:t>Test</a:t>
            </a:r>
            <a:r>
              <a:rPr sz="1100" spc="-80" dirty="0">
                <a:solidFill>
                  <a:srgbClr val="212121"/>
                </a:solidFill>
                <a:latin typeface="Tahoma"/>
                <a:cs typeface="Tahoma"/>
              </a:rPr>
              <a:t> </a:t>
            </a:r>
            <a:r>
              <a:rPr sz="1100" spc="-20" dirty="0">
                <a:solidFill>
                  <a:srgbClr val="212121"/>
                </a:solidFill>
                <a:latin typeface="Tahoma"/>
                <a:cs typeface="Tahoma"/>
              </a:rPr>
              <a:t>Case</a:t>
            </a:r>
            <a:endParaRPr sz="1100">
              <a:latin typeface="Tahoma"/>
              <a:cs typeface="Tahoma"/>
            </a:endParaRPr>
          </a:p>
          <a:p>
            <a:pPr>
              <a:lnSpc>
                <a:spcPct val="100000"/>
              </a:lnSpc>
            </a:pPr>
            <a:endParaRPr sz="1100">
              <a:latin typeface="Tahoma"/>
              <a:cs typeface="Tahoma"/>
            </a:endParaRPr>
          </a:p>
          <a:p>
            <a:pPr>
              <a:lnSpc>
                <a:spcPct val="100000"/>
              </a:lnSpc>
              <a:spcBef>
                <a:spcPts val="465"/>
              </a:spcBef>
            </a:pPr>
            <a:endParaRPr sz="1100">
              <a:latin typeface="Tahoma"/>
              <a:cs typeface="Tahoma"/>
            </a:endParaRPr>
          </a:p>
          <a:p>
            <a:pPr marL="240029" marR="5080" indent="-227329" algn="just">
              <a:lnSpc>
                <a:spcPct val="90000"/>
              </a:lnSpc>
              <a:buFont typeface="Arial MT"/>
              <a:buChar char="•"/>
              <a:tabLst>
                <a:tab pos="241300" algn="l"/>
              </a:tabLst>
            </a:pPr>
            <a:r>
              <a:rPr sz="1400" dirty="0">
                <a:solidFill>
                  <a:srgbClr val="212121"/>
                </a:solidFill>
                <a:latin typeface="Calibri"/>
                <a:cs typeface="Calibri"/>
              </a:rPr>
              <a:t>Integration</a:t>
            </a:r>
            <a:r>
              <a:rPr sz="1400" u="sng" spc="405" dirty="0">
                <a:solidFill>
                  <a:srgbClr val="0462C1"/>
                </a:solidFill>
                <a:uFill>
                  <a:solidFill>
                    <a:srgbClr val="0462C1"/>
                  </a:solidFill>
                </a:uFill>
                <a:latin typeface="Calibri"/>
                <a:cs typeface="Calibri"/>
                <a:hlinkClick r:id="rId3"/>
              </a:rPr>
              <a:t> </a:t>
            </a:r>
            <a:r>
              <a:rPr sz="1400" u="sng" dirty="0">
                <a:solidFill>
                  <a:srgbClr val="0462C1"/>
                </a:solidFill>
                <a:uFill>
                  <a:solidFill>
                    <a:srgbClr val="0462C1"/>
                  </a:solidFill>
                </a:uFill>
                <a:latin typeface="Calibri"/>
                <a:cs typeface="Calibri"/>
                <a:hlinkClick r:id="rId3"/>
              </a:rPr>
              <a:t>Test</a:t>
            </a:r>
            <a:r>
              <a:rPr sz="1400" u="sng" spc="415" dirty="0">
                <a:solidFill>
                  <a:srgbClr val="0462C1"/>
                </a:solidFill>
                <a:uFill>
                  <a:solidFill>
                    <a:srgbClr val="0462C1"/>
                  </a:solidFill>
                </a:uFill>
                <a:latin typeface="Calibri"/>
                <a:cs typeface="Calibri"/>
                <a:hlinkClick r:id="rId3"/>
              </a:rPr>
              <a:t> </a:t>
            </a:r>
            <a:r>
              <a:rPr sz="1400" u="sng" dirty="0">
                <a:solidFill>
                  <a:srgbClr val="0462C1"/>
                </a:solidFill>
                <a:uFill>
                  <a:solidFill>
                    <a:srgbClr val="0462C1"/>
                  </a:solidFill>
                </a:uFill>
                <a:latin typeface="Calibri"/>
                <a:cs typeface="Calibri"/>
                <a:hlinkClick r:id="rId3"/>
              </a:rPr>
              <a:t>Case</a:t>
            </a:r>
            <a:r>
              <a:rPr sz="1400" u="sng" spc="405" dirty="0">
                <a:solidFill>
                  <a:srgbClr val="0462C1"/>
                </a:solidFill>
                <a:uFill>
                  <a:solidFill>
                    <a:srgbClr val="0462C1"/>
                  </a:solidFill>
                </a:uFill>
                <a:latin typeface="Calibri"/>
                <a:cs typeface="Calibri"/>
              </a:rPr>
              <a:t> </a:t>
            </a:r>
            <a:r>
              <a:rPr sz="1400" dirty="0">
                <a:solidFill>
                  <a:srgbClr val="212121"/>
                </a:solidFill>
                <a:latin typeface="Calibri"/>
                <a:cs typeface="Calibri"/>
              </a:rPr>
              <a:t>differs</a:t>
            </a:r>
            <a:r>
              <a:rPr sz="1400" spc="409" dirty="0">
                <a:solidFill>
                  <a:srgbClr val="212121"/>
                </a:solidFill>
                <a:latin typeface="Calibri"/>
                <a:cs typeface="Calibri"/>
              </a:rPr>
              <a:t> </a:t>
            </a:r>
            <a:r>
              <a:rPr sz="1400" dirty="0">
                <a:solidFill>
                  <a:srgbClr val="212121"/>
                </a:solidFill>
                <a:latin typeface="Calibri"/>
                <a:cs typeface="Calibri"/>
              </a:rPr>
              <a:t>from</a:t>
            </a:r>
            <a:r>
              <a:rPr sz="1400" spc="400" dirty="0">
                <a:solidFill>
                  <a:srgbClr val="212121"/>
                </a:solidFill>
                <a:latin typeface="Calibri"/>
                <a:cs typeface="Calibri"/>
              </a:rPr>
              <a:t> </a:t>
            </a:r>
            <a:r>
              <a:rPr sz="1400" dirty="0">
                <a:solidFill>
                  <a:srgbClr val="212121"/>
                </a:solidFill>
                <a:latin typeface="Calibri"/>
                <a:cs typeface="Calibri"/>
              </a:rPr>
              <a:t>other</a:t>
            </a:r>
            <a:r>
              <a:rPr sz="1400" spc="409" dirty="0">
                <a:solidFill>
                  <a:srgbClr val="212121"/>
                </a:solidFill>
                <a:latin typeface="Calibri"/>
                <a:cs typeface="Calibri"/>
              </a:rPr>
              <a:t> </a:t>
            </a:r>
            <a:r>
              <a:rPr sz="1400" dirty="0">
                <a:solidFill>
                  <a:srgbClr val="212121"/>
                </a:solidFill>
                <a:latin typeface="Calibri"/>
                <a:cs typeface="Calibri"/>
              </a:rPr>
              <a:t>test</a:t>
            </a:r>
            <a:r>
              <a:rPr sz="1400" spc="405" dirty="0">
                <a:solidFill>
                  <a:srgbClr val="212121"/>
                </a:solidFill>
                <a:latin typeface="Calibri"/>
                <a:cs typeface="Calibri"/>
              </a:rPr>
              <a:t> </a:t>
            </a:r>
            <a:r>
              <a:rPr sz="1400" dirty="0">
                <a:solidFill>
                  <a:srgbClr val="212121"/>
                </a:solidFill>
                <a:latin typeface="Calibri"/>
                <a:cs typeface="Calibri"/>
              </a:rPr>
              <a:t>cases</a:t>
            </a:r>
            <a:r>
              <a:rPr sz="1400" spc="415" dirty="0">
                <a:solidFill>
                  <a:srgbClr val="212121"/>
                </a:solidFill>
                <a:latin typeface="Calibri"/>
                <a:cs typeface="Calibri"/>
              </a:rPr>
              <a:t> </a:t>
            </a:r>
            <a:r>
              <a:rPr sz="1400" dirty="0">
                <a:solidFill>
                  <a:srgbClr val="212121"/>
                </a:solidFill>
                <a:latin typeface="Calibri"/>
                <a:cs typeface="Calibri"/>
              </a:rPr>
              <a:t>in</a:t>
            </a:r>
            <a:r>
              <a:rPr sz="1400" spc="409" dirty="0">
                <a:solidFill>
                  <a:srgbClr val="212121"/>
                </a:solidFill>
                <a:latin typeface="Calibri"/>
                <a:cs typeface="Calibri"/>
              </a:rPr>
              <a:t> </a:t>
            </a:r>
            <a:r>
              <a:rPr sz="1400" dirty="0">
                <a:solidFill>
                  <a:srgbClr val="212121"/>
                </a:solidFill>
                <a:latin typeface="Calibri"/>
                <a:cs typeface="Calibri"/>
              </a:rPr>
              <a:t>the</a:t>
            </a:r>
            <a:r>
              <a:rPr sz="1400" spc="415" dirty="0">
                <a:solidFill>
                  <a:srgbClr val="212121"/>
                </a:solidFill>
                <a:latin typeface="Calibri"/>
                <a:cs typeface="Calibri"/>
              </a:rPr>
              <a:t> </a:t>
            </a:r>
            <a:r>
              <a:rPr sz="1400" spc="-10" dirty="0">
                <a:solidFill>
                  <a:srgbClr val="212121"/>
                </a:solidFill>
                <a:latin typeface="Calibri"/>
                <a:cs typeface="Calibri"/>
              </a:rPr>
              <a:t>sense 	</a:t>
            </a:r>
            <a:r>
              <a:rPr sz="1400" dirty="0">
                <a:solidFill>
                  <a:srgbClr val="212121"/>
                </a:solidFill>
                <a:latin typeface="Calibri"/>
                <a:cs typeface="Calibri"/>
              </a:rPr>
              <a:t>it</a:t>
            </a:r>
            <a:r>
              <a:rPr sz="1400" spc="430" dirty="0">
                <a:solidFill>
                  <a:srgbClr val="212121"/>
                </a:solidFill>
                <a:latin typeface="Calibri"/>
                <a:cs typeface="Calibri"/>
              </a:rPr>
              <a:t> </a:t>
            </a:r>
            <a:r>
              <a:rPr sz="1400" b="1" dirty="0">
                <a:solidFill>
                  <a:srgbClr val="212121"/>
                </a:solidFill>
                <a:latin typeface="Calibri"/>
                <a:cs typeface="Calibri"/>
              </a:rPr>
              <a:t>focuses</a:t>
            </a:r>
            <a:r>
              <a:rPr sz="1400" b="1" spc="440" dirty="0">
                <a:solidFill>
                  <a:srgbClr val="212121"/>
                </a:solidFill>
                <a:latin typeface="Calibri"/>
                <a:cs typeface="Calibri"/>
              </a:rPr>
              <a:t> </a:t>
            </a:r>
            <a:r>
              <a:rPr sz="1400" b="1" dirty="0">
                <a:solidFill>
                  <a:srgbClr val="212121"/>
                </a:solidFill>
                <a:latin typeface="Calibri"/>
                <a:cs typeface="Calibri"/>
              </a:rPr>
              <a:t>mainly</a:t>
            </a:r>
            <a:r>
              <a:rPr sz="1400" b="1" spc="430" dirty="0">
                <a:solidFill>
                  <a:srgbClr val="212121"/>
                </a:solidFill>
                <a:latin typeface="Calibri"/>
                <a:cs typeface="Calibri"/>
              </a:rPr>
              <a:t> </a:t>
            </a:r>
            <a:r>
              <a:rPr sz="1400" b="1" dirty="0">
                <a:solidFill>
                  <a:srgbClr val="212121"/>
                </a:solidFill>
                <a:latin typeface="Calibri"/>
                <a:cs typeface="Calibri"/>
              </a:rPr>
              <a:t>on</a:t>
            </a:r>
            <a:r>
              <a:rPr sz="1400" b="1" spc="440" dirty="0">
                <a:solidFill>
                  <a:srgbClr val="212121"/>
                </a:solidFill>
                <a:latin typeface="Calibri"/>
                <a:cs typeface="Calibri"/>
              </a:rPr>
              <a:t> </a:t>
            </a:r>
            <a:r>
              <a:rPr sz="1400" b="1" dirty="0">
                <a:solidFill>
                  <a:srgbClr val="212121"/>
                </a:solidFill>
                <a:latin typeface="Calibri"/>
                <a:cs typeface="Calibri"/>
              </a:rPr>
              <a:t>the</a:t>
            </a:r>
            <a:r>
              <a:rPr sz="1400" b="1" spc="440" dirty="0">
                <a:solidFill>
                  <a:srgbClr val="212121"/>
                </a:solidFill>
                <a:latin typeface="Calibri"/>
                <a:cs typeface="Calibri"/>
              </a:rPr>
              <a:t> </a:t>
            </a:r>
            <a:r>
              <a:rPr sz="1400" b="1" dirty="0">
                <a:solidFill>
                  <a:srgbClr val="212121"/>
                </a:solidFill>
                <a:latin typeface="Calibri"/>
                <a:cs typeface="Calibri"/>
              </a:rPr>
              <a:t>interfaces</a:t>
            </a:r>
            <a:r>
              <a:rPr sz="1400" b="1" spc="440" dirty="0">
                <a:solidFill>
                  <a:srgbClr val="212121"/>
                </a:solidFill>
                <a:latin typeface="Calibri"/>
                <a:cs typeface="Calibri"/>
              </a:rPr>
              <a:t> </a:t>
            </a:r>
            <a:r>
              <a:rPr sz="1400" b="1" dirty="0">
                <a:solidFill>
                  <a:srgbClr val="212121"/>
                </a:solidFill>
                <a:latin typeface="Calibri"/>
                <a:cs typeface="Calibri"/>
              </a:rPr>
              <a:t>&amp;</a:t>
            </a:r>
            <a:r>
              <a:rPr sz="1400" b="1" spc="430" dirty="0">
                <a:solidFill>
                  <a:srgbClr val="212121"/>
                </a:solidFill>
                <a:latin typeface="Calibri"/>
                <a:cs typeface="Calibri"/>
              </a:rPr>
              <a:t> </a:t>
            </a:r>
            <a:r>
              <a:rPr sz="1400" b="1" dirty="0">
                <a:solidFill>
                  <a:srgbClr val="212121"/>
                </a:solidFill>
                <a:latin typeface="Calibri"/>
                <a:cs typeface="Calibri"/>
              </a:rPr>
              <a:t>flow</a:t>
            </a:r>
            <a:r>
              <a:rPr sz="1400" b="1" spc="425" dirty="0">
                <a:solidFill>
                  <a:srgbClr val="212121"/>
                </a:solidFill>
                <a:latin typeface="Calibri"/>
                <a:cs typeface="Calibri"/>
              </a:rPr>
              <a:t> </a:t>
            </a:r>
            <a:r>
              <a:rPr sz="1400" b="1" dirty="0">
                <a:solidFill>
                  <a:srgbClr val="212121"/>
                </a:solidFill>
                <a:latin typeface="Calibri"/>
                <a:cs typeface="Calibri"/>
              </a:rPr>
              <a:t>of</a:t>
            </a:r>
            <a:r>
              <a:rPr sz="1400" b="1" spc="420" dirty="0">
                <a:solidFill>
                  <a:srgbClr val="212121"/>
                </a:solidFill>
                <a:latin typeface="Calibri"/>
                <a:cs typeface="Calibri"/>
              </a:rPr>
              <a:t> </a:t>
            </a:r>
            <a:r>
              <a:rPr sz="1400" b="1" spc="-10" dirty="0">
                <a:solidFill>
                  <a:srgbClr val="212121"/>
                </a:solidFill>
                <a:latin typeface="Calibri"/>
                <a:cs typeface="Calibri"/>
              </a:rPr>
              <a:t>data/information 	</a:t>
            </a:r>
            <a:r>
              <a:rPr sz="1400" b="1" dirty="0">
                <a:solidFill>
                  <a:srgbClr val="212121"/>
                </a:solidFill>
                <a:latin typeface="Calibri"/>
                <a:cs typeface="Calibri"/>
              </a:rPr>
              <a:t>between</a:t>
            </a:r>
            <a:r>
              <a:rPr sz="1400" b="1" spc="45" dirty="0">
                <a:solidFill>
                  <a:srgbClr val="212121"/>
                </a:solidFill>
                <a:latin typeface="Calibri"/>
                <a:cs typeface="Calibri"/>
              </a:rPr>
              <a:t> </a:t>
            </a:r>
            <a:r>
              <a:rPr sz="1400" b="1" dirty="0">
                <a:solidFill>
                  <a:srgbClr val="212121"/>
                </a:solidFill>
                <a:latin typeface="Calibri"/>
                <a:cs typeface="Calibri"/>
              </a:rPr>
              <a:t>the</a:t>
            </a:r>
            <a:r>
              <a:rPr sz="1400" b="1" spc="40" dirty="0">
                <a:solidFill>
                  <a:srgbClr val="212121"/>
                </a:solidFill>
                <a:latin typeface="Calibri"/>
                <a:cs typeface="Calibri"/>
              </a:rPr>
              <a:t> </a:t>
            </a:r>
            <a:r>
              <a:rPr sz="1400" b="1" dirty="0">
                <a:solidFill>
                  <a:srgbClr val="212121"/>
                </a:solidFill>
                <a:latin typeface="Calibri"/>
                <a:cs typeface="Calibri"/>
              </a:rPr>
              <a:t>modules</a:t>
            </a:r>
            <a:r>
              <a:rPr sz="1400" dirty="0">
                <a:solidFill>
                  <a:srgbClr val="212121"/>
                </a:solidFill>
                <a:latin typeface="Calibri"/>
                <a:cs typeface="Calibri"/>
              </a:rPr>
              <a:t>.</a:t>
            </a:r>
            <a:r>
              <a:rPr sz="1400" spc="55" dirty="0">
                <a:solidFill>
                  <a:srgbClr val="212121"/>
                </a:solidFill>
                <a:latin typeface="Calibri"/>
                <a:cs typeface="Calibri"/>
              </a:rPr>
              <a:t> </a:t>
            </a:r>
            <a:r>
              <a:rPr sz="1400" dirty="0">
                <a:solidFill>
                  <a:srgbClr val="212121"/>
                </a:solidFill>
                <a:latin typeface="Calibri"/>
                <a:cs typeface="Calibri"/>
              </a:rPr>
              <a:t>Here</a:t>
            </a:r>
            <a:r>
              <a:rPr sz="1400" spc="45" dirty="0">
                <a:solidFill>
                  <a:srgbClr val="212121"/>
                </a:solidFill>
                <a:latin typeface="Calibri"/>
                <a:cs typeface="Calibri"/>
              </a:rPr>
              <a:t> </a:t>
            </a:r>
            <a:r>
              <a:rPr sz="1400" dirty="0">
                <a:solidFill>
                  <a:srgbClr val="212121"/>
                </a:solidFill>
                <a:latin typeface="Calibri"/>
                <a:cs typeface="Calibri"/>
              </a:rPr>
              <a:t>priority</a:t>
            </a:r>
            <a:r>
              <a:rPr sz="1400" spc="50" dirty="0">
                <a:solidFill>
                  <a:srgbClr val="212121"/>
                </a:solidFill>
                <a:latin typeface="Calibri"/>
                <a:cs typeface="Calibri"/>
              </a:rPr>
              <a:t> </a:t>
            </a:r>
            <a:r>
              <a:rPr sz="1400" dirty="0">
                <a:solidFill>
                  <a:srgbClr val="212121"/>
                </a:solidFill>
                <a:latin typeface="Calibri"/>
                <a:cs typeface="Calibri"/>
              </a:rPr>
              <a:t>is</a:t>
            </a:r>
            <a:r>
              <a:rPr sz="1400" spc="50" dirty="0">
                <a:solidFill>
                  <a:srgbClr val="212121"/>
                </a:solidFill>
                <a:latin typeface="Calibri"/>
                <a:cs typeface="Calibri"/>
              </a:rPr>
              <a:t> </a:t>
            </a:r>
            <a:r>
              <a:rPr sz="1400" dirty="0">
                <a:solidFill>
                  <a:srgbClr val="212121"/>
                </a:solidFill>
                <a:latin typeface="Calibri"/>
                <a:cs typeface="Calibri"/>
              </a:rPr>
              <a:t>to</a:t>
            </a:r>
            <a:r>
              <a:rPr sz="1400" spc="40" dirty="0">
                <a:solidFill>
                  <a:srgbClr val="212121"/>
                </a:solidFill>
                <a:latin typeface="Calibri"/>
                <a:cs typeface="Calibri"/>
              </a:rPr>
              <a:t> </a:t>
            </a:r>
            <a:r>
              <a:rPr sz="1400" dirty="0">
                <a:solidFill>
                  <a:srgbClr val="212121"/>
                </a:solidFill>
                <a:latin typeface="Calibri"/>
                <a:cs typeface="Calibri"/>
              </a:rPr>
              <a:t>be</a:t>
            </a:r>
            <a:r>
              <a:rPr sz="1400" spc="45" dirty="0">
                <a:solidFill>
                  <a:srgbClr val="212121"/>
                </a:solidFill>
                <a:latin typeface="Calibri"/>
                <a:cs typeface="Calibri"/>
              </a:rPr>
              <a:t> </a:t>
            </a:r>
            <a:r>
              <a:rPr sz="1400" dirty="0">
                <a:solidFill>
                  <a:srgbClr val="212121"/>
                </a:solidFill>
                <a:latin typeface="Calibri"/>
                <a:cs typeface="Calibri"/>
              </a:rPr>
              <a:t>given</a:t>
            </a:r>
            <a:r>
              <a:rPr sz="1400" spc="45" dirty="0">
                <a:solidFill>
                  <a:srgbClr val="212121"/>
                </a:solidFill>
                <a:latin typeface="Calibri"/>
                <a:cs typeface="Calibri"/>
              </a:rPr>
              <a:t> </a:t>
            </a:r>
            <a:r>
              <a:rPr sz="1400" dirty="0">
                <a:solidFill>
                  <a:srgbClr val="212121"/>
                </a:solidFill>
                <a:latin typeface="Calibri"/>
                <a:cs typeface="Calibri"/>
              </a:rPr>
              <a:t>for</a:t>
            </a:r>
            <a:r>
              <a:rPr sz="1400" spc="45" dirty="0">
                <a:solidFill>
                  <a:srgbClr val="212121"/>
                </a:solidFill>
                <a:latin typeface="Calibri"/>
                <a:cs typeface="Calibri"/>
              </a:rPr>
              <a:t> </a:t>
            </a:r>
            <a:r>
              <a:rPr sz="1400" dirty="0">
                <a:solidFill>
                  <a:srgbClr val="212121"/>
                </a:solidFill>
                <a:latin typeface="Calibri"/>
                <a:cs typeface="Calibri"/>
              </a:rPr>
              <a:t>the</a:t>
            </a:r>
            <a:r>
              <a:rPr sz="1400" spc="45" dirty="0">
                <a:solidFill>
                  <a:srgbClr val="212121"/>
                </a:solidFill>
                <a:latin typeface="Calibri"/>
                <a:cs typeface="Calibri"/>
              </a:rPr>
              <a:t> </a:t>
            </a:r>
            <a:r>
              <a:rPr sz="1400" b="1" spc="-10" dirty="0">
                <a:solidFill>
                  <a:srgbClr val="212121"/>
                </a:solidFill>
                <a:latin typeface="Calibri"/>
                <a:cs typeface="Calibri"/>
              </a:rPr>
              <a:t>integrating 	</a:t>
            </a:r>
            <a:r>
              <a:rPr sz="1400" b="1" dirty="0">
                <a:solidFill>
                  <a:srgbClr val="212121"/>
                </a:solidFill>
                <a:latin typeface="Calibri"/>
                <a:cs typeface="Calibri"/>
              </a:rPr>
              <a:t>links</a:t>
            </a:r>
            <a:r>
              <a:rPr sz="1400" b="1" spc="-45" dirty="0">
                <a:solidFill>
                  <a:srgbClr val="212121"/>
                </a:solidFill>
                <a:latin typeface="Calibri"/>
                <a:cs typeface="Calibri"/>
              </a:rPr>
              <a:t> </a:t>
            </a:r>
            <a:r>
              <a:rPr sz="1400" spc="-10" dirty="0">
                <a:solidFill>
                  <a:srgbClr val="212121"/>
                </a:solidFill>
                <a:latin typeface="Calibri"/>
                <a:cs typeface="Calibri"/>
              </a:rPr>
              <a:t>rather</a:t>
            </a:r>
            <a:r>
              <a:rPr sz="1400" spc="-45" dirty="0">
                <a:solidFill>
                  <a:srgbClr val="212121"/>
                </a:solidFill>
                <a:latin typeface="Calibri"/>
                <a:cs typeface="Calibri"/>
              </a:rPr>
              <a:t> </a:t>
            </a:r>
            <a:r>
              <a:rPr sz="1400" dirty="0">
                <a:solidFill>
                  <a:srgbClr val="212121"/>
                </a:solidFill>
                <a:latin typeface="Calibri"/>
                <a:cs typeface="Calibri"/>
              </a:rPr>
              <a:t>than</a:t>
            </a:r>
            <a:r>
              <a:rPr sz="1400" spc="-30" dirty="0">
                <a:solidFill>
                  <a:srgbClr val="212121"/>
                </a:solidFill>
                <a:latin typeface="Calibri"/>
                <a:cs typeface="Calibri"/>
              </a:rPr>
              <a:t> </a:t>
            </a:r>
            <a:r>
              <a:rPr sz="1400" dirty="0">
                <a:solidFill>
                  <a:srgbClr val="212121"/>
                </a:solidFill>
                <a:latin typeface="Calibri"/>
                <a:cs typeface="Calibri"/>
              </a:rPr>
              <a:t>the</a:t>
            </a:r>
            <a:r>
              <a:rPr sz="1400" spc="-25" dirty="0">
                <a:solidFill>
                  <a:srgbClr val="212121"/>
                </a:solidFill>
                <a:latin typeface="Calibri"/>
                <a:cs typeface="Calibri"/>
              </a:rPr>
              <a:t> </a:t>
            </a:r>
            <a:r>
              <a:rPr sz="1400" dirty="0">
                <a:solidFill>
                  <a:srgbClr val="212121"/>
                </a:solidFill>
                <a:latin typeface="Calibri"/>
                <a:cs typeface="Calibri"/>
              </a:rPr>
              <a:t>unit</a:t>
            </a:r>
            <a:r>
              <a:rPr sz="1400" spc="-35" dirty="0">
                <a:solidFill>
                  <a:srgbClr val="212121"/>
                </a:solidFill>
                <a:latin typeface="Calibri"/>
                <a:cs typeface="Calibri"/>
              </a:rPr>
              <a:t> </a:t>
            </a:r>
            <a:r>
              <a:rPr sz="1400" dirty="0">
                <a:solidFill>
                  <a:srgbClr val="212121"/>
                </a:solidFill>
                <a:latin typeface="Calibri"/>
                <a:cs typeface="Calibri"/>
              </a:rPr>
              <a:t>functions</a:t>
            </a:r>
            <a:r>
              <a:rPr sz="1400" spc="-35" dirty="0">
                <a:solidFill>
                  <a:srgbClr val="212121"/>
                </a:solidFill>
                <a:latin typeface="Calibri"/>
                <a:cs typeface="Calibri"/>
              </a:rPr>
              <a:t> </a:t>
            </a:r>
            <a:r>
              <a:rPr sz="1400" dirty="0">
                <a:solidFill>
                  <a:srgbClr val="212121"/>
                </a:solidFill>
                <a:latin typeface="Calibri"/>
                <a:cs typeface="Calibri"/>
              </a:rPr>
              <a:t>which</a:t>
            </a:r>
            <a:r>
              <a:rPr sz="1400" spc="-55" dirty="0">
                <a:solidFill>
                  <a:srgbClr val="212121"/>
                </a:solidFill>
                <a:latin typeface="Calibri"/>
                <a:cs typeface="Calibri"/>
              </a:rPr>
              <a:t> </a:t>
            </a:r>
            <a:r>
              <a:rPr sz="1400" dirty="0">
                <a:solidFill>
                  <a:srgbClr val="212121"/>
                </a:solidFill>
                <a:latin typeface="Calibri"/>
                <a:cs typeface="Calibri"/>
              </a:rPr>
              <a:t>are</a:t>
            </a:r>
            <a:r>
              <a:rPr sz="1400" spc="-40" dirty="0">
                <a:solidFill>
                  <a:srgbClr val="212121"/>
                </a:solidFill>
                <a:latin typeface="Calibri"/>
                <a:cs typeface="Calibri"/>
              </a:rPr>
              <a:t> </a:t>
            </a:r>
            <a:r>
              <a:rPr sz="1400" dirty="0">
                <a:solidFill>
                  <a:srgbClr val="212121"/>
                </a:solidFill>
                <a:latin typeface="Calibri"/>
                <a:cs typeface="Calibri"/>
              </a:rPr>
              <a:t>already</a:t>
            </a:r>
            <a:r>
              <a:rPr sz="1400" spc="-25" dirty="0">
                <a:solidFill>
                  <a:srgbClr val="212121"/>
                </a:solidFill>
                <a:latin typeface="Calibri"/>
                <a:cs typeface="Calibri"/>
              </a:rPr>
              <a:t> </a:t>
            </a:r>
            <a:r>
              <a:rPr sz="1400" spc="-10" dirty="0">
                <a:solidFill>
                  <a:srgbClr val="212121"/>
                </a:solidFill>
                <a:latin typeface="Calibri"/>
                <a:cs typeface="Calibri"/>
              </a:rPr>
              <a:t>tested.</a:t>
            </a:r>
            <a:endParaRPr sz="1400">
              <a:latin typeface="Calibri"/>
              <a:cs typeface="Calibri"/>
            </a:endParaRPr>
          </a:p>
          <a:p>
            <a:pPr marL="240029" marR="8890" indent="-227329" algn="just">
              <a:lnSpc>
                <a:spcPts val="1510"/>
              </a:lnSpc>
              <a:spcBef>
                <a:spcPts val="1030"/>
              </a:spcBef>
              <a:buFont typeface="Arial MT"/>
              <a:buChar char="•"/>
              <a:tabLst>
                <a:tab pos="241300" algn="l"/>
              </a:tabLst>
            </a:pPr>
            <a:r>
              <a:rPr sz="1400" dirty="0">
                <a:solidFill>
                  <a:srgbClr val="212121"/>
                </a:solidFill>
                <a:latin typeface="Calibri"/>
                <a:cs typeface="Calibri"/>
              </a:rPr>
              <a:t>Sample</a:t>
            </a:r>
            <a:r>
              <a:rPr sz="1400" spc="75" dirty="0">
                <a:solidFill>
                  <a:srgbClr val="212121"/>
                </a:solidFill>
                <a:latin typeface="Calibri"/>
                <a:cs typeface="Calibri"/>
              </a:rPr>
              <a:t> </a:t>
            </a:r>
            <a:r>
              <a:rPr sz="1400" dirty="0">
                <a:solidFill>
                  <a:srgbClr val="212121"/>
                </a:solidFill>
                <a:latin typeface="Calibri"/>
                <a:cs typeface="Calibri"/>
              </a:rPr>
              <a:t>Integration</a:t>
            </a:r>
            <a:r>
              <a:rPr sz="1400" spc="80" dirty="0">
                <a:solidFill>
                  <a:srgbClr val="212121"/>
                </a:solidFill>
                <a:latin typeface="Calibri"/>
                <a:cs typeface="Calibri"/>
              </a:rPr>
              <a:t> </a:t>
            </a:r>
            <a:r>
              <a:rPr sz="1400" dirty="0">
                <a:solidFill>
                  <a:srgbClr val="212121"/>
                </a:solidFill>
                <a:latin typeface="Calibri"/>
                <a:cs typeface="Calibri"/>
              </a:rPr>
              <a:t>Test</a:t>
            </a:r>
            <a:r>
              <a:rPr sz="1400" spc="80" dirty="0">
                <a:solidFill>
                  <a:srgbClr val="212121"/>
                </a:solidFill>
                <a:latin typeface="Calibri"/>
                <a:cs typeface="Calibri"/>
              </a:rPr>
              <a:t> </a:t>
            </a:r>
            <a:r>
              <a:rPr sz="1400" dirty="0">
                <a:solidFill>
                  <a:srgbClr val="212121"/>
                </a:solidFill>
                <a:latin typeface="Calibri"/>
                <a:cs typeface="Calibri"/>
              </a:rPr>
              <a:t>Cases</a:t>
            </a:r>
            <a:r>
              <a:rPr sz="1400" spc="80" dirty="0">
                <a:solidFill>
                  <a:srgbClr val="212121"/>
                </a:solidFill>
                <a:latin typeface="Calibri"/>
                <a:cs typeface="Calibri"/>
              </a:rPr>
              <a:t> </a:t>
            </a:r>
            <a:r>
              <a:rPr sz="1400" dirty="0">
                <a:solidFill>
                  <a:srgbClr val="212121"/>
                </a:solidFill>
                <a:latin typeface="Calibri"/>
                <a:cs typeface="Calibri"/>
              </a:rPr>
              <a:t>for</a:t>
            </a:r>
            <a:r>
              <a:rPr sz="1400" spc="80" dirty="0">
                <a:solidFill>
                  <a:srgbClr val="212121"/>
                </a:solidFill>
                <a:latin typeface="Calibri"/>
                <a:cs typeface="Calibri"/>
              </a:rPr>
              <a:t> </a:t>
            </a:r>
            <a:r>
              <a:rPr sz="1400" dirty="0">
                <a:solidFill>
                  <a:srgbClr val="212121"/>
                </a:solidFill>
                <a:latin typeface="Calibri"/>
                <a:cs typeface="Calibri"/>
              </a:rPr>
              <a:t>the</a:t>
            </a:r>
            <a:r>
              <a:rPr sz="1400" spc="75" dirty="0">
                <a:solidFill>
                  <a:srgbClr val="212121"/>
                </a:solidFill>
                <a:latin typeface="Calibri"/>
                <a:cs typeface="Calibri"/>
              </a:rPr>
              <a:t> </a:t>
            </a:r>
            <a:r>
              <a:rPr sz="1400" dirty="0">
                <a:solidFill>
                  <a:srgbClr val="212121"/>
                </a:solidFill>
                <a:latin typeface="Calibri"/>
                <a:cs typeface="Calibri"/>
              </a:rPr>
              <a:t>following</a:t>
            </a:r>
            <a:r>
              <a:rPr sz="1400" spc="80" dirty="0">
                <a:solidFill>
                  <a:srgbClr val="212121"/>
                </a:solidFill>
                <a:latin typeface="Calibri"/>
                <a:cs typeface="Calibri"/>
              </a:rPr>
              <a:t> </a:t>
            </a:r>
            <a:r>
              <a:rPr sz="1400" dirty="0">
                <a:solidFill>
                  <a:srgbClr val="212121"/>
                </a:solidFill>
                <a:latin typeface="Calibri"/>
                <a:cs typeface="Calibri"/>
              </a:rPr>
              <a:t>scenario:</a:t>
            </a:r>
            <a:r>
              <a:rPr sz="1400" spc="75" dirty="0">
                <a:solidFill>
                  <a:srgbClr val="212121"/>
                </a:solidFill>
                <a:latin typeface="Calibri"/>
                <a:cs typeface="Calibri"/>
              </a:rPr>
              <a:t> </a:t>
            </a:r>
            <a:r>
              <a:rPr sz="1400" spc="-10" dirty="0">
                <a:solidFill>
                  <a:srgbClr val="212121"/>
                </a:solidFill>
                <a:latin typeface="Calibri"/>
                <a:cs typeface="Calibri"/>
              </a:rPr>
              <a:t>Application 	</a:t>
            </a:r>
            <a:r>
              <a:rPr sz="1400" dirty="0">
                <a:solidFill>
                  <a:srgbClr val="212121"/>
                </a:solidFill>
                <a:latin typeface="Calibri"/>
                <a:cs typeface="Calibri"/>
              </a:rPr>
              <a:t>has</a:t>
            </a:r>
            <a:r>
              <a:rPr sz="1400" spc="-25" dirty="0">
                <a:solidFill>
                  <a:srgbClr val="212121"/>
                </a:solidFill>
                <a:latin typeface="Calibri"/>
                <a:cs typeface="Calibri"/>
              </a:rPr>
              <a:t> </a:t>
            </a:r>
            <a:r>
              <a:rPr sz="1400" dirty="0">
                <a:solidFill>
                  <a:srgbClr val="212121"/>
                </a:solidFill>
                <a:latin typeface="Calibri"/>
                <a:cs typeface="Calibri"/>
              </a:rPr>
              <a:t>3</a:t>
            </a:r>
            <a:r>
              <a:rPr sz="1400" spc="-30" dirty="0">
                <a:solidFill>
                  <a:srgbClr val="212121"/>
                </a:solidFill>
                <a:latin typeface="Calibri"/>
                <a:cs typeface="Calibri"/>
              </a:rPr>
              <a:t> </a:t>
            </a:r>
            <a:r>
              <a:rPr sz="1400" dirty="0">
                <a:solidFill>
                  <a:srgbClr val="212121"/>
                </a:solidFill>
                <a:latin typeface="Calibri"/>
                <a:cs typeface="Calibri"/>
              </a:rPr>
              <a:t>modules</a:t>
            </a:r>
            <a:r>
              <a:rPr sz="1400" spc="-25" dirty="0">
                <a:solidFill>
                  <a:srgbClr val="212121"/>
                </a:solidFill>
                <a:latin typeface="Calibri"/>
                <a:cs typeface="Calibri"/>
              </a:rPr>
              <a:t> </a:t>
            </a:r>
            <a:r>
              <a:rPr sz="1400" dirty="0">
                <a:solidFill>
                  <a:srgbClr val="212121"/>
                </a:solidFill>
                <a:latin typeface="Calibri"/>
                <a:cs typeface="Calibri"/>
              </a:rPr>
              <a:t>say</a:t>
            </a:r>
            <a:r>
              <a:rPr sz="1400" spc="-25" dirty="0">
                <a:solidFill>
                  <a:srgbClr val="212121"/>
                </a:solidFill>
                <a:latin typeface="Calibri"/>
                <a:cs typeface="Calibri"/>
              </a:rPr>
              <a:t> </a:t>
            </a:r>
            <a:r>
              <a:rPr sz="1400" dirty="0">
                <a:solidFill>
                  <a:srgbClr val="212121"/>
                </a:solidFill>
                <a:latin typeface="Calibri"/>
                <a:cs typeface="Calibri"/>
              </a:rPr>
              <a:t>‘Login</a:t>
            </a:r>
            <a:r>
              <a:rPr sz="1400" spc="-25" dirty="0">
                <a:solidFill>
                  <a:srgbClr val="212121"/>
                </a:solidFill>
                <a:latin typeface="Calibri"/>
                <a:cs typeface="Calibri"/>
              </a:rPr>
              <a:t> </a:t>
            </a:r>
            <a:r>
              <a:rPr sz="1400" spc="-30" dirty="0">
                <a:solidFill>
                  <a:srgbClr val="212121"/>
                </a:solidFill>
                <a:latin typeface="Calibri"/>
                <a:cs typeface="Calibri"/>
              </a:rPr>
              <a:t>Page’, </a:t>
            </a:r>
            <a:r>
              <a:rPr sz="1400" dirty="0">
                <a:solidFill>
                  <a:srgbClr val="212121"/>
                </a:solidFill>
                <a:latin typeface="Calibri"/>
                <a:cs typeface="Calibri"/>
              </a:rPr>
              <a:t>‘Mailbox’</a:t>
            </a:r>
            <a:r>
              <a:rPr sz="1400" spc="-25" dirty="0">
                <a:solidFill>
                  <a:srgbClr val="212121"/>
                </a:solidFill>
                <a:latin typeface="Calibri"/>
                <a:cs typeface="Calibri"/>
              </a:rPr>
              <a:t> </a:t>
            </a:r>
            <a:r>
              <a:rPr sz="1400" dirty="0">
                <a:solidFill>
                  <a:srgbClr val="212121"/>
                </a:solidFill>
                <a:latin typeface="Calibri"/>
                <a:cs typeface="Calibri"/>
              </a:rPr>
              <a:t>and</a:t>
            </a:r>
            <a:r>
              <a:rPr sz="1400" spc="-30" dirty="0">
                <a:solidFill>
                  <a:srgbClr val="212121"/>
                </a:solidFill>
                <a:latin typeface="Calibri"/>
                <a:cs typeface="Calibri"/>
              </a:rPr>
              <a:t> </a:t>
            </a:r>
            <a:r>
              <a:rPr sz="1400" dirty="0">
                <a:solidFill>
                  <a:srgbClr val="212121"/>
                </a:solidFill>
                <a:latin typeface="Calibri"/>
                <a:cs typeface="Calibri"/>
              </a:rPr>
              <a:t>‘Delete</a:t>
            </a:r>
            <a:r>
              <a:rPr sz="1400" spc="-25" dirty="0">
                <a:solidFill>
                  <a:srgbClr val="212121"/>
                </a:solidFill>
                <a:latin typeface="Calibri"/>
                <a:cs typeface="Calibri"/>
              </a:rPr>
              <a:t> </a:t>
            </a:r>
            <a:r>
              <a:rPr sz="1400" dirty="0">
                <a:solidFill>
                  <a:srgbClr val="212121"/>
                </a:solidFill>
                <a:latin typeface="Calibri"/>
                <a:cs typeface="Calibri"/>
              </a:rPr>
              <a:t>emails’</a:t>
            </a:r>
            <a:r>
              <a:rPr sz="1400" spc="-10" dirty="0">
                <a:solidFill>
                  <a:srgbClr val="212121"/>
                </a:solidFill>
                <a:latin typeface="Calibri"/>
                <a:cs typeface="Calibri"/>
              </a:rPr>
              <a:t> </a:t>
            </a:r>
            <a:r>
              <a:rPr sz="1400" dirty="0">
                <a:solidFill>
                  <a:srgbClr val="212121"/>
                </a:solidFill>
                <a:latin typeface="Calibri"/>
                <a:cs typeface="Calibri"/>
              </a:rPr>
              <a:t>and</a:t>
            </a:r>
            <a:r>
              <a:rPr sz="1400" spc="-30" dirty="0">
                <a:solidFill>
                  <a:srgbClr val="212121"/>
                </a:solidFill>
                <a:latin typeface="Calibri"/>
                <a:cs typeface="Calibri"/>
              </a:rPr>
              <a:t> </a:t>
            </a:r>
            <a:r>
              <a:rPr sz="1400" spc="-20" dirty="0">
                <a:solidFill>
                  <a:srgbClr val="212121"/>
                </a:solidFill>
                <a:latin typeface="Calibri"/>
                <a:cs typeface="Calibri"/>
              </a:rPr>
              <a:t>each 	</a:t>
            </a:r>
            <a:r>
              <a:rPr sz="1400" dirty="0">
                <a:solidFill>
                  <a:srgbClr val="212121"/>
                </a:solidFill>
                <a:latin typeface="Calibri"/>
                <a:cs typeface="Calibri"/>
              </a:rPr>
              <a:t>of</a:t>
            </a:r>
            <a:r>
              <a:rPr sz="1400" spc="-40" dirty="0">
                <a:solidFill>
                  <a:srgbClr val="212121"/>
                </a:solidFill>
                <a:latin typeface="Calibri"/>
                <a:cs typeface="Calibri"/>
              </a:rPr>
              <a:t> </a:t>
            </a:r>
            <a:r>
              <a:rPr sz="1400" dirty="0">
                <a:solidFill>
                  <a:srgbClr val="212121"/>
                </a:solidFill>
                <a:latin typeface="Calibri"/>
                <a:cs typeface="Calibri"/>
              </a:rPr>
              <a:t>them</a:t>
            </a:r>
            <a:r>
              <a:rPr sz="1400" spc="-30" dirty="0">
                <a:solidFill>
                  <a:srgbClr val="212121"/>
                </a:solidFill>
                <a:latin typeface="Calibri"/>
                <a:cs typeface="Calibri"/>
              </a:rPr>
              <a:t> </a:t>
            </a:r>
            <a:r>
              <a:rPr sz="1400" dirty="0">
                <a:solidFill>
                  <a:srgbClr val="212121"/>
                </a:solidFill>
                <a:latin typeface="Calibri"/>
                <a:cs typeface="Calibri"/>
              </a:rPr>
              <a:t>is</a:t>
            </a:r>
            <a:r>
              <a:rPr sz="1400" spc="-30" dirty="0">
                <a:solidFill>
                  <a:srgbClr val="212121"/>
                </a:solidFill>
                <a:latin typeface="Calibri"/>
                <a:cs typeface="Calibri"/>
              </a:rPr>
              <a:t> </a:t>
            </a:r>
            <a:r>
              <a:rPr sz="1400" spc="-10" dirty="0">
                <a:solidFill>
                  <a:srgbClr val="212121"/>
                </a:solidFill>
                <a:latin typeface="Calibri"/>
                <a:cs typeface="Calibri"/>
              </a:rPr>
              <a:t>integrated logically.</a:t>
            </a:r>
            <a:endParaRPr sz="1400">
              <a:latin typeface="Calibri"/>
              <a:cs typeface="Calibri"/>
            </a:endParaRPr>
          </a:p>
          <a:p>
            <a:pPr marL="240029" marR="8255" indent="-227329" algn="just">
              <a:lnSpc>
                <a:spcPct val="90100"/>
              </a:lnSpc>
              <a:spcBef>
                <a:spcPts val="975"/>
              </a:spcBef>
              <a:buFont typeface="Arial MT"/>
              <a:buChar char="•"/>
              <a:tabLst>
                <a:tab pos="241300" algn="l"/>
              </a:tabLst>
            </a:pPr>
            <a:r>
              <a:rPr sz="1400" dirty="0">
                <a:solidFill>
                  <a:srgbClr val="212121"/>
                </a:solidFill>
                <a:latin typeface="Calibri"/>
                <a:cs typeface="Calibri"/>
              </a:rPr>
              <a:t>Here</a:t>
            </a:r>
            <a:r>
              <a:rPr sz="1400" spc="-45" dirty="0">
                <a:solidFill>
                  <a:srgbClr val="212121"/>
                </a:solidFill>
                <a:latin typeface="Calibri"/>
                <a:cs typeface="Calibri"/>
              </a:rPr>
              <a:t> </a:t>
            </a:r>
            <a:r>
              <a:rPr sz="1400" dirty="0">
                <a:solidFill>
                  <a:srgbClr val="212121"/>
                </a:solidFill>
                <a:latin typeface="Calibri"/>
                <a:cs typeface="Calibri"/>
              </a:rPr>
              <a:t>do</a:t>
            </a:r>
            <a:r>
              <a:rPr sz="1400" spc="-35" dirty="0">
                <a:solidFill>
                  <a:srgbClr val="212121"/>
                </a:solidFill>
                <a:latin typeface="Calibri"/>
                <a:cs typeface="Calibri"/>
              </a:rPr>
              <a:t> </a:t>
            </a:r>
            <a:r>
              <a:rPr sz="1400" dirty="0">
                <a:solidFill>
                  <a:srgbClr val="212121"/>
                </a:solidFill>
                <a:latin typeface="Calibri"/>
                <a:cs typeface="Calibri"/>
              </a:rPr>
              <a:t>not</a:t>
            </a:r>
            <a:r>
              <a:rPr sz="1400" spc="-25" dirty="0">
                <a:solidFill>
                  <a:srgbClr val="212121"/>
                </a:solidFill>
                <a:latin typeface="Calibri"/>
                <a:cs typeface="Calibri"/>
              </a:rPr>
              <a:t> </a:t>
            </a:r>
            <a:r>
              <a:rPr sz="1400" spc="-10" dirty="0">
                <a:solidFill>
                  <a:srgbClr val="212121"/>
                </a:solidFill>
                <a:latin typeface="Calibri"/>
                <a:cs typeface="Calibri"/>
              </a:rPr>
              <a:t>concentrate</a:t>
            </a:r>
            <a:r>
              <a:rPr sz="1400" spc="-40" dirty="0">
                <a:solidFill>
                  <a:srgbClr val="212121"/>
                </a:solidFill>
                <a:latin typeface="Calibri"/>
                <a:cs typeface="Calibri"/>
              </a:rPr>
              <a:t> </a:t>
            </a:r>
            <a:r>
              <a:rPr sz="1400" dirty="0">
                <a:solidFill>
                  <a:srgbClr val="212121"/>
                </a:solidFill>
                <a:latin typeface="Calibri"/>
                <a:cs typeface="Calibri"/>
              </a:rPr>
              <a:t>much</a:t>
            </a:r>
            <a:r>
              <a:rPr sz="1400" spc="-45" dirty="0">
                <a:solidFill>
                  <a:srgbClr val="212121"/>
                </a:solidFill>
                <a:latin typeface="Calibri"/>
                <a:cs typeface="Calibri"/>
              </a:rPr>
              <a:t> </a:t>
            </a:r>
            <a:r>
              <a:rPr sz="1400" dirty="0">
                <a:solidFill>
                  <a:srgbClr val="212121"/>
                </a:solidFill>
                <a:latin typeface="Calibri"/>
                <a:cs typeface="Calibri"/>
              </a:rPr>
              <a:t>on</a:t>
            </a:r>
            <a:r>
              <a:rPr sz="1400" spc="-35" dirty="0">
                <a:solidFill>
                  <a:srgbClr val="212121"/>
                </a:solidFill>
                <a:latin typeface="Calibri"/>
                <a:cs typeface="Calibri"/>
              </a:rPr>
              <a:t> </a:t>
            </a:r>
            <a:r>
              <a:rPr sz="1400" dirty="0">
                <a:solidFill>
                  <a:srgbClr val="212121"/>
                </a:solidFill>
                <a:latin typeface="Calibri"/>
                <a:cs typeface="Calibri"/>
              </a:rPr>
              <a:t>the</a:t>
            </a:r>
            <a:r>
              <a:rPr sz="1400" spc="-30" dirty="0">
                <a:solidFill>
                  <a:srgbClr val="212121"/>
                </a:solidFill>
                <a:latin typeface="Calibri"/>
                <a:cs typeface="Calibri"/>
              </a:rPr>
              <a:t> </a:t>
            </a:r>
            <a:r>
              <a:rPr sz="1400" dirty="0">
                <a:solidFill>
                  <a:srgbClr val="212121"/>
                </a:solidFill>
                <a:latin typeface="Calibri"/>
                <a:cs typeface="Calibri"/>
              </a:rPr>
              <a:t>Login</a:t>
            </a:r>
            <a:r>
              <a:rPr sz="1400" spc="-45" dirty="0">
                <a:solidFill>
                  <a:srgbClr val="212121"/>
                </a:solidFill>
                <a:latin typeface="Calibri"/>
                <a:cs typeface="Calibri"/>
              </a:rPr>
              <a:t> </a:t>
            </a:r>
            <a:r>
              <a:rPr sz="1400" dirty="0">
                <a:solidFill>
                  <a:srgbClr val="212121"/>
                </a:solidFill>
                <a:latin typeface="Calibri"/>
                <a:cs typeface="Calibri"/>
              </a:rPr>
              <a:t>Page</a:t>
            </a:r>
            <a:r>
              <a:rPr sz="1400" spc="-30" dirty="0">
                <a:solidFill>
                  <a:srgbClr val="212121"/>
                </a:solidFill>
                <a:latin typeface="Calibri"/>
                <a:cs typeface="Calibri"/>
              </a:rPr>
              <a:t> </a:t>
            </a:r>
            <a:r>
              <a:rPr sz="1400" dirty="0">
                <a:solidFill>
                  <a:srgbClr val="212121"/>
                </a:solidFill>
                <a:latin typeface="Calibri"/>
                <a:cs typeface="Calibri"/>
              </a:rPr>
              <a:t>testing</a:t>
            </a:r>
            <a:r>
              <a:rPr sz="1400" spc="-25" dirty="0">
                <a:solidFill>
                  <a:srgbClr val="212121"/>
                </a:solidFill>
                <a:latin typeface="Calibri"/>
                <a:cs typeface="Calibri"/>
              </a:rPr>
              <a:t> </a:t>
            </a:r>
            <a:r>
              <a:rPr sz="1400" dirty="0">
                <a:solidFill>
                  <a:srgbClr val="212121"/>
                </a:solidFill>
                <a:latin typeface="Calibri"/>
                <a:cs typeface="Calibri"/>
              </a:rPr>
              <a:t>as</a:t>
            </a:r>
            <a:r>
              <a:rPr sz="1400" spc="-35" dirty="0">
                <a:solidFill>
                  <a:srgbClr val="212121"/>
                </a:solidFill>
                <a:latin typeface="Calibri"/>
                <a:cs typeface="Calibri"/>
              </a:rPr>
              <a:t> </a:t>
            </a:r>
            <a:r>
              <a:rPr sz="1400" dirty="0">
                <a:solidFill>
                  <a:srgbClr val="212121"/>
                </a:solidFill>
                <a:latin typeface="Calibri"/>
                <a:cs typeface="Calibri"/>
              </a:rPr>
              <a:t>it’s</a:t>
            </a:r>
            <a:r>
              <a:rPr sz="1400" spc="-20" dirty="0">
                <a:solidFill>
                  <a:srgbClr val="212121"/>
                </a:solidFill>
                <a:latin typeface="Calibri"/>
                <a:cs typeface="Calibri"/>
              </a:rPr>
              <a:t> </a:t>
            </a:r>
            <a:r>
              <a:rPr sz="1400" spc="-10" dirty="0">
                <a:solidFill>
                  <a:srgbClr val="212121"/>
                </a:solidFill>
                <a:latin typeface="Calibri"/>
                <a:cs typeface="Calibri"/>
              </a:rPr>
              <a:t>already 	</a:t>
            </a:r>
            <a:r>
              <a:rPr sz="1400" dirty="0">
                <a:solidFill>
                  <a:srgbClr val="212121"/>
                </a:solidFill>
                <a:latin typeface="Calibri"/>
                <a:cs typeface="Calibri"/>
              </a:rPr>
              <a:t>been</a:t>
            </a:r>
            <a:r>
              <a:rPr sz="1400" spc="95" dirty="0">
                <a:solidFill>
                  <a:srgbClr val="212121"/>
                </a:solidFill>
                <a:latin typeface="Calibri"/>
                <a:cs typeface="Calibri"/>
              </a:rPr>
              <a:t> </a:t>
            </a:r>
            <a:r>
              <a:rPr sz="1400" dirty="0">
                <a:solidFill>
                  <a:srgbClr val="212121"/>
                </a:solidFill>
                <a:latin typeface="Calibri"/>
                <a:cs typeface="Calibri"/>
              </a:rPr>
              <a:t>done</a:t>
            </a:r>
            <a:r>
              <a:rPr sz="1400" spc="100" dirty="0">
                <a:solidFill>
                  <a:srgbClr val="212121"/>
                </a:solidFill>
                <a:latin typeface="Calibri"/>
                <a:cs typeface="Calibri"/>
              </a:rPr>
              <a:t> </a:t>
            </a:r>
            <a:r>
              <a:rPr sz="1400" dirty="0">
                <a:solidFill>
                  <a:srgbClr val="212121"/>
                </a:solidFill>
                <a:latin typeface="Calibri"/>
                <a:cs typeface="Calibri"/>
              </a:rPr>
              <a:t>in</a:t>
            </a:r>
            <a:r>
              <a:rPr sz="1400" spc="105" dirty="0">
                <a:solidFill>
                  <a:srgbClr val="212121"/>
                </a:solidFill>
                <a:latin typeface="Calibri"/>
                <a:cs typeface="Calibri"/>
              </a:rPr>
              <a:t> </a:t>
            </a:r>
            <a:r>
              <a:rPr sz="1400" u="sng" dirty="0">
                <a:solidFill>
                  <a:srgbClr val="0462C1"/>
                </a:solidFill>
                <a:uFill>
                  <a:solidFill>
                    <a:srgbClr val="0462C1"/>
                  </a:solidFill>
                </a:uFill>
                <a:latin typeface="Calibri"/>
                <a:cs typeface="Calibri"/>
                <a:hlinkClick r:id="rId4"/>
              </a:rPr>
              <a:t>Unit</a:t>
            </a:r>
            <a:r>
              <a:rPr sz="1400" u="sng" spc="105" dirty="0">
                <a:solidFill>
                  <a:srgbClr val="0462C1"/>
                </a:solidFill>
                <a:uFill>
                  <a:solidFill>
                    <a:srgbClr val="0462C1"/>
                  </a:solidFill>
                </a:uFill>
                <a:latin typeface="Calibri"/>
                <a:cs typeface="Calibri"/>
                <a:hlinkClick r:id="rId4"/>
              </a:rPr>
              <a:t> </a:t>
            </a:r>
            <a:r>
              <a:rPr sz="1400" u="sng" dirty="0">
                <a:solidFill>
                  <a:srgbClr val="0462C1"/>
                </a:solidFill>
                <a:uFill>
                  <a:solidFill>
                    <a:srgbClr val="0462C1"/>
                  </a:solidFill>
                </a:uFill>
                <a:latin typeface="Calibri"/>
                <a:cs typeface="Calibri"/>
                <a:hlinkClick r:id="rId4"/>
              </a:rPr>
              <a:t>Testing</a:t>
            </a:r>
            <a:r>
              <a:rPr sz="1400" dirty="0">
                <a:solidFill>
                  <a:srgbClr val="212121"/>
                </a:solidFill>
                <a:latin typeface="Calibri"/>
                <a:cs typeface="Calibri"/>
              </a:rPr>
              <a:t>.</a:t>
            </a:r>
            <a:r>
              <a:rPr sz="1400" spc="105" dirty="0">
                <a:solidFill>
                  <a:srgbClr val="212121"/>
                </a:solidFill>
                <a:latin typeface="Calibri"/>
                <a:cs typeface="Calibri"/>
              </a:rPr>
              <a:t> </a:t>
            </a:r>
            <a:r>
              <a:rPr sz="1400" dirty="0">
                <a:solidFill>
                  <a:srgbClr val="212121"/>
                </a:solidFill>
                <a:latin typeface="Calibri"/>
                <a:cs typeface="Calibri"/>
              </a:rPr>
              <a:t>But</a:t>
            </a:r>
            <a:r>
              <a:rPr sz="1400" spc="100" dirty="0">
                <a:solidFill>
                  <a:srgbClr val="212121"/>
                </a:solidFill>
                <a:latin typeface="Calibri"/>
                <a:cs typeface="Calibri"/>
              </a:rPr>
              <a:t> </a:t>
            </a:r>
            <a:r>
              <a:rPr sz="1400" dirty="0">
                <a:solidFill>
                  <a:srgbClr val="212121"/>
                </a:solidFill>
                <a:latin typeface="Calibri"/>
                <a:cs typeface="Calibri"/>
              </a:rPr>
              <a:t>check</a:t>
            </a:r>
            <a:r>
              <a:rPr sz="1400" spc="110" dirty="0">
                <a:solidFill>
                  <a:srgbClr val="212121"/>
                </a:solidFill>
                <a:latin typeface="Calibri"/>
                <a:cs typeface="Calibri"/>
              </a:rPr>
              <a:t> </a:t>
            </a:r>
            <a:r>
              <a:rPr sz="1400" dirty="0">
                <a:solidFill>
                  <a:srgbClr val="212121"/>
                </a:solidFill>
                <a:latin typeface="Calibri"/>
                <a:cs typeface="Calibri"/>
              </a:rPr>
              <a:t>how</a:t>
            </a:r>
            <a:r>
              <a:rPr sz="1400" spc="105" dirty="0">
                <a:solidFill>
                  <a:srgbClr val="212121"/>
                </a:solidFill>
                <a:latin typeface="Calibri"/>
                <a:cs typeface="Calibri"/>
              </a:rPr>
              <a:t> </a:t>
            </a:r>
            <a:r>
              <a:rPr sz="1400" dirty="0">
                <a:solidFill>
                  <a:srgbClr val="212121"/>
                </a:solidFill>
                <a:latin typeface="Calibri"/>
                <a:cs typeface="Calibri"/>
              </a:rPr>
              <a:t>it’s</a:t>
            </a:r>
            <a:r>
              <a:rPr sz="1400" spc="105" dirty="0">
                <a:solidFill>
                  <a:srgbClr val="212121"/>
                </a:solidFill>
                <a:latin typeface="Calibri"/>
                <a:cs typeface="Calibri"/>
              </a:rPr>
              <a:t> </a:t>
            </a:r>
            <a:r>
              <a:rPr sz="1400" dirty="0">
                <a:solidFill>
                  <a:srgbClr val="212121"/>
                </a:solidFill>
                <a:latin typeface="Calibri"/>
                <a:cs typeface="Calibri"/>
              </a:rPr>
              <a:t>linked</a:t>
            </a:r>
            <a:r>
              <a:rPr sz="1400" spc="105" dirty="0">
                <a:solidFill>
                  <a:srgbClr val="212121"/>
                </a:solidFill>
                <a:latin typeface="Calibri"/>
                <a:cs typeface="Calibri"/>
              </a:rPr>
              <a:t> </a:t>
            </a:r>
            <a:r>
              <a:rPr sz="1400" dirty="0">
                <a:solidFill>
                  <a:srgbClr val="212121"/>
                </a:solidFill>
                <a:latin typeface="Calibri"/>
                <a:cs typeface="Calibri"/>
              </a:rPr>
              <a:t>to</a:t>
            </a:r>
            <a:r>
              <a:rPr sz="1400" spc="105" dirty="0">
                <a:solidFill>
                  <a:srgbClr val="212121"/>
                </a:solidFill>
                <a:latin typeface="Calibri"/>
                <a:cs typeface="Calibri"/>
              </a:rPr>
              <a:t> </a:t>
            </a:r>
            <a:r>
              <a:rPr sz="1400" dirty="0">
                <a:solidFill>
                  <a:srgbClr val="212121"/>
                </a:solidFill>
                <a:latin typeface="Calibri"/>
                <a:cs typeface="Calibri"/>
              </a:rPr>
              <a:t>the</a:t>
            </a:r>
            <a:r>
              <a:rPr sz="1400" spc="110" dirty="0">
                <a:solidFill>
                  <a:srgbClr val="212121"/>
                </a:solidFill>
                <a:latin typeface="Calibri"/>
                <a:cs typeface="Calibri"/>
              </a:rPr>
              <a:t> </a:t>
            </a:r>
            <a:r>
              <a:rPr sz="1400" dirty="0">
                <a:solidFill>
                  <a:srgbClr val="212121"/>
                </a:solidFill>
                <a:latin typeface="Calibri"/>
                <a:cs typeface="Calibri"/>
              </a:rPr>
              <a:t>Mail</a:t>
            </a:r>
            <a:r>
              <a:rPr sz="1400" spc="105" dirty="0">
                <a:solidFill>
                  <a:srgbClr val="212121"/>
                </a:solidFill>
                <a:latin typeface="Calibri"/>
                <a:cs typeface="Calibri"/>
              </a:rPr>
              <a:t> </a:t>
            </a:r>
            <a:r>
              <a:rPr sz="1400" spc="-25" dirty="0">
                <a:solidFill>
                  <a:srgbClr val="212121"/>
                </a:solidFill>
                <a:latin typeface="Calibri"/>
                <a:cs typeface="Calibri"/>
              </a:rPr>
              <a:t>Box 	</a:t>
            </a:r>
            <a:r>
              <a:rPr sz="1400" spc="-10" dirty="0">
                <a:solidFill>
                  <a:srgbClr val="212121"/>
                </a:solidFill>
                <a:latin typeface="Calibri"/>
                <a:cs typeface="Calibri"/>
              </a:rPr>
              <a:t>Page.</a:t>
            </a:r>
            <a:endParaRPr sz="1400">
              <a:latin typeface="Calibri"/>
              <a:cs typeface="Calibri"/>
            </a:endParaRPr>
          </a:p>
          <a:p>
            <a:pPr marL="240029" indent="-227329" algn="just">
              <a:lnSpc>
                <a:spcPct val="100000"/>
              </a:lnSpc>
              <a:spcBef>
                <a:spcPts val="830"/>
              </a:spcBef>
              <a:buFont typeface="Arial MT"/>
              <a:buChar char="•"/>
              <a:tabLst>
                <a:tab pos="240029" algn="l"/>
              </a:tabLst>
            </a:pPr>
            <a:r>
              <a:rPr sz="1400" dirty="0">
                <a:solidFill>
                  <a:srgbClr val="212121"/>
                </a:solidFill>
                <a:latin typeface="Calibri"/>
                <a:cs typeface="Calibri"/>
              </a:rPr>
              <a:t>Similarly</a:t>
            </a:r>
            <a:r>
              <a:rPr sz="1400" spc="-55" dirty="0">
                <a:solidFill>
                  <a:srgbClr val="212121"/>
                </a:solidFill>
                <a:latin typeface="Calibri"/>
                <a:cs typeface="Calibri"/>
              </a:rPr>
              <a:t> </a:t>
            </a:r>
            <a:r>
              <a:rPr sz="1400" dirty="0">
                <a:solidFill>
                  <a:srgbClr val="212121"/>
                </a:solidFill>
                <a:latin typeface="Calibri"/>
                <a:cs typeface="Calibri"/>
              </a:rPr>
              <a:t>Mail</a:t>
            </a:r>
            <a:r>
              <a:rPr sz="1400" spc="-30" dirty="0">
                <a:solidFill>
                  <a:srgbClr val="212121"/>
                </a:solidFill>
                <a:latin typeface="Calibri"/>
                <a:cs typeface="Calibri"/>
              </a:rPr>
              <a:t> </a:t>
            </a:r>
            <a:r>
              <a:rPr sz="1400" dirty="0">
                <a:solidFill>
                  <a:srgbClr val="212121"/>
                </a:solidFill>
                <a:latin typeface="Calibri"/>
                <a:cs typeface="Calibri"/>
              </a:rPr>
              <a:t>Box:</a:t>
            </a:r>
            <a:r>
              <a:rPr sz="1400" spc="-60" dirty="0">
                <a:solidFill>
                  <a:srgbClr val="212121"/>
                </a:solidFill>
                <a:latin typeface="Calibri"/>
                <a:cs typeface="Calibri"/>
              </a:rPr>
              <a:t> </a:t>
            </a:r>
            <a:r>
              <a:rPr sz="1400" dirty="0">
                <a:solidFill>
                  <a:srgbClr val="212121"/>
                </a:solidFill>
                <a:latin typeface="Calibri"/>
                <a:cs typeface="Calibri"/>
              </a:rPr>
              <a:t>Check</a:t>
            </a:r>
            <a:r>
              <a:rPr sz="1400" spc="-45" dirty="0">
                <a:solidFill>
                  <a:srgbClr val="212121"/>
                </a:solidFill>
                <a:latin typeface="Calibri"/>
                <a:cs typeface="Calibri"/>
              </a:rPr>
              <a:t> </a:t>
            </a:r>
            <a:r>
              <a:rPr sz="1400" dirty="0">
                <a:solidFill>
                  <a:srgbClr val="212121"/>
                </a:solidFill>
                <a:latin typeface="Calibri"/>
                <a:cs typeface="Calibri"/>
              </a:rPr>
              <a:t>its</a:t>
            </a:r>
            <a:r>
              <a:rPr sz="1400" spc="-25" dirty="0">
                <a:solidFill>
                  <a:srgbClr val="212121"/>
                </a:solidFill>
                <a:latin typeface="Calibri"/>
                <a:cs typeface="Calibri"/>
              </a:rPr>
              <a:t> </a:t>
            </a:r>
            <a:r>
              <a:rPr sz="1400" spc="-10" dirty="0">
                <a:solidFill>
                  <a:srgbClr val="212121"/>
                </a:solidFill>
                <a:latin typeface="Calibri"/>
                <a:cs typeface="Calibri"/>
              </a:rPr>
              <a:t>integration</a:t>
            </a:r>
            <a:r>
              <a:rPr sz="1400" spc="-35" dirty="0">
                <a:solidFill>
                  <a:srgbClr val="212121"/>
                </a:solidFill>
                <a:latin typeface="Calibri"/>
                <a:cs typeface="Calibri"/>
              </a:rPr>
              <a:t> </a:t>
            </a:r>
            <a:r>
              <a:rPr sz="1400" dirty="0">
                <a:solidFill>
                  <a:srgbClr val="212121"/>
                </a:solidFill>
                <a:latin typeface="Calibri"/>
                <a:cs typeface="Calibri"/>
              </a:rPr>
              <a:t>to</a:t>
            </a:r>
            <a:r>
              <a:rPr sz="1400" spc="-45" dirty="0">
                <a:solidFill>
                  <a:srgbClr val="212121"/>
                </a:solidFill>
                <a:latin typeface="Calibri"/>
                <a:cs typeface="Calibri"/>
              </a:rPr>
              <a:t> </a:t>
            </a:r>
            <a:r>
              <a:rPr sz="1400" dirty="0">
                <a:solidFill>
                  <a:srgbClr val="212121"/>
                </a:solidFill>
                <a:latin typeface="Calibri"/>
                <a:cs typeface="Calibri"/>
              </a:rPr>
              <a:t>the</a:t>
            </a:r>
            <a:r>
              <a:rPr sz="1400" spc="-30" dirty="0">
                <a:solidFill>
                  <a:srgbClr val="212121"/>
                </a:solidFill>
                <a:latin typeface="Calibri"/>
                <a:cs typeface="Calibri"/>
              </a:rPr>
              <a:t> </a:t>
            </a:r>
            <a:r>
              <a:rPr sz="1400" dirty="0">
                <a:solidFill>
                  <a:srgbClr val="212121"/>
                </a:solidFill>
                <a:latin typeface="Calibri"/>
                <a:cs typeface="Calibri"/>
              </a:rPr>
              <a:t>Delete</a:t>
            </a:r>
            <a:r>
              <a:rPr sz="1400" spc="-25" dirty="0">
                <a:solidFill>
                  <a:srgbClr val="212121"/>
                </a:solidFill>
                <a:latin typeface="Calibri"/>
                <a:cs typeface="Calibri"/>
              </a:rPr>
              <a:t> </a:t>
            </a:r>
            <a:r>
              <a:rPr sz="1400" dirty="0">
                <a:solidFill>
                  <a:srgbClr val="212121"/>
                </a:solidFill>
                <a:latin typeface="Calibri"/>
                <a:cs typeface="Calibri"/>
              </a:rPr>
              <a:t>Mails</a:t>
            </a:r>
            <a:r>
              <a:rPr sz="1400" spc="-40" dirty="0">
                <a:solidFill>
                  <a:srgbClr val="212121"/>
                </a:solidFill>
                <a:latin typeface="Calibri"/>
                <a:cs typeface="Calibri"/>
              </a:rPr>
              <a:t> </a:t>
            </a:r>
            <a:r>
              <a:rPr sz="1400" spc="-10" dirty="0">
                <a:solidFill>
                  <a:srgbClr val="212121"/>
                </a:solidFill>
                <a:latin typeface="Calibri"/>
                <a:cs typeface="Calibri"/>
              </a:rPr>
              <a:t>Module.</a:t>
            </a:r>
            <a:endParaRPr sz="1400">
              <a:latin typeface="Calibri"/>
              <a:cs typeface="Calibri"/>
            </a:endParaRPr>
          </a:p>
        </p:txBody>
      </p:sp>
      <p:sp>
        <p:nvSpPr>
          <p:cNvPr id="4" name="object 4"/>
          <p:cNvSpPr txBox="1"/>
          <p:nvPr/>
        </p:nvSpPr>
        <p:spPr>
          <a:xfrm>
            <a:off x="6251828" y="505713"/>
            <a:ext cx="478790" cy="452120"/>
          </a:xfrm>
          <a:prstGeom prst="rect">
            <a:avLst/>
          </a:prstGeom>
        </p:spPr>
        <p:txBody>
          <a:bodyPr vert="horz" wrap="square" lIns="0" tIns="12065" rIns="0" bIns="0" rtlCol="0">
            <a:spAutoFit/>
          </a:bodyPr>
          <a:lstStyle/>
          <a:p>
            <a:pPr marL="12700">
              <a:lnSpc>
                <a:spcPct val="100000"/>
              </a:lnSpc>
              <a:spcBef>
                <a:spcPts val="95"/>
              </a:spcBef>
            </a:pPr>
            <a:r>
              <a:rPr sz="2800" spc="-25" dirty="0">
                <a:latin typeface="Calibri"/>
                <a:cs typeface="Calibri"/>
              </a:rPr>
              <a:t>EX:</a:t>
            </a:r>
            <a:endParaRPr sz="2800">
              <a:latin typeface="Calibri"/>
              <a:cs typeface="Calibri"/>
            </a:endParaRPr>
          </a:p>
        </p:txBody>
      </p:sp>
      <p:pic>
        <p:nvPicPr>
          <p:cNvPr id="5" name="object 5"/>
          <p:cNvPicPr/>
          <p:nvPr/>
        </p:nvPicPr>
        <p:blipFill>
          <a:blip r:embed="rId5" cstate="print"/>
          <a:stretch>
            <a:fillRect/>
          </a:stretch>
        </p:blipFill>
        <p:spPr>
          <a:xfrm>
            <a:off x="6419088" y="1053083"/>
            <a:ext cx="5183101" cy="280940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The</a:t>
            </a:r>
            <a:r>
              <a:rPr spc="-50" dirty="0"/>
              <a:t> </a:t>
            </a:r>
            <a:r>
              <a:rPr spc="-30" dirty="0"/>
              <a:t>SATM</a:t>
            </a:r>
            <a:r>
              <a:rPr spc="-50" dirty="0"/>
              <a:t> </a:t>
            </a:r>
            <a:r>
              <a:rPr spc="-10" dirty="0"/>
              <a:t>System</a:t>
            </a:r>
            <a:r>
              <a:rPr spc="-55" dirty="0"/>
              <a:t> </a:t>
            </a:r>
            <a:r>
              <a:rPr dirty="0"/>
              <a:t>Problem</a:t>
            </a:r>
            <a:r>
              <a:rPr spc="-80" dirty="0"/>
              <a:t> </a:t>
            </a:r>
            <a:r>
              <a:rPr spc="-10" dirty="0"/>
              <a:t>statement</a:t>
            </a:r>
          </a:p>
        </p:txBody>
      </p:sp>
      <p:sp>
        <p:nvSpPr>
          <p:cNvPr id="3" name="object 3"/>
          <p:cNvSpPr txBox="1"/>
          <p:nvPr/>
        </p:nvSpPr>
        <p:spPr>
          <a:xfrm>
            <a:off x="593242" y="964438"/>
            <a:ext cx="5348605" cy="3385185"/>
          </a:xfrm>
          <a:prstGeom prst="rect">
            <a:avLst/>
          </a:prstGeom>
        </p:spPr>
        <p:txBody>
          <a:bodyPr vert="horz" wrap="square" lIns="0" tIns="12700" rIns="0" bIns="0" rtlCol="0">
            <a:spAutoFit/>
          </a:bodyPr>
          <a:lstStyle/>
          <a:p>
            <a:pPr marL="12700" marR="5080">
              <a:lnSpc>
                <a:spcPct val="100000"/>
              </a:lnSpc>
              <a:spcBef>
                <a:spcPts val="100"/>
              </a:spcBef>
            </a:pPr>
            <a:r>
              <a:rPr sz="1800" dirty="0">
                <a:latin typeface="Calibri"/>
                <a:cs typeface="Calibri"/>
              </a:rPr>
              <a:t>The</a:t>
            </a:r>
            <a:r>
              <a:rPr sz="1800" spc="110" dirty="0">
                <a:latin typeface="Calibri"/>
                <a:cs typeface="Calibri"/>
              </a:rPr>
              <a:t> </a:t>
            </a:r>
            <a:r>
              <a:rPr sz="1800" spc="-10" dirty="0">
                <a:latin typeface="Calibri"/>
                <a:cs typeface="Calibri"/>
              </a:rPr>
              <a:t>SATM(Simplified</a:t>
            </a:r>
            <a:r>
              <a:rPr sz="1800" spc="110" dirty="0">
                <a:latin typeface="Calibri"/>
                <a:cs typeface="Calibri"/>
              </a:rPr>
              <a:t> </a:t>
            </a:r>
            <a:r>
              <a:rPr sz="1800" dirty="0">
                <a:latin typeface="Calibri"/>
                <a:cs typeface="Calibri"/>
              </a:rPr>
              <a:t>Automated</a:t>
            </a:r>
            <a:r>
              <a:rPr sz="1800" spc="110" dirty="0">
                <a:latin typeface="Calibri"/>
                <a:cs typeface="Calibri"/>
              </a:rPr>
              <a:t> </a:t>
            </a:r>
            <a:r>
              <a:rPr sz="1800" dirty="0">
                <a:latin typeface="Calibri"/>
                <a:cs typeface="Calibri"/>
              </a:rPr>
              <a:t>Teller</a:t>
            </a:r>
            <a:r>
              <a:rPr sz="1800" spc="110" dirty="0">
                <a:latin typeface="Calibri"/>
                <a:cs typeface="Calibri"/>
              </a:rPr>
              <a:t> </a:t>
            </a:r>
            <a:r>
              <a:rPr sz="1800" dirty="0">
                <a:latin typeface="Calibri"/>
                <a:cs typeface="Calibri"/>
              </a:rPr>
              <a:t>Machine)</a:t>
            </a:r>
            <a:r>
              <a:rPr sz="1800" spc="110" dirty="0">
                <a:latin typeface="Calibri"/>
                <a:cs typeface="Calibri"/>
              </a:rPr>
              <a:t> </a:t>
            </a:r>
            <a:r>
              <a:rPr sz="1800" spc="-10" dirty="0">
                <a:latin typeface="Calibri"/>
                <a:cs typeface="Calibri"/>
              </a:rPr>
              <a:t>system communicates</a:t>
            </a:r>
            <a:r>
              <a:rPr sz="1800" spc="-20" dirty="0">
                <a:latin typeface="Calibri"/>
                <a:cs typeface="Calibri"/>
              </a:rPr>
              <a:t> </a:t>
            </a:r>
            <a:r>
              <a:rPr sz="1800" dirty="0">
                <a:latin typeface="Calibri"/>
                <a:cs typeface="Calibri"/>
              </a:rPr>
              <a:t>with</a:t>
            </a:r>
            <a:r>
              <a:rPr sz="1800" spc="-25" dirty="0">
                <a:latin typeface="Calibri"/>
                <a:cs typeface="Calibri"/>
              </a:rPr>
              <a:t> </a:t>
            </a:r>
            <a:r>
              <a:rPr sz="1800" dirty="0">
                <a:latin typeface="Calibri"/>
                <a:cs typeface="Calibri"/>
              </a:rPr>
              <a:t>bank</a:t>
            </a:r>
            <a:r>
              <a:rPr sz="1800" spc="-40" dirty="0">
                <a:latin typeface="Calibri"/>
                <a:cs typeface="Calibri"/>
              </a:rPr>
              <a:t> </a:t>
            </a:r>
            <a:r>
              <a:rPr sz="1800" spc="-10" dirty="0">
                <a:latin typeface="Calibri"/>
                <a:cs typeface="Calibri"/>
              </a:rPr>
              <a:t>customers</a:t>
            </a:r>
            <a:r>
              <a:rPr sz="1800" spc="-40" dirty="0">
                <a:latin typeface="Calibri"/>
                <a:cs typeface="Calibri"/>
              </a:rPr>
              <a:t> </a:t>
            </a:r>
            <a:r>
              <a:rPr sz="1800" dirty="0">
                <a:latin typeface="Calibri"/>
                <a:cs typeface="Calibri"/>
              </a:rPr>
              <a:t>via</a:t>
            </a:r>
            <a:r>
              <a:rPr sz="1800" spc="-30" dirty="0">
                <a:latin typeface="Calibri"/>
                <a:cs typeface="Calibri"/>
              </a:rPr>
              <a:t> </a:t>
            </a:r>
            <a:r>
              <a:rPr sz="1800" dirty="0">
                <a:latin typeface="Calibri"/>
                <a:cs typeface="Calibri"/>
              </a:rPr>
              <a:t>the</a:t>
            </a:r>
            <a:r>
              <a:rPr sz="1800" spc="-35" dirty="0">
                <a:latin typeface="Calibri"/>
                <a:cs typeface="Calibri"/>
              </a:rPr>
              <a:t> </a:t>
            </a:r>
            <a:r>
              <a:rPr sz="1800" dirty="0">
                <a:latin typeface="Calibri"/>
                <a:cs typeface="Calibri"/>
              </a:rPr>
              <a:t>15</a:t>
            </a:r>
            <a:r>
              <a:rPr sz="1800" spc="-30" dirty="0">
                <a:latin typeface="Calibri"/>
                <a:cs typeface="Calibri"/>
              </a:rPr>
              <a:t> </a:t>
            </a:r>
            <a:r>
              <a:rPr sz="1800" spc="-10" dirty="0">
                <a:latin typeface="Calibri"/>
                <a:cs typeface="Calibri"/>
              </a:rPr>
              <a:t>screens.</a:t>
            </a:r>
            <a:endParaRPr sz="1800">
              <a:latin typeface="Calibri"/>
              <a:cs typeface="Calibri"/>
            </a:endParaRPr>
          </a:p>
          <a:p>
            <a:pPr marL="12700">
              <a:lnSpc>
                <a:spcPct val="100000"/>
              </a:lnSpc>
              <a:spcBef>
                <a:spcPts val="994"/>
              </a:spcBef>
            </a:pPr>
            <a:r>
              <a:rPr sz="1800" b="1" dirty="0">
                <a:latin typeface="Calibri"/>
                <a:cs typeface="Calibri"/>
              </a:rPr>
              <a:t>Customers</a:t>
            </a:r>
            <a:r>
              <a:rPr sz="1800" b="1" spc="-50" dirty="0">
                <a:latin typeface="Calibri"/>
                <a:cs typeface="Calibri"/>
              </a:rPr>
              <a:t> </a:t>
            </a:r>
            <a:r>
              <a:rPr sz="1800" b="1" dirty="0">
                <a:latin typeface="Calibri"/>
                <a:cs typeface="Calibri"/>
              </a:rPr>
              <a:t>can</a:t>
            </a:r>
            <a:r>
              <a:rPr sz="1800" b="1" spc="-60" dirty="0">
                <a:latin typeface="Calibri"/>
                <a:cs typeface="Calibri"/>
              </a:rPr>
              <a:t> </a:t>
            </a:r>
            <a:r>
              <a:rPr sz="1800" b="1" dirty="0">
                <a:latin typeface="Calibri"/>
                <a:cs typeface="Calibri"/>
              </a:rPr>
              <a:t>select</a:t>
            </a:r>
            <a:r>
              <a:rPr sz="1800" b="1" spc="-50" dirty="0">
                <a:latin typeface="Calibri"/>
                <a:cs typeface="Calibri"/>
              </a:rPr>
              <a:t> </a:t>
            </a:r>
            <a:r>
              <a:rPr sz="1800" b="1" dirty="0">
                <a:latin typeface="Calibri"/>
                <a:cs typeface="Calibri"/>
              </a:rPr>
              <a:t>any</a:t>
            </a:r>
            <a:r>
              <a:rPr sz="1800" b="1" spc="-50" dirty="0">
                <a:latin typeface="Calibri"/>
                <a:cs typeface="Calibri"/>
              </a:rPr>
              <a:t> </a:t>
            </a:r>
            <a:r>
              <a:rPr sz="1800" b="1" dirty="0">
                <a:latin typeface="Calibri"/>
                <a:cs typeface="Calibri"/>
              </a:rPr>
              <a:t>of</a:t>
            </a:r>
            <a:r>
              <a:rPr sz="1800" b="1" spc="-30" dirty="0">
                <a:latin typeface="Calibri"/>
                <a:cs typeface="Calibri"/>
              </a:rPr>
              <a:t> </a:t>
            </a:r>
            <a:r>
              <a:rPr sz="1800" b="1" dirty="0">
                <a:latin typeface="Calibri"/>
                <a:cs typeface="Calibri"/>
              </a:rPr>
              <a:t>three</a:t>
            </a:r>
            <a:r>
              <a:rPr sz="1800" b="1" spc="-50" dirty="0">
                <a:latin typeface="Calibri"/>
                <a:cs typeface="Calibri"/>
              </a:rPr>
              <a:t> </a:t>
            </a:r>
            <a:r>
              <a:rPr sz="1800" b="1" dirty="0">
                <a:latin typeface="Calibri"/>
                <a:cs typeface="Calibri"/>
              </a:rPr>
              <a:t>transaction</a:t>
            </a:r>
            <a:r>
              <a:rPr sz="1800" b="1" spc="-70" dirty="0">
                <a:latin typeface="Calibri"/>
                <a:cs typeface="Calibri"/>
              </a:rPr>
              <a:t> </a:t>
            </a:r>
            <a:r>
              <a:rPr sz="1800" b="1" spc="-10" dirty="0">
                <a:latin typeface="Calibri"/>
                <a:cs typeface="Calibri"/>
              </a:rPr>
              <a:t>types</a:t>
            </a:r>
            <a:endParaRPr sz="1800">
              <a:latin typeface="Calibri"/>
              <a:cs typeface="Calibri"/>
            </a:endParaRPr>
          </a:p>
          <a:p>
            <a:pPr marL="234315" indent="-174625">
              <a:lnSpc>
                <a:spcPct val="100000"/>
              </a:lnSpc>
              <a:spcBef>
                <a:spcPts val="1019"/>
              </a:spcBef>
              <a:buSzPct val="94444"/>
              <a:buFont typeface="Segoe UI Symbol"/>
              <a:buChar char="✓"/>
              <a:tabLst>
                <a:tab pos="234315" algn="l"/>
              </a:tabLst>
            </a:pPr>
            <a:r>
              <a:rPr sz="1800" spc="-10" dirty="0">
                <a:latin typeface="Calibri"/>
                <a:cs typeface="Calibri"/>
              </a:rPr>
              <a:t>Deposits</a:t>
            </a:r>
            <a:endParaRPr sz="1800">
              <a:latin typeface="Calibri"/>
              <a:cs typeface="Calibri"/>
            </a:endParaRPr>
          </a:p>
          <a:p>
            <a:pPr marL="234315" indent="-174625">
              <a:lnSpc>
                <a:spcPct val="100000"/>
              </a:lnSpc>
              <a:spcBef>
                <a:spcPts val="1000"/>
              </a:spcBef>
              <a:buSzPct val="94444"/>
              <a:buFont typeface="Segoe UI Symbol"/>
              <a:buChar char="✓"/>
              <a:tabLst>
                <a:tab pos="234315" algn="l"/>
              </a:tabLst>
            </a:pPr>
            <a:r>
              <a:rPr sz="1800" spc="-10" dirty="0">
                <a:latin typeface="Calibri"/>
                <a:cs typeface="Calibri"/>
              </a:rPr>
              <a:t>Withdrawals</a:t>
            </a:r>
            <a:endParaRPr sz="1800">
              <a:latin typeface="Calibri"/>
              <a:cs typeface="Calibri"/>
            </a:endParaRPr>
          </a:p>
          <a:p>
            <a:pPr marL="182880" indent="-174625">
              <a:lnSpc>
                <a:spcPct val="100000"/>
              </a:lnSpc>
              <a:spcBef>
                <a:spcPts val="994"/>
              </a:spcBef>
              <a:buSzPct val="94444"/>
              <a:buFont typeface="Segoe UI Symbol"/>
              <a:buChar char="✓"/>
              <a:tabLst>
                <a:tab pos="182880" algn="l"/>
              </a:tabLst>
            </a:pPr>
            <a:r>
              <a:rPr sz="1800" dirty="0">
                <a:latin typeface="Calibri"/>
                <a:cs typeface="Calibri"/>
              </a:rPr>
              <a:t>Balance</a:t>
            </a:r>
            <a:r>
              <a:rPr sz="1800" spc="-25" dirty="0">
                <a:latin typeface="Calibri"/>
                <a:cs typeface="Calibri"/>
              </a:rPr>
              <a:t> </a:t>
            </a:r>
            <a:r>
              <a:rPr sz="1800" spc="-10" dirty="0">
                <a:latin typeface="Calibri"/>
                <a:cs typeface="Calibri"/>
              </a:rPr>
              <a:t>enquires</a:t>
            </a:r>
            <a:endParaRPr sz="1800">
              <a:latin typeface="Calibri"/>
              <a:cs typeface="Calibri"/>
            </a:endParaRPr>
          </a:p>
          <a:p>
            <a:pPr marL="12700">
              <a:lnSpc>
                <a:spcPct val="100000"/>
              </a:lnSpc>
              <a:spcBef>
                <a:spcPts val="985"/>
              </a:spcBef>
            </a:pPr>
            <a:r>
              <a:rPr sz="1800" b="1" spc="-10" dirty="0">
                <a:latin typeface="Calibri"/>
                <a:cs typeface="Calibri"/>
              </a:rPr>
              <a:t>Transactions</a:t>
            </a:r>
            <a:r>
              <a:rPr sz="1800" b="1" spc="-20" dirty="0">
                <a:latin typeface="Calibri"/>
                <a:cs typeface="Calibri"/>
              </a:rPr>
              <a:t> </a:t>
            </a:r>
            <a:r>
              <a:rPr sz="1800" b="1" dirty="0">
                <a:latin typeface="Calibri"/>
                <a:cs typeface="Calibri"/>
              </a:rPr>
              <a:t>can</a:t>
            </a:r>
            <a:r>
              <a:rPr sz="1800" b="1" spc="-40" dirty="0">
                <a:latin typeface="Calibri"/>
                <a:cs typeface="Calibri"/>
              </a:rPr>
              <a:t> </a:t>
            </a:r>
            <a:r>
              <a:rPr sz="1800" b="1" dirty="0">
                <a:latin typeface="Calibri"/>
                <a:cs typeface="Calibri"/>
              </a:rPr>
              <a:t>be</a:t>
            </a:r>
            <a:r>
              <a:rPr sz="1800" b="1" spc="-15" dirty="0">
                <a:latin typeface="Calibri"/>
                <a:cs typeface="Calibri"/>
              </a:rPr>
              <a:t> </a:t>
            </a:r>
            <a:r>
              <a:rPr sz="1800" b="1" dirty="0">
                <a:latin typeface="Calibri"/>
                <a:cs typeface="Calibri"/>
              </a:rPr>
              <a:t>done</a:t>
            </a:r>
            <a:r>
              <a:rPr sz="1800" b="1" spc="-15" dirty="0">
                <a:latin typeface="Calibri"/>
                <a:cs typeface="Calibri"/>
              </a:rPr>
              <a:t> </a:t>
            </a:r>
            <a:r>
              <a:rPr sz="1800" b="1" dirty="0">
                <a:latin typeface="Calibri"/>
                <a:cs typeface="Calibri"/>
              </a:rPr>
              <a:t>on</a:t>
            </a:r>
            <a:r>
              <a:rPr sz="1800" b="1" spc="-50" dirty="0">
                <a:latin typeface="Calibri"/>
                <a:cs typeface="Calibri"/>
              </a:rPr>
              <a:t> </a:t>
            </a:r>
            <a:r>
              <a:rPr sz="1800" b="1" dirty="0">
                <a:latin typeface="Calibri"/>
                <a:cs typeface="Calibri"/>
              </a:rPr>
              <a:t>two</a:t>
            </a:r>
            <a:r>
              <a:rPr sz="1800" b="1" spc="-20" dirty="0">
                <a:latin typeface="Calibri"/>
                <a:cs typeface="Calibri"/>
              </a:rPr>
              <a:t> </a:t>
            </a:r>
            <a:r>
              <a:rPr sz="1800" b="1" dirty="0">
                <a:latin typeface="Calibri"/>
                <a:cs typeface="Calibri"/>
              </a:rPr>
              <a:t>types</a:t>
            </a:r>
            <a:r>
              <a:rPr sz="1800" b="1" spc="-30" dirty="0">
                <a:latin typeface="Calibri"/>
                <a:cs typeface="Calibri"/>
              </a:rPr>
              <a:t> </a:t>
            </a:r>
            <a:r>
              <a:rPr sz="1800" b="1" dirty="0">
                <a:latin typeface="Calibri"/>
                <a:cs typeface="Calibri"/>
              </a:rPr>
              <a:t>of</a:t>
            </a:r>
            <a:r>
              <a:rPr sz="1800" b="1" spc="-5" dirty="0">
                <a:latin typeface="Calibri"/>
                <a:cs typeface="Calibri"/>
              </a:rPr>
              <a:t> </a:t>
            </a:r>
            <a:r>
              <a:rPr sz="1800" b="1" spc="-10" dirty="0">
                <a:latin typeface="Calibri"/>
                <a:cs typeface="Calibri"/>
              </a:rPr>
              <a:t>account</a:t>
            </a:r>
            <a:endParaRPr sz="1800">
              <a:latin typeface="Calibri"/>
              <a:cs typeface="Calibri"/>
            </a:endParaRPr>
          </a:p>
          <a:p>
            <a:pPr marL="234315" lvl="1" indent="-174625">
              <a:lnSpc>
                <a:spcPct val="100000"/>
              </a:lnSpc>
              <a:spcBef>
                <a:spcPts val="1019"/>
              </a:spcBef>
              <a:buSzPct val="94444"/>
              <a:buFont typeface="Segoe UI Symbol"/>
              <a:buChar char="✓"/>
              <a:tabLst>
                <a:tab pos="234315" algn="l"/>
              </a:tabLst>
            </a:pPr>
            <a:r>
              <a:rPr sz="1800" spc="-10" dirty="0">
                <a:latin typeface="Calibri"/>
                <a:cs typeface="Calibri"/>
              </a:rPr>
              <a:t>checking</a:t>
            </a:r>
            <a:endParaRPr sz="1800">
              <a:latin typeface="Calibri"/>
              <a:cs typeface="Calibri"/>
            </a:endParaRPr>
          </a:p>
          <a:p>
            <a:pPr marL="182880" indent="-174625">
              <a:lnSpc>
                <a:spcPct val="100000"/>
              </a:lnSpc>
              <a:spcBef>
                <a:spcPts val="994"/>
              </a:spcBef>
              <a:buSzPct val="94444"/>
              <a:buFont typeface="Segoe UI Symbol"/>
              <a:buChar char="✓"/>
              <a:tabLst>
                <a:tab pos="182880" algn="l"/>
              </a:tabLst>
            </a:pPr>
            <a:r>
              <a:rPr sz="1800" spc="-10" dirty="0">
                <a:latin typeface="Calibri"/>
                <a:cs typeface="Calibri"/>
              </a:rPr>
              <a:t>savings</a:t>
            </a:r>
            <a:endParaRPr sz="1800">
              <a:latin typeface="Calibri"/>
              <a:cs typeface="Calibri"/>
            </a:endParaRPr>
          </a:p>
        </p:txBody>
      </p:sp>
      <p:sp>
        <p:nvSpPr>
          <p:cNvPr id="4" name="object 4"/>
          <p:cNvSpPr txBox="1"/>
          <p:nvPr/>
        </p:nvSpPr>
        <p:spPr>
          <a:xfrm>
            <a:off x="6251828" y="571245"/>
            <a:ext cx="1323975" cy="239395"/>
          </a:xfrm>
          <a:prstGeom prst="rect">
            <a:avLst/>
          </a:prstGeom>
        </p:spPr>
        <p:txBody>
          <a:bodyPr vert="horz" wrap="square" lIns="0" tIns="13335" rIns="0" bIns="0" rtlCol="0">
            <a:spAutoFit/>
          </a:bodyPr>
          <a:lstStyle/>
          <a:p>
            <a:pPr marL="12700">
              <a:lnSpc>
                <a:spcPct val="100000"/>
              </a:lnSpc>
              <a:spcBef>
                <a:spcPts val="105"/>
              </a:spcBef>
            </a:pPr>
            <a:r>
              <a:rPr sz="1400" b="1" dirty="0">
                <a:latin typeface="Calibri"/>
                <a:cs typeface="Calibri"/>
              </a:rPr>
              <a:t>The</a:t>
            </a:r>
            <a:r>
              <a:rPr sz="1400" b="1" spc="-45" dirty="0">
                <a:latin typeface="Calibri"/>
                <a:cs typeface="Calibri"/>
              </a:rPr>
              <a:t> </a:t>
            </a:r>
            <a:r>
              <a:rPr sz="1400" b="1" spc="-25" dirty="0">
                <a:latin typeface="Calibri"/>
                <a:cs typeface="Calibri"/>
              </a:rPr>
              <a:t>SATM</a:t>
            </a:r>
            <a:r>
              <a:rPr sz="1400" b="1" spc="-35" dirty="0">
                <a:latin typeface="Calibri"/>
                <a:cs typeface="Calibri"/>
              </a:rPr>
              <a:t> </a:t>
            </a:r>
            <a:r>
              <a:rPr sz="1400" b="1" spc="-10" dirty="0">
                <a:latin typeface="Calibri"/>
                <a:cs typeface="Calibri"/>
              </a:rPr>
              <a:t>System</a:t>
            </a:r>
            <a:endParaRPr sz="1400">
              <a:latin typeface="Calibri"/>
              <a:cs typeface="Calibri"/>
            </a:endParaRPr>
          </a:p>
        </p:txBody>
      </p:sp>
      <p:pic>
        <p:nvPicPr>
          <p:cNvPr id="5" name="object 5"/>
          <p:cNvPicPr/>
          <p:nvPr/>
        </p:nvPicPr>
        <p:blipFill>
          <a:blip r:embed="rId2" cstate="print"/>
          <a:stretch>
            <a:fillRect/>
          </a:stretch>
        </p:blipFill>
        <p:spPr>
          <a:xfrm>
            <a:off x="6908353" y="1062202"/>
            <a:ext cx="3353480" cy="3285014"/>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05942" y="581914"/>
            <a:ext cx="1631314" cy="208279"/>
          </a:xfrm>
          <a:prstGeom prst="rect">
            <a:avLst/>
          </a:prstGeom>
        </p:spPr>
        <p:txBody>
          <a:bodyPr vert="horz" wrap="square" lIns="0" tIns="12700" rIns="0" bIns="0" rtlCol="0">
            <a:spAutoFit/>
          </a:bodyPr>
          <a:lstStyle/>
          <a:p>
            <a:pPr>
              <a:lnSpc>
                <a:spcPct val="100000"/>
              </a:lnSpc>
              <a:spcBef>
                <a:spcPts val="100"/>
              </a:spcBef>
            </a:pPr>
            <a:r>
              <a:rPr sz="1200" b="1" dirty="0">
                <a:solidFill>
                  <a:srgbClr val="2F2C41"/>
                </a:solidFill>
                <a:latin typeface="Arial"/>
                <a:cs typeface="Arial"/>
              </a:rPr>
              <a:t>1.</a:t>
            </a:r>
            <a:r>
              <a:rPr sz="1200" b="1" spc="434" dirty="0">
                <a:solidFill>
                  <a:srgbClr val="2F2C41"/>
                </a:solidFill>
                <a:latin typeface="Arial"/>
                <a:cs typeface="Arial"/>
              </a:rPr>
              <a:t> </a:t>
            </a:r>
            <a:r>
              <a:rPr sz="1200" b="1" dirty="0">
                <a:solidFill>
                  <a:srgbClr val="2F2C41"/>
                </a:solidFill>
                <a:latin typeface="Arial"/>
                <a:cs typeface="Arial"/>
              </a:rPr>
              <a:t>Problem</a:t>
            </a:r>
            <a:r>
              <a:rPr sz="1200" b="1" spc="-15" dirty="0">
                <a:solidFill>
                  <a:srgbClr val="2F2C41"/>
                </a:solidFill>
                <a:latin typeface="Arial"/>
                <a:cs typeface="Arial"/>
              </a:rPr>
              <a:t> </a:t>
            </a:r>
            <a:r>
              <a:rPr sz="1200" b="1" spc="-10" dirty="0">
                <a:solidFill>
                  <a:srgbClr val="2F2C41"/>
                </a:solidFill>
                <a:latin typeface="Arial"/>
                <a:cs typeface="Arial"/>
              </a:rPr>
              <a:t>Statement</a:t>
            </a:r>
            <a:endParaRPr sz="1200">
              <a:latin typeface="Arial"/>
              <a:cs typeface="Arial"/>
            </a:endParaRPr>
          </a:p>
        </p:txBody>
      </p:sp>
      <p:sp>
        <p:nvSpPr>
          <p:cNvPr id="3" name="object 3"/>
          <p:cNvSpPr txBox="1"/>
          <p:nvPr/>
        </p:nvSpPr>
        <p:spPr>
          <a:xfrm>
            <a:off x="593242" y="863853"/>
            <a:ext cx="5347970" cy="942340"/>
          </a:xfrm>
          <a:prstGeom prst="rect">
            <a:avLst/>
          </a:prstGeom>
        </p:spPr>
        <p:txBody>
          <a:bodyPr vert="horz" wrap="square" lIns="0" tIns="37465" rIns="0" bIns="0" rtlCol="0">
            <a:spAutoFit/>
          </a:bodyPr>
          <a:lstStyle/>
          <a:p>
            <a:pPr marL="241300" marR="5080" indent="-228600">
              <a:lnSpc>
                <a:spcPts val="1510"/>
              </a:lnSpc>
              <a:spcBef>
                <a:spcPts val="295"/>
              </a:spcBef>
              <a:buFont typeface="Arial MT"/>
              <a:buChar char="•"/>
              <a:tabLst>
                <a:tab pos="241300" algn="l"/>
              </a:tabLst>
            </a:pPr>
            <a:r>
              <a:rPr dirty="0">
                <a:solidFill>
                  <a:srgbClr val="2F2C41"/>
                </a:solidFill>
                <a:latin typeface="Calibri"/>
                <a:cs typeface="Calibri"/>
              </a:rPr>
              <a:t>The</a:t>
            </a:r>
            <a:r>
              <a:rPr spc="315" dirty="0">
                <a:solidFill>
                  <a:srgbClr val="2F2C41"/>
                </a:solidFill>
                <a:latin typeface="Calibri"/>
                <a:cs typeface="Calibri"/>
              </a:rPr>
              <a:t> </a:t>
            </a:r>
            <a:r>
              <a:rPr dirty="0">
                <a:solidFill>
                  <a:srgbClr val="2F2C41"/>
                </a:solidFill>
                <a:latin typeface="Calibri"/>
                <a:cs typeface="Calibri"/>
              </a:rPr>
              <a:t>SATM</a:t>
            </a:r>
            <a:r>
              <a:rPr spc="320" dirty="0">
                <a:solidFill>
                  <a:srgbClr val="2F2C41"/>
                </a:solidFill>
                <a:latin typeface="Calibri"/>
                <a:cs typeface="Calibri"/>
              </a:rPr>
              <a:t> </a:t>
            </a:r>
            <a:r>
              <a:rPr dirty="0">
                <a:solidFill>
                  <a:srgbClr val="2F2C41"/>
                </a:solidFill>
                <a:latin typeface="Calibri"/>
                <a:cs typeface="Calibri"/>
              </a:rPr>
              <a:t>system</a:t>
            </a:r>
            <a:r>
              <a:rPr spc="315" dirty="0">
                <a:solidFill>
                  <a:srgbClr val="2F2C41"/>
                </a:solidFill>
                <a:latin typeface="Calibri"/>
                <a:cs typeface="Calibri"/>
              </a:rPr>
              <a:t> </a:t>
            </a:r>
            <a:r>
              <a:rPr dirty="0">
                <a:solidFill>
                  <a:srgbClr val="2F2C41"/>
                </a:solidFill>
                <a:latin typeface="Calibri"/>
                <a:cs typeface="Calibri"/>
              </a:rPr>
              <a:t>communicates</a:t>
            </a:r>
            <a:r>
              <a:rPr spc="310" dirty="0">
                <a:solidFill>
                  <a:srgbClr val="2F2C41"/>
                </a:solidFill>
                <a:latin typeface="Calibri"/>
                <a:cs typeface="Calibri"/>
              </a:rPr>
              <a:t> </a:t>
            </a:r>
            <a:r>
              <a:rPr dirty="0">
                <a:solidFill>
                  <a:srgbClr val="2F2C41"/>
                </a:solidFill>
                <a:latin typeface="Calibri"/>
                <a:cs typeface="Calibri"/>
              </a:rPr>
              <a:t>with</a:t>
            </a:r>
            <a:r>
              <a:rPr spc="310" dirty="0">
                <a:solidFill>
                  <a:srgbClr val="2F2C41"/>
                </a:solidFill>
                <a:latin typeface="Calibri"/>
                <a:cs typeface="Calibri"/>
              </a:rPr>
              <a:t> </a:t>
            </a:r>
            <a:r>
              <a:rPr dirty="0">
                <a:solidFill>
                  <a:srgbClr val="2F2C41"/>
                </a:solidFill>
                <a:latin typeface="Calibri"/>
                <a:cs typeface="Calibri"/>
              </a:rPr>
              <a:t>bank</a:t>
            </a:r>
            <a:r>
              <a:rPr spc="320" dirty="0">
                <a:solidFill>
                  <a:srgbClr val="2F2C41"/>
                </a:solidFill>
                <a:latin typeface="Calibri"/>
                <a:cs typeface="Calibri"/>
              </a:rPr>
              <a:t> </a:t>
            </a:r>
            <a:r>
              <a:rPr dirty="0">
                <a:solidFill>
                  <a:srgbClr val="2F2C41"/>
                </a:solidFill>
                <a:latin typeface="Calibri"/>
                <a:cs typeface="Calibri"/>
              </a:rPr>
              <a:t>customers</a:t>
            </a:r>
            <a:r>
              <a:rPr spc="325" dirty="0">
                <a:solidFill>
                  <a:srgbClr val="2F2C41"/>
                </a:solidFill>
                <a:latin typeface="Calibri"/>
                <a:cs typeface="Calibri"/>
              </a:rPr>
              <a:t> </a:t>
            </a:r>
            <a:r>
              <a:rPr dirty="0">
                <a:solidFill>
                  <a:srgbClr val="2F2C41"/>
                </a:solidFill>
                <a:latin typeface="Calibri"/>
                <a:cs typeface="Calibri"/>
              </a:rPr>
              <a:t>via</a:t>
            </a:r>
            <a:r>
              <a:rPr spc="320" dirty="0">
                <a:solidFill>
                  <a:srgbClr val="2F2C41"/>
                </a:solidFill>
                <a:latin typeface="Calibri"/>
                <a:cs typeface="Calibri"/>
              </a:rPr>
              <a:t> </a:t>
            </a:r>
            <a:r>
              <a:rPr dirty="0">
                <a:solidFill>
                  <a:srgbClr val="2F2C41"/>
                </a:solidFill>
                <a:latin typeface="Calibri"/>
                <a:cs typeface="Calibri"/>
              </a:rPr>
              <a:t>the</a:t>
            </a:r>
            <a:r>
              <a:rPr spc="320" dirty="0">
                <a:solidFill>
                  <a:srgbClr val="2F2C41"/>
                </a:solidFill>
                <a:latin typeface="Calibri"/>
                <a:cs typeface="Calibri"/>
              </a:rPr>
              <a:t> </a:t>
            </a:r>
            <a:r>
              <a:rPr spc="-25" dirty="0">
                <a:solidFill>
                  <a:srgbClr val="2F2C41"/>
                </a:solidFill>
                <a:latin typeface="Calibri"/>
                <a:cs typeface="Calibri"/>
              </a:rPr>
              <a:t>15 </a:t>
            </a:r>
            <a:r>
              <a:rPr dirty="0">
                <a:solidFill>
                  <a:srgbClr val="2F2C41"/>
                </a:solidFill>
                <a:latin typeface="Calibri"/>
                <a:cs typeface="Calibri"/>
              </a:rPr>
              <a:t>screens</a:t>
            </a:r>
            <a:r>
              <a:rPr spc="-30" dirty="0">
                <a:solidFill>
                  <a:srgbClr val="2F2C41"/>
                </a:solidFill>
                <a:latin typeface="Calibri"/>
                <a:cs typeface="Calibri"/>
              </a:rPr>
              <a:t> </a:t>
            </a:r>
            <a:r>
              <a:rPr dirty="0">
                <a:solidFill>
                  <a:srgbClr val="2F2C41"/>
                </a:solidFill>
                <a:latin typeface="Calibri"/>
                <a:cs typeface="Calibri"/>
              </a:rPr>
              <a:t>shown</a:t>
            </a:r>
            <a:r>
              <a:rPr spc="-55" dirty="0">
                <a:solidFill>
                  <a:srgbClr val="2F2C41"/>
                </a:solidFill>
                <a:latin typeface="Calibri"/>
                <a:cs typeface="Calibri"/>
              </a:rPr>
              <a:t> </a:t>
            </a:r>
            <a:r>
              <a:rPr dirty="0">
                <a:solidFill>
                  <a:srgbClr val="2F2C41"/>
                </a:solidFill>
                <a:latin typeface="Calibri"/>
                <a:cs typeface="Calibri"/>
              </a:rPr>
              <a:t>in</a:t>
            </a:r>
            <a:r>
              <a:rPr spc="-35" dirty="0">
                <a:solidFill>
                  <a:srgbClr val="2F2C41"/>
                </a:solidFill>
                <a:latin typeface="Calibri"/>
                <a:cs typeface="Calibri"/>
              </a:rPr>
              <a:t> </a:t>
            </a:r>
            <a:r>
              <a:rPr dirty="0">
                <a:solidFill>
                  <a:srgbClr val="2F2C41"/>
                </a:solidFill>
                <a:latin typeface="Calibri"/>
                <a:cs typeface="Calibri"/>
              </a:rPr>
              <a:t>Figure</a:t>
            </a:r>
            <a:r>
              <a:rPr spc="-40" dirty="0">
                <a:solidFill>
                  <a:srgbClr val="2F2C41"/>
                </a:solidFill>
                <a:latin typeface="Calibri"/>
                <a:cs typeface="Calibri"/>
              </a:rPr>
              <a:t> </a:t>
            </a:r>
            <a:r>
              <a:rPr spc="-25" dirty="0">
                <a:solidFill>
                  <a:srgbClr val="2F2C41"/>
                </a:solidFill>
                <a:latin typeface="Calibri"/>
                <a:cs typeface="Calibri"/>
              </a:rPr>
              <a:t>2.</a:t>
            </a:r>
            <a:endParaRPr dirty="0">
              <a:latin typeface="Calibri"/>
              <a:cs typeface="Calibri"/>
            </a:endParaRPr>
          </a:p>
          <a:p>
            <a:pPr marL="241300" marR="5080" indent="-228600">
              <a:lnSpc>
                <a:spcPts val="1510"/>
              </a:lnSpc>
              <a:spcBef>
                <a:spcPts val="1000"/>
              </a:spcBef>
              <a:buFont typeface="Arial MT"/>
              <a:buChar char="•"/>
              <a:tabLst>
                <a:tab pos="241300" algn="l"/>
              </a:tabLst>
            </a:pPr>
            <a:r>
              <a:rPr dirty="0">
                <a:solidFill>
                  <a:srgbClr val="2F2C41"/>
                </a:solidFill>
                <a:latin typeface="Calibri"/>
                <a:cs typeface="Calibri"/>
              </a:rPr>
              <a:t>Using</a:t>
            </a:r>
            <a:r>
              <a:rPr spc="45" dirty="0">
                <a:solidFill>
                  <a:srgbClr val="2F2C41"/>
                </a:solidFill>
                <a:latin typeface="Calibri"/>
                <a:cs typeface="Calibri"/>
              </a:rPr>
              <a:t> </a:t>
            </a:r>
            <a:r>
              <a:rPr dirty="0">
                <a:solidFill>
                  <a:srgbClr val="2F2C41"/>
                </a:solidFill>
                <a:latin typeface="Calibri"/>
                <a:cs typeface="Calibri"/>
              </a:rPr>
              <a:t>a</a:t>
            </a:r>
            <a:r>
              <a:rPr spc="45" dirty="0">
                <a:solidFill>
                  <a:srgbClr val="2F2C41"/>
                </a:solidFill>
                <a:latin typeface="Calibri"/>
                <a:cs typeface="Calibri"/>
              </a:rPr>
              <a:t> </a:t>
            </a:r>
            <a:r>
              <a:rPr dirty="0">
                <a:solidFill>
                  <a:srgbClr val="2F2C41"/>
                </a:solidFill>
                <a:latin typeface="Calibri"/>
                <a:cs typeface="Calibri"/>
              </a:rPr>
              <a:t>terminal</a:t>
            </a:r>
            <a:r>
              <a:rPr spc="50" dirty="0">
                <a:solidFill>
                  <a:srgbClr val="2F2C41"/>
                </a:solidFill>
                <a:latin typeface="Calibri"/>
                <a:cs typeface="Calibri"/>
              </a:rPr>
              <a:t> </a:t>
            </a:r>
            <a:r>
              <a:rPr dirty="0">
                <a:solidFill>
                  <a:srgbClr val="2F2C41"/>
                </a:solidFill>
                <a:latin typeface="Calibri"/>
                <a:cs typeface="Calibri"/>
              </a:rPr>
              <a:t>with</a:t>
            </a:r>
            <a:r>
              <a:rPr spc="50" dirty="0">
                <a:solidFill>
                  <a:srgbClr val="2F2C41"/>
                </a:solidFill>
                <a:latin typeface="Calibri"/>
                <a:cs typeface="Calibri"/>
              </a:rPr>
              <a:t> </a:t>
            </a:r>
            <a:r>
              <a:rPr dirty="0">
                <a:solidFill>
                  <a:srgbClr val="2F2C41"/>
                </a:solidFill>
                <a:latin typeface="Calibri"/>
                <a:cs typeface="Calibri"/>
              </a:rPr>
              <a:t>features</a:t>
            </a:r>
            <a:r>
              <a:rPr spc="50" dirty="0">
                <a:solidFill>
                  <a:srgbClr val="2F2C41"/>
                </a:solidFill>
                <a:latin typeface="Calibri"/>
                <a:cs typeface="Calibri"/>
              </a:rPr>
              <a:t> </a:t>
            </a:r>
            <a:r>
              <a:rPr dirty="0">
                <a:solidFill>
                  <a:srgbClr val="2F2C41"/>
                </a:solidFill>
                <a:latin typeface="Calibri"/>
                <a:cs typeface="Calibri"/>
              </a:rPr>
              <a:t>as</a:t>
            </a:r>
            <a:r>
              <a:rPr spc="50" dirty="0">
                <a:solidFill>
                  <a:srgbClr val="2F2C41"/>
                </a:solidFill>
                <a:latin typeface="Calibri"/>
                <a:cs typeface="Calibri"/>
              </a:rPr>
              <a:t> </a:t>
            </a:r>
            <a:r>
              <a:rPr dirty="0">
                <a:solidFill>
                  <a:srgbClr val="2F2C41"/>
                </a:solidFill>
                <a:latin typeface="Calibri"/>
                <a:cs typeface="Calibri"/>
              </a:rPr>
              <a:t>shown</a:t>
            </a:r>
            <a:r>
              <a:rPr spc="30" dirty="0">
                <a:solidFill>
                  <a:srgbClr val="2F2C41"/>
                </a:solidFill>
                <a:latin typeface="Calibri"/>
                <a:cs typeface="Calibri"/>
              </a:rPr>
              <a:t> </a:t>
            </a:r>
            <a:r>
              <a:rPr dirty="0">
                <a:solidFill>
                  <a:srgbClr val="2F2C41"/>
                </a:solidFill>
                <a:latin typeface="Calibri"/>
                <a:cs typeface="Calibri"/>
              </a:rPr>
              <a:t>in</a:t>
            </a:r>
            <a:r>
              <a:rPr spc="45" dirty="0">
                <a:solidFill>
                  <a:srgbClr val="2F2C41"/>
                </a:solidFill>
                <a:latin typeface="Calibri"/>
                <a:cs typeface="Calibri"/>
              </a:rPr>
              <a:t> </a:t>
            </a:r>
            <a:r>
              <a:rPr dirty="0">
                <a:solidFill>
                  <a:srgbClr val="2F2C41"/>
                </a:solidFill>
                <a:latin typeface="Calibri"/>
                <a:cs typeface="Calibri"/>
              </a:rPr>
              <a:t>Figure</a:t>
            </a:r>
            <a:r>
              <a:rPr spc="50" dirty="0">
                <a:solidFill>
                  <a:srgbClr val="2F2C41"/>
                </a:solidFill>
                <a:latin typeface="Calibri"/>
                <a:cs typeface="Calibri"/>
              </a:rPr>
              <a:t> </a:t>
            </a:r>
            <a:r>
              <a:rPr dirty="0">
                <a:solidFill>
                  <a:srgbClr val="2F2C41"/>
                </a:solidFill>
                <a:latin typeface="Calibri"/>
                <a:cs typeface="Calibri"/>
              </a:rPr>
              <a:t>1,</a:t>
            </a:r>
            <a:r>
              <a:rPr spc="50" dirty="0">
                <a:solidFill>
                  <a:srgbClr val="2F2C41"/>
                </a:solidFill>
                <a:latin typeface="Calibri"/>
                <a:cs typeface="Calibri"/>
              </a:rPr>
              <a:t> </a:t>
            </a:r>
            <a:r>
              <a:rPr dirty="0">
                <a:solidFill>
                  <a:srgbClr val="2F2C41"/>
                </a:solidFill>
                <a:latin typeface="Calibri"/>
                <a:cs typeface="Calibri"/>
              </a:rPr>
              <a:t>SATM</a:t>
            </a:r>
            <a:r>
              <a:rPr spc="50" dirty="0">
                <a:solidFill>
                  <a:srgbClr val="2F2C41"/>
                </a:solidFill>
                <a:latin typeface="Calibri"/>
                <a:cs typeface="Calibri"/>
              </a:rPr>
              <a:t> </a:t>
            </a:r>
            <a:r>
              <a:rPr spc="-10" dirty="0">
                <a:solidFill>
                  <a:srgbClr val="2F2C41"/>
                </a:solidFill>
                <a:latin typeface="Calibri"/>
                <a:cs typeface="Calibri"/>
              </a:rPr>
              <a:t>customers </a:t>
            </a:r>
            <a:r>
              <a:rPr dirty="0">
                <a:solidFill>
                  <a:srgbClr val="2F2C41"/>
                </a:solidFill>
                <a:latin typeface="Calibri"/>
                <a:cs typeface="Calibri"/>
              </a:rPr>
              <a:t>can</a:t>
            </a:r>
            <a:r>
              <a:rPr spc="-35" dirty="0">
                <a:solidFill>
                  <a:srgbClr val="2F2C41"/>
                </a:solidFill>
                <a:latin typeface="Calibri"/>
                <a:cs typeface="Calibri"/>
              </a:rPr>
              <a:t> </a:t>
            </a:r>
            <a:r>
              <a:rPr dirty="0">
                <a:solidFill>
                  <a:srgbClr val="2F2C41"/>
                </a:solidFill>
                <a:latin typeface="Calibri"/>
                <a:cs typeface="Calibri"/>
              </a:rPr>
              <a:t>select</a:t>
            </a:r>
            <a:r>
              <a:rPr spc="-30" dirty="0">
                <a:solidFill>
                  <a:srgbClr val="2F2C41"/>
                </a:solidFill>
                <a:latin typeface="Calibri"/>
                <a:cs typeface="Calibri"/>
              </a:rPr>
              <a:t> </a:t>
            </a:r>
            <a:r>
              <a:rPr dirty="0">
                <a:solidFill>
                  <a:srgbClr val="2F2C41"/>
                </a:solidFill>
                <a:latin typeface="Calibri"/>
                <a:cs typeface="Calibri"/>
              </a:rPr>
              <a:t>any</a:t>
            </a:r>
            <a:r>
              <a:rPr spc="-30" dirty="0">
                <a:solidFill>
                  <a:srgbClr val="2F2C41"/>
                </a:solidFill>
                <a:latin typeface="Calibri"/>
                <a:cs typeface="Calibri"/>
              </a:rPr>
              <a:t> </a:t>
            </a:r>
            <a:r>
              <a:rPr dirty="0">
                <a:solidFill>
                  <a:srgbClr val="2F2C41"/>
                </a:solidFill>
                <a:latin typeface="Calibri"/>
                <a:cs typeface="Calibri"/>
              </a:rPr>
              <a:t>of</a:t>
            </a:r>
            <a:r>
              <a:rPr spc="-45" dirty="0">
                <a:solidFill>
                  <a:srgbClr val="2F2C41"/>
                </a:solidFill>
                <a:latin typeface="Calibri"/>
                <a:cs typeface="Calibri"/>
              </a:rPr>
              <a:t> </a:t>
            </a:r>
            <a:r>
              <a:rPr spc="-20" dirty="0">
                <a:solidFill>
                  <a:srgbClr val="2F2C41"/>
                </a:solidFill>
                <a:latin typeface="Calibri"/>
                <a:cs typeface="Calibri"/>
              </a:rPr>
              <a:t>three</a:t>
            </a:r>
            <a:endParaRPr dirty="0">
              <a:latin typeface="Calibri"/>
              <a:cs typeface="Calibri"/>
            </a:endParaRPr>
          </a:p>
        </p:txBody>
      </p:sp>
      <p:sp>
        <p:nvSpPr>
          <p:cNvPr id="4" name="object 4"/>
          <p:cNvSpPr txBox="1"/>
          <p:nvPr/>
        </p:nvSpPr>
        <p:spPr>
          <a:xfrm>
            <a:off x="593242" y="1884933"/>
            <a:ext cx="132143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2F2C41"/>
                </a:solidFill>
                <a:latin typeface="Calibri"/>
                <a:cs typeface="Calibri"/>
              </a:rPr>
              <a:t>transaction</a:t>
            </a:r>
            <a:r>
              <a:rPr sz="1400" spc="5" dirty="0">
                <a:solidFill>
                  <a:srgbClr val="2F2C41"/>
                </a:solidFill>
                <a:latin typeface="Calibri"/>
                <a:cs typeface="Calibri"/>
              </a:rPr>
              <a:t> </a:t>
            </a:r>
            <a:r>
              <a:rPr sz="1400" spc="-10" dirty="0">
                <a:solidFill>
                  <a:srgbClr val="2F2C41"/>
                </a:solidFill>
                <a:latin typeface="Calibri"/>
                <a:cs typeface="Calibri"/>
              </a:rPr>
              <a:t>types:</a:t>
            </a:r>
            <a:endParaRPr sz="1400">
              <a:latin typeface="Calibri"/>
              <a:cs typeface="Calibri"/>
            </a:endParaRPr>
          </a:p>
        </p:txBody>
      </p:sp>
      <p:sp>
        <p:nvSpPr>
          <p:cNvPr id="5" name="object 5"/>
          <p:cNvSpPr txBox="1"/>
          <p:nvPr/>
        </p:nvSpPr>
        <p:spPr>
          <a:xfrm>
            <a:off x="593242" y="2100808"/>
            <a:ext cx="5346065" cy="3505062"/>
          </a:xfrm>
          <a:prstGeom prst="rect">
            <a:avLst/>
          </a:prstGeom>
        </p:spPr>
        <p:txBody>
          <a:bodyPr vert="horz" wrap="square" lIns="0" tIns="117475" rIns="0" bIns="0" rtlCol="0">
            <a:spAutoFit/>
          </a:bodyPr>
          <a:lstStyle/>
          <a:p>
            <a:pPr marL="240665" indent="-227965">
              <a:lnSpc>
                <a:spcPct val="100000"/>
              </a:lnSpc>
              <a:spcBef>
                <a:spcPts val="925"/>
              </a:spcBef>
              <a:buFont typeface="Arial MT"/>
              <a:buChar char="•"/>
              <a:tabLst>
                <a:tab pos="240665" algn="l"/>
              </a:tabLst>
            </a:pPr>
            <a:r>
              <a:rPr sz="1600" spc="-10" dirty="0">
                <a:solidFill>
                  <a:srgbClr val="2F2C41"/>
                </a:solidFill>
                <a:latin typeface="Calibri"/>
                <a:cs typeface="Calibri"/>
              </a:rPr>
              <a:t>Deposits</a:t>
            </a:r>
            <a:endParaRPr sz="1600" dirty="0">
              <a:latin typeface="Calibri"/>
              <a:cs typeface="Calibri"/>
            </a:endParaRPr>
          </a:p>
          <a:p>
            <a:pPr marL="280670" indent="-267970">
              <a:lnSpc>
                <a:spcPct val="100000"/>
              </a:lnSpc>
              <a:spcBef>
                <a:spcPts val="830"/>
              </a:spcBef>
              <a:buFont typeface="Arial MT"/>
              <a:buChar char="•"/>
              <a:tabLst>
                <a:tab pos="280670" algn="l"/>
              </a:tabLst>
            </a:pPr>
            <a:r>
              <a:rPr sz="1600" spc="-10" dirty="0">
                <a:solidFill>
                  <a:srgbClr val="2F2C41"/>
                </a:solidFill>
                <a:latin typeface="Calibri"/>
                <a:cs typeface="Calibri"/>
              </a:rPr>
              <a:t>withdrawals,</a:t>
            </a:r>
            <a:r>
              <a:rPr sz="1600" dirty="0">
                <a:solidFill>
                  <a:srgbClr val="2F2C41"/>
                </a:solidFill>
                <a:latin typeface="Calibri"/>
                <a:cs typeface="Calibri"/>
              </a:rPr>
              <a:t> </a:t>
            </a:r>
            <a:r>
              <a:rPr sz="1600" spc="-25" dirty="0">
                <a:solidFill>
                  <a:srgbClr val="2F2C41"/>
                </a:solidFill>
                <a:latin typeface="Calibri"/>
                <a:cs typeface="Calibri"/>
              </a:rPr>
              <a:t>and</a:t>
            </a:r>
            <a:endParaRPr sz="1600" dirty="0">
              <a:latin typeface="Calibri"/>
              <a:cs typeface="Calibri"/>
            </a:endParaRPr>
          </a:p>
          <a:p>
            <a:pPr marL="240665" indent="-227965">
              <a:lnSpc>
                <a:spcPct val="100000"/>
              </a:lnSpc>
              <a:spcBef>
                <a:spcPts val="825"/>
              </a:spcBef>
              <a:buFont typeface="Arial MT"/>
              <a:buChar char="•"/>
              <a:tabLst>
                <a:tab pos="240665" algn="l"/>
              </a:tabLst>
            </a:pPr>
            <a:r>
              <a:rPr sz="1600" dirty="0">
                <a:solidFill>
                  <a:srgbClr val="2F2C41"/>
                </a:solidFill>
                <a:latin typeface="Calibri"/>
                <a:cs typeface="Calibri"/>
              </a:rPr>
              <a:t>balance</a:t>
            </a:r>
            <a:r>
              <a:rPr sz="1600" spc="-60" dirty="0">
                <a:solidFill>
                  <a:srgbClr val="2F2C41"/>
                </a:solidFill>
                <a:latin typeface="Calibri"/>
                <a:cs typeface="Calibri"/>
              </a:rPr>
              <a:t> </a:t>
            </a:r>
            <a:r>
              <a:rPr sz="1600" spc="-10" dirty="0">
                <a:solidFill>
                  <a:srgbClr val="2F2C41"/>
                </a:solidFill>
                <a:latin typeface="Calibri"/>
                <a:cs typeface="Calibri"/>
              </a:rPr>
              <a:t>inquiries.</a:t>
            </a:r>
            <a:endParaRPr sz="1600" dirty="0">
              <a:latin typeface="Calibri"/>
              <a:cs typeface="Calibri"/>
            </a:endParaRPr>
          </a:p>
          <a:p>
            <a:pPr marL="241300" marR="5080" indent="-228600">
              <a:lnSpc>
                <a:spcPts val="1510"/>
              </a:lnSpc>
              <a:spcBef>
                <a:spcPts val="1035"/>
              </a:spcBef>
              <a:buFont typeface="Arial MT"/>
              <a:buChar char="•"/>
              <a:tabLst>
                <a:tab pos="241300" algn="l"/>
              </a:tabLst>
            </a:pPr>
            <a:r>
              <a:rPr sz="1600" dirty="0">
                <a:solidFill>
                  <a:srgbClr val="2F2C41"/>
                </a:solidFill>
                <a:latin typeface="Calibri"/>
                <a:cs typeface="Calibri"/>
              </a:rPr>
              <a:t>For</a:t>
            </a:r>
            <a:r>
              <a:rPr sz="1600" spc="285" dirty="0">
                <a:solidFill>
                  <a:srgbClr val="2F2C41"/>
                </a:solidFill>
                <a:latin typeface="Calibri"/>
                <a:cs typeface="Calibri"/>
              </a:rPr>
              <a:t> </a:t>
            </a:r>
            <a:r>
              <a:rPr sz="1600" dirty="0">
                <a:solidFill>
                  <a:srgbClr val="2F2C41"/>
                </a:solidFill>
                <a:latin typeface="Calibri"/>
                <a:cs typeface="Calibri"/>
              </a:rPr>
              <a:t>simplicity,</a:t>
            </a:r>
            <a:r>
              <a:rPr sz="1600" spc="290" dirty="0">
                <a:solidFill>
                  <a:srgbClr val="2F2C41"/>
                </a:solidFill>
                <a:latin typeface="Calibri"/>
                <a:cs typeface="Calibri"/>
              </a:rPr>
              <a:t> </a:t>
            </a:r>
            <a:r>
              <a:rPr sz="1600" dirty="0">
                <a:solidFill>
                  <a:srgbClr val="2F2C41"/>
                </a:solidFill>
                <a:latin typeface="Calibri"/>
                <a:cs typeface="Calibri"/>
              </a:rPr>
              <a:t>these</a:t>
            </a:r>
            <a:r>
              <a:rPr sz="1600" spc="300" dirty="0">
                <a:solidFill>
                  <a:srgbClr val="2F2C41"/>
                </a:solidFill>
                <a:latin typeface="Calibri"/>
                <a:cs typeface="Calibri"/>
              </a:rPr>
              <a:t> </a:t>
            </a:r>
            <a:r>
              <a:rPr sz="1600" dirty="0">
                <a:solidFill>
                  <a:srgbClr val="2F2C41"/>
                </a:solidFill>
                <a:latin typeface="Calibri"/>
                <a:cs typeface="Calibri"/>
              </a:rPr>
              <a:t>transactions</a:t>
            </a:r>
            <a:r>
              <a:rPr sz="1600" spc="300" dirty="0">
                <a:solidFill>
                  <a:srgbClr val="2F2C41"/>
                </a:solidFill>
                <a:latin typeface="Calibri"/>
                <a:cs typeface="Calibri"/>
              </a:rPr>
              <a:t> </a:t>
            </a:r>
            <a:r>
              <a:rPr sz="1600" dirty="0">
                <a:solidFill>
                  <a:srgbClr val="2F2C41"/>
                </a:solidFill>
                <a:latin typeface="Calibri"/>
                <a:cs typeface="Calibri"/>
              </a:rPr>
              <a:t>can</a:t>
            </a:r>
            <a:r>
              <a:rPr sz="1600" spc="285" dirty="0">
                <a:solidFill>
                  <a:srgbClr val="2F2C41"/>
                </a:solidFill>
                <a:latin typeface="Calibri"/>
                <a:cs typeface="Calibri"/>
              </a:rPr>
              <a:t> </a:t>
            </a:r>
            <a:r>
              <a:rPr sz="1600" dirty="0">
                <a:solidFill>
                  <a:srgbClr val="2F2C41"/>
                </a:solidFill>
                <a:latin typeface="Calibri"/>
                <a:cs typeface="Calibri"/>
              </a:rPr>
              <a:t>only</a:t>
            </a:r>
            <a:r>
              <a:rPr sz="1600" spc="290" dirty="0">
                <a:solidFill>
                  <a:srgbClr val="2F2C41"/>
                </a:solidFill>
                <a:latin typeface="Calibri"/>
                <a:cs typeface="Calibri"/>
              </a:rPr>
              <a:t> </a:t>
            </a:r>
            <a:r>
              <a:rPr sz="1600" dirty="0">
                <a:solidFill>
                  <a:srgbClr val="2F2C41"/>
                </a:solidFill>
                <a:latin typeface="Calibri"/>
                <a:cs typeface="Calibri"/>
              </a:rPr>
              <a:t>be</a:t>
            </a:r>
            <a:r>
              <a:rPr sz="1600" spc="290" dirty="0">
                <a:solidFill>
                  <a:srgbClr val="2F2C41"/>
                </a:solidFill>
                <a:latin typeface="Calibri"/>
                <a:cs typeface="Calibri"/>
              </a:rPr>
              <a:t> </a:t>
            </a:r>
            <a:r>
              <a:rPr sz="1600" dirty="0">
                <a:solidFill>
                  <a:srgbClr val="2F2C41"/>
                </a:solidFill>
                <a:latin typeface="Calibri"/>
                <a:cs typeface="Calibri"/>
              </a:rPr>
              <a:t>done</a:t>
            </a:r>
            <a:r>
              <a:rPr sz="1600" spc="285" dirty="0">
                <a:solidFill>
                  <a:srgbClr val="2F2C41"/>
                </a:solidFill>
                <a:latin typeface="Calibri"/>
                <a:cs typeface="Calibri"/>
              </a:rPr>
              <a:t> </a:t>
            </a:r>
            <a:r>
              <a:rPr sz="1600" dirty="0">
                <a:solidFill>
                  <a:srgbClr val="2F2C41"/>
                </a:solidFill>
                <a:latin typeface="Calibri"/>
                <a:cs typeface="Calibri"/>
              </a:rPr>
              <a:t>on</a:t>
            </a:r>
            <a:r>
              <a:rPr sz="1600" spc="290" dirty="0">
                <a:solidFill>
                  <a:srgbClr val="2F2C41"/>
                </a:solidFill>
                <a:latin typeface="Calibri"/>
                <a:cs typeface="Calibri"/>
              </a:rPr>
              <a:t> </a:t>
            </a:r>
            <a:r>
              <a:rPr sz="1600" dirty="0">
                <a:solidFill>
                  <a:srgbClr val="2F2C41"/>
                </a:solidFill>
                <a:latin typeface="Calibri"/>
                <a:cs typeface="Calibri"/>
              </a:rPr>
              <a:t>a</a:t>
            </a:r>
            <a:r>
              <a:rPr sz="1600" spc="290" dirty="0">
                <a:solidFill>
                  <a:srgbClr val="2F2C41"/>
                </a:solidFill>
                <a:latin typeface="Calibri"/>
                <a:cs typeface="Calibri"/>
              </a:rPr>
              <a:t> </a:t>
            </a:r>
            <a:r>
              <a:rPr sz="1600" spc="-10" dirty="0">
                <a:solidFill>
                  <a:srgbClr val="2F2C41"/>
                </a:solidFill>
                <a:latin typeface="Calibri"/>
                <a:cs typeface="Calibri"/>
              </a:rPr>
              <a:t>checking account.</a:t>
            </a:r>
            <a:endParaRPr sz="1600" dirty="0">
              <a:latin typeface="Calibri"/>
              <a:cs typeface="Calibri"/>
            </a:endParaRPr>
          </a:p>
          <a:p>
            <a:pPr marL="241300" marR="664845" indent="-228600">
              <a:lnSpc>
                <a:spcPts val="1510"/>
              </a:lnSpc>
              <a:spcBef>
                <a:spcPts val="1000"/>
              </a:spcBef>
              <a:buFont typeface="Arial MT"/>
              <a:buChar char="•"/>
              <a:tabLst>
                <a:tab pos="241300" algn="l"/>
              </a:tabLst>
            </a:pPr>
            <a:r>
              <a:rPr sz="1600" dirty="0">
                <a:solidFill>
                  <a:srgbClr val="2F2C41"/>
                </a:solidFill>
                <a:latin typeface="Calibri"/>
                <a:cs typeface="Calibri"/>
              </a:rPr>
              <a:t>When</a:t>
            </a:r>
            <a:r>
              <a:rPr sz="1600" spc="-40" dirty="0">
                <a:solidFill>
                  <a:srgbClr val="2F2C41"/>
                </a:solidFill>
                <a:latin typeface="Calibri"/>
                <a:cs typeface="Calibri"/>
              </a:rPr>
              <a:t> </a:t>
            </a:r>
            <a:r>
              <a:rPr sz="1600" dirty="0">
                <a:solidFill>
                  <a:srgbClr val="2F2C41"/>
                </a:solidFill>
                <a:latin typeface="Calibri"/>
                <a:cs typeface="Calibri"/>
              </a:rPr>
              <a:t>a</a:t>
            </a:r>
            <a:r>
              <a:rPr sz="1600" spc="-25" dirty="0">
                <a:solidFill>
                  <a:srgbClr val="2F2C41"/>
                </a:solidFill>
                <a:latin typeface="Calibri"/>
                <a:cs typeface="Calibri"/>
              </a:rPr>
              <a:t> </a:t>
            </a:r>
            <a:r>
              <a:rPr sz="1600" dirty="0">
                <a:solidFill>
                  <a:srgbClr val="2F2C41"/>
                </a:solidFill>
                <a:latin typeface="Calibri"/>
                <a:cs typeface="Calibri"/>
              </a:rPr>
              <a:t>bank</a:t>
            </a:r>
            <a:r>
              <a:rPr sz="1600" spc="-30" dirty="0">
                <a:solidFill>
                  <a:srgbClr val="2F2C41"/>
                </a:solidFill>
                <a:latin typeface="Calibri"/>
                <a:cs typeface="Calibri"/>
              </a:rPr>
              <a:t> </a:t>
            </a:r>
            <a:r>
              <a:rPr sz="1600" dirty="0">
                <a:solidFill>
                  <a:srgbClr val="2F2C41"/>
                </a:solidFill>
                <a:latin typeface="Calibri"/>
                <a:cs typeface="Calibri"/>
              </a:rPr>
              <a:t>customer</a:t>
            </a:r>
            <a:r>
              <a:rPr sz="1600" spc="-30" dirty="0">
                <a:solidFill>
                  <a:srgbClr val="2F2C41"/>
                </a:solidFill>
                <a:latin typeface="Calibri"/>
                <a:cs typeface="Calibri"/>
              </a:rPr>
              <a:t> </a:t>
            </a:r>
            <a:r>
              <a:rPr sz="1600" dirty="0">
                <a:solidFill>
                  <a:srgbClr val="2F2C41"/>
                </a:solidFill>
                <a:latin typeface="Calibri"/>
                <a:cs typeface="Calibri"/>
              </a:rPr>
              <a:t>arrives</a:t>
            </a:r>
            <a:r>
              <a:rPr sz="1600" spc="-50" dirty="0">
                <a:solidFill>
                  <a:srgbClr val="2F2C41"/>
                </a:solidFill>
                <a:latin typeface="Calibri"/>
                <a:cs typeface="Calibri"/>
              </a:rPr>
              <a:t> </a:t>
            </a:r>
            <a:r>
              <a:rPr sz="1600" dirty="0">
                <a:solidFill>
                  <a:srgbClr val="2F2C41"/>
                </a:solidFill>
                <a:latin typeface="Calibri"/>
                <a:cs typeface="Calibri"/>
              </a:rPr>
              <a:t>at</a:t>
            </a:r>
            <a:r>
              <a:rPr sz="1600" spc="-30" dirty="0">
                <a:solidFill>
                  <a:srgbClr val="2F2C41"/>
                </a:solidFill>
                <a:latin typeface="Calibri"/>
                <a:cs typeface="Calibri"/>
              </a:rPr>
              <a:t> </a:t>
            </a:r>
            <a:r>
              <a:rPr sz="1600" dirty="0">
                <a:solidFill>
                  <a:srgbClr val="2F2C41"/>
                </a:solidFill>
                <a:latin typeface="Calibri"/>
                <a:cs typeface="Calibri"/>
              </a:rPr>
              <a:t>an</a:t>
            </a:r>
            <a:r>
              <a:rPr sz="1600" spc="-35" dirty="0">
                <a:solidFill>
                  <a:srgbClr val="2F2C41"/>
                </a:solidFill>
                <a:latin typeface="Calibri"/>
                <a:cs typeface="Calibri"/>
              </a:rPr>
              <a:t> </a:t>
            </a:r>
            <a:r>
              <a:rPr sz="1600" spc="-25" dirty="0">
                <a:solidFill>
                  <a:srgbClr val="2F2C41"/>
                </a:solidFill>
                <a:latin typeface="Calibri"/>
                <a:cs typeface="Calibri"/>
              </a:rPr>
              <a:t>SATM</a:t>
            </a:r>
            <a:r>
              <a:rPr sz="1600" spc="-50" dirty="0">
                <a:solidFill>
                  <a:srgbClr val="2F2C41"/>
                </a:solidFill>
                <a:latin typeface="Calibri"/>
                <a:cs typeface="Calibri"/>
              </a:rPr>
              <a:t> </a:t>
            </a:r>
            <a:r>
              <a:rPr sz="1600" spc="-10" dirty="0">
                <a:solidFill>
                  <a:srgbClr val="2F2C41"/>
                </a:solidFill>
                <a:latin typeface="Calibri"/>
                <a:cs typeface="Calibri"/>
              </a:rPr>
              <a:t>station,</a:t>
            </a:r>
            <a:r>
              <a:rPr sz="1600" spc="-30" dirty="0">
                <a:solidFill>
                  <a:srgbClr val="2F2C41"/>
                </a:solidFill>
                <a:latin typeface="Calibri"/>
                <a:cs typeface="Calibri"/>
              </a:rPr>
              <a:t> </a:t>
            </a:r>
            <a:r>
              <a:rPr sz="1600" dirty="0">
                <a:solidFill>
                  <a:srgbClr val="2F2C41"/>
                </a:solidFill>
                <a:latin typeface="Calibri"/>
                <a:cs typeface="Calibri"/>
              </a:rPr>
              <a:t>screen</a:t>
            </a:r>
            <a:r>
              <a:rPr sz="1600" spc="-30" dirty="0">
                <a:solidFill>
                  <a:srgbClr val="2F2C41"/>
                </a:solidFill>
                <a:latin typeface="Calibri"/>
                <a:cs typeface="Calibri"/>
              </a:rPr>
              <a:t> </a:t>
            </a:r>
            <a:r>
              <a:rPr sz="1600" dirty="0">
                <a:solidFill>
                  <a:srgbClr val="2F2C41"/>
                </a:solidFill>
                <a:latin typeface="Calibri"/>
                <a:cs typeface="Calibri"/>
              </a:rPr>
              <a:t>1</a:t>
            </a:r>
            <a:r>
              <a:rPr sz="1600" spc="-40" dirty="0">
                <a:solidFill>
                  <a:srgbClr val="2F2C41"/>
                </a:solidFill>
                <a:latin typeface="Calibri"/>
                <a:cs typeface="Calibri"/>
              </a:rPr>
              <a:t> </a:t>
            </a:r>
            <a:r>
              <a:rPr sz="1600" spc="-25" dirty="0">
                <a:solidFill>
                  <a:srgbClr val="2F2C41"/>
                </a:solidFill>
                <a:latin typeface="Calibri"/>
                <a:cs typeface="Calibri"/>
              </a:rPr>
              <a:t>is </a:t>
            </a:r>
            <a:r>
              <a:rPr sz="1600" spc="-10" dirty="0">
                <a:solidFill>
                  <a:srgbClr val="2F2C41"/>
                </a:solidFill>
                <a:latin typeface="Calibri"/>
                <a:cs typeface="Calibri"/>
              </a:rPr>
              <a:t>displayed.</a:t>
            </a:r>
            <a:endParaRPr sz="1600" dirty="0">
              <a:latin typeface="Calibri"/>
              <a:cs typeface="Calibri"/>
            </a:endParaRPr>
          </a:p>
          <a:p>
            <a:pPr marL="241300" marR="434340" indent="-228600">
              <a:lnSpc>
                <a:spcPts val="1510"/>
              </a:lnSpc>
              <a:spcBef>
                <a:spcPts val="1000"/>
              </a:spcBef>
              <a:buFont typeface="Arial MT"/>
              <a:buChar char="•"/>
              <a:tabLst>
                <a:tab pos="241300" algn="l"/>
              </a:tabLst>
            </a:pPr>
            <a:r>
              <a:rPr sz="1600" dirty="0">
                <a:solidFill>
                  <a:srgbClr val="2F2C41"/>
                </a:solidFill>
                <a:latin typeface="Calibri"/>
                <a:cs typeface="Calibri"/>
              </a:rPr>
              <a:t>The</a:t>
            </a:r>
            <a:r>
              <a:rPr sz="1600" spc="-40" dirty="0">
                <a:solidFill>
                  <a:srgbClr val="2F2C41"/>
                </a:solidFill>
                <a:latin typeface="Calibri"/>
                <a:cs typeface="Calibri"/>
              </a:rPr>
              <a:t> </a:t>
            </a:r>
            <a:r>
              <a:rPr sz="1600" dirty="0">
                <a:solidFill>
                  <a:srgbClr val="2F2C41"/>
                </a:solidFill>
                <a:latin typeface="Calibri"/>
                <a:cs typeface="Calibri"/>
              </a:rPr>
              <a:t>bank</a:t>
            </a:r>
            <a:r>
              <a:rPr sz="1600" spc="-35" dirty="0">
                <a:solidFill>
                  <a:srgbClr val="2F2C41"/>
                </a:solidFill>
                <a:latin typeface="Calibri"/>
                <a:cs typeface="Calibri"/>
              </a:rPr>
              <a:t> </a:t>
            </a:r>
            <a:r>
              <a:rPr sz="1600" dirty="0">
                <a:solidFill>
                  <a:srgbClr val="2F2C41"/>
                </a:solidFill>
                <a:latin typeface="Calibri"/>
                <a:cs typeface="Calibri"/>
              </a:rPr>
              <a:t>customer</a:t>
            </a:r>
            <a:r>
              <a:rPr sz="1600" spc="-35" dirty="0">
                <a:solidFill>
                  <a:srgbClr val="2F2C41"/>
                </a:solidFill>
                <a:latin typeface="Calibri"/>
                <a:cs typeface="Calibri"/>
              </a:rPr>
              <a:t> </a:t>
            </a:r>
            <a:r>
              <a:rPr sz="1600" dirty="0">
                <a:solidFill>
                  <a:srgbClr val="2F2C41"/>
                </a:solidFill>
                <a:latin typeface="Calibri"/>
                <a:cs typeface="Calibri"/>
              </a:rPr>
              <a:t>accesses</a:t>
            </a:r>
            <a:r>
              <a:rPr sz="1600" spc="-40" dirty="0">
                <a:solidFill>
                  <a:srgbClr val="2F2C41"/>
                </a:solidFill>
                <a:latin typeface="Calibri"/>
                <a:cs typeface="Calibri"/>
              </a:rPr>
              <a:t> </a:t>
            </a:r>
            <a:r>
              <a:rPr sz="1600" dirty="0">
                <a:solidFill>
                  <a:srgbClr val="2F2C41"/>
                </a:solidFill>
                <a:latin typeface="Calibri"/>
                <a:cs typeface="Calibri"/>
              </a:rPr>
              <a:t>the</a:t>
            </a:r>
            <a:r>
              <a:rPr sz="1600" spc="-20" dirty="0">
                <a:solidFill>
                  <a:srgbClr val="2F2C41"/>
                </a:solidFill>
                <a:latin typeface="Calibri"/>
                <a:cs typeface="Calibri"/>
              </a:rPr>
              <a:t> </a:t>
            </a:r>
            <a:r>
              <a:rPr sz="1600" spc="-25" dirty="0">
                <a:solidFill>
                  <a:srgbClr val="2F2C41"/>
                </a:solidFill>
                <a:latin typeface="Calibri"/>
                <a:cs typeface="Calibri"/>
              </a:rPr>
              <a:t>SATM</a:t>
            </a:r>
            <a:r>
              <a:rPr sz="1600" spc="-55" dirty="0">
                <a:solidFill>
                  <a:srgbClr val="2F2C41"/>
                </a:solidFill>
                <a:latin typeface="Calibri"/>
                <a:cs typeface="Calibri"/>
              </a:rPr>
              <a:t> </a:t>
            </a:r>
            <a:r>
              <a:rPr sz="1600" spc="-10" dirty="0">
                <a:solidFill>
                  <a:srgbClr val="2F2C41"/>
                </a:solidFill>
                <a:latin typeface="Calibri"/>
                <a:cs typeface="Calibri"/>
              </a:rPr>
              <a:t>system</a:t>
            </a:r>
            <a:r>
              <a:rPr sz="1600" spc="-50" dirty="0">
                <a:solidFill>
                  <a:srgbClr val="2F2C41"/>
                </a:solidFill>
                <a:latin typeface="Calibri"/>
                <a:cs typeface="Calibri"/>
              </a:rPr>
              <a:t> </a:t>
            </a:r>
            <a:r>
              <a:rPr sz="1600" dirty="0">
                <a:solidFill>
                  <a:srgbClr val="2F2C41"/>
                </a:solidFill>
                <a:latin typeface="Calibri"/>
                <a:cs typeface="Calibri"/>
              </a:rPr>
              <a:t>with</a:t>
            </a:r>
            <a:r>
              <a:rPr sz="1600" spc="-50" dirty="0">
                <a:solidFill>
                  <a:srgbClr val="2F2C41"/>
                </a:solidFill>
                <a:latin typeface="Calibri"/>
                <a:cs typeface="Calibri"/>
              </a:rPr>
              <a:t> </a:t>
            </a:r>
            <a:r>
              <a:rPr sz="1600" dirty="0">
                <a:solidFill>
                  <a:srgbClr val="2F2C41"/>
                </a:solidFill>
                <a:latin typeface="Calibri"/>
                <a:cs typeface="Calibri"/>
              </a:rPr>
              <a:t>a</a:t>
            </a:r>
            <a:r>
              <a:rPr sz="1600" spc="-30" dirty="0">
                <a:solidFill>
                  <a:srgbClr val="2F2C41"/>
                </a:solidFill>
                <a:latin typeface="Calibri"/>
                <a:cs typeface="Calibri"/>
              </a:rPr>
              <a:t> </a:t>
            </a:r>
            <a:r>
              <a:rPr sz="1600" dirty="0">
                <a:solidFill>
                  <a:srgbClr val="2F2C41"/>
                </a:solidFill>
                <a:latin typeface="Calibri"/>
                <a:cs typeface="Calibri"/>
              </a:rPr>
              <a:t>plastic</a:t>
            </a:r>
            <a:r>
              <a:rPr sz="1600" spc="-40" dirty="0">
                <a:solidFill>
                  <a:srgbClr val="2F2C41"/>
                </a:solidFill>
                <a:latin typeface="Calibri"/>
                <a:cs typeface="Calibri"/>
              </a:rPr>
              <a:t> </a:t>
            </a:r>
            <a:r>
              <a:rPr sz="1600" spc="-20" dirty="0">
                <a:solidFill>
                  <a:srgbClr val="2F2C41"/>
                </a:solidFill>
                <a:latin typeface="Calibri"/>
                <a:cs typeface="Calibri"/>
              </a:rPr>
              <a:t>card </a:t>
            </a:r>
            <a:r>
              <a:rPr sz="1600" dirty="0">
                <a:solidFill>
                  <a:srgbClr val="2F2C41"/>
                </a:solidFill>
                <a:latin typeface="Calibri"/>
                <a:cs typeface="Calibri"/>
              </a:rPr>
              <a:t>encoded</a:t>
            </a:r>
            <a:r>
              <a:rPr sz="1600" spc="-40" dirty="0">
                <a:solidFill>
                  <a:srgbClr val="2F2C41"/>
                </a:solidFill>
                <a:latin typeface="Calibri"/>
                <a:cs typeface="Calibri"/>
              </a:rPr>
              <a:t> </a:t>
            </a:r>
            <a:r>
              <a:rPr sz="1600" dirty="0">
                <a:solidFill>
                  <a:srgbClr val="2F2C41"/>
                </a:solidFill>
                <a:latin typeface="Calibri"/>
                <a:cs typeface="Calibri"/>
              </a:rPr>
              <a:t>with</a:t>
            </a:r>
            <a:r>
              <a:rPr sz="1600" spc="-50" dirty="0">
                <a:solidFill>
                  <a:srgbClr val="2F2C41"/>
                </a:solidFill>
                <a:latin typeface="Calibri"/>
                <a:cs typeface="Calibri"/>
              </a:rPr>
              <a:t> </a:t>
            </a:r>
            <a:r>
              <a:rPr sz="1600" dirty="0">
                <a:solidFill>
                  <a:srgbClr val="2F2C41"/>
                </a:solidFill>
                <a:latin typeface="Calibri"/>
                <a:cs typeface="Calibri"/>
              </a:rPr>
              <a:t>a</a:t>
            </a:r>
            <a:r>
              <a:rPr sz="1600" spc="-45" dirty="0">
                <a:solidFill>
                  <a:srgbClr val="2F2C41"/>
                </a:solidFill>
                <a:latin typeface="Calibri"/>
                <a:cs typeface="Calibri"/>
              </a:rPr>
              <a:t> </a:t>
            </a:r>
            <a:r>
              <a:rPr sz="1600" dirty="0">
                <a:solidFill>
                  <a:srgbClr val="2F2C41"/>
                </a:solidFill>
                <a:latin typeface="Calibri"/>
                <a:cs typeface="Calibri"/>
              </a:rPr>
              <a:t>personal</a:t>
            </a:r>
            <a:r>
              <a:rPr sz="1600" spc="-35" dirty="0">
                <a:solidFill>
                  <a:srgbClr val="2F2C41"/>
                </a:solidFill>
                <a:latin typeface="Calibri"/>
                <a:cs typeface="Calibri"/>
              </a:rPr>
              <a:t> </a:t>
            </a:r>
            <a:r>
              <a:rPr sz="1600" dirty="0">
                <a:solidFill>
                  <a:srgbClr val="2F2C41"/>
                </a:solidFill>
                <a:latin typeface="Calibri"/>
                <a:cs typeface="Calibri"/>
              </a:rPr>
              <a:t>account</a:t>
            </a:r>
            <a:r>
              <a:rPr sz="1600" spc="-40" dirty="0">
                <a:solidFill>
                  <a:srgbClr val="2F2C41"/>
                </a:solidFill>
                <a:latin typeface="Calibri"/>
                <a:cs typeface="Calibri"/>
              </a:rPr>
              <a:t> </a:t>
            </a:r>
            <a:r>
              <a:rPr sz="1600" dirty="0">
                <a:solidFill>
                  <a:srgbClr val="2F2C41"/>
                </a:solidFill>
                <a:latin typeface="Calibri"/>
                <a:cs typeface="Calibri"/>
              </a:rPr>
              <a:t>number</a:t>
            </a:r>
            <a:r>
              <a:rPr sz="1600" spc="-35" dirty="0">
                <a:solidFill>
                  <a:srgbClr val="2F2C41"/>
                </a:solidFill>
                <a:latin typeface="Calibri"/>
                <a:cs typeface="Calibri"/>
              </a:rPr>
              <a:t> </a:t>
            </a:r>
            <a:r>
              <a:rPr sz="1600" spc="-10" dirty="0">
                <a:solidFill>
                  <a:srgbClr val="2F2C41"/>
                </a:solidFill>
                <a:latin typeface="Calibri"/>
                <a:cs typeface="Calibri"/>
              </a:rPr>
              <a:t>(PAN),</a:t>
            </a:r>
            <a:endParaRPr sz="1600" dirty="0">
              <a:latin typeface="Calibri"/>
              <a:cs typeface="Calibri"/>
            </a:endParaRPr>
          </a:p>
          <a:p>
            <a:pPr marL="241300" marR="69215" indent="-228600">
              <a:lnSpc>
                <a:spcPts val="1510"/>
              </a:lnSpc>
              <a:spcBef>
                <a:spcPts val="1015"/>
              </a:spcBef>
              <a:buFont typeface="Arial MT"/>
              <a:buChar char="•"/>
              <a:tabLst>
                <a:tab pos="241300" algn="l"/>
              </a:tabLst>
            </a:pPr>
            <a:r>
              <a:rPr sz="1600" dirty="0">
                <a:solidFill>
                  <a:srgbClr val="2F2C41"/>
                </a:solidFill>
                <a:latin typeface="Calibri"/>
                <a:cs typeface="Calibri"/>
              </a:rPr>
              <a:t>which</a:t>
            </a:r>
            <a:r>
              <a:rPr sz="1600" spc="-50" dirty="0">
                <a:solidFill>
                  <a:srgbClr val="2F2C41"/>
                </a:solidFill>
                <a:latin typeface="Calibri"/>
                <a:cs typeface="Calibri"/>
              </a:rPr>
              <a:t> </a:t>
            </a:r>
            <a:r>
              <a:rPr sz="1600" dirty="0">
                <a:solidFill>
                  <a:srgbClr val="2F2C41"/>
                </a:solidFill>
                <a:latin typeface="Calibri"/>
                <a:cs typeface="Calibri"/>
              </a:rPr>
              <a:t>is</a:t>
            </a:r>
            <a:r>
              <a:rPr sz="1600" spc="-30" dirty="0">
                <a:solidFill>
                  <a:srgbClr val="2F2C41"/>
                </a:solidFill>
                <a:latin typeface="Calibri"/>
                <a:cs typeface="Calibri"/>
              </a:rPr>
              <a:t> </a:t>
            </a:r>
            <a:r>
              <a:rPr sz="1600" dirty="0">
                <a:solidFill>
                  <a:srgbClr val="2F2C41"/>
                </a:solidFill>
                <a:latin typeface="Calibri"/>
                <a:cs typeface="Calibri"/>
              </a:rPr>
              <a:t>a</a:t>
            </a:r>
            <a:r>
              <a:rPr sz="1600" spc="-25" dirty="0">
                <a:solidFill>
                  <a:srgbClr val="2F2C41"/>
                </a:solidFill>
                <a:latin typeface="Calibri"/>
                <a:cs typeface="Calibri"/>
              </a:rPr>
              <a:t> </a:t>
            </a:r>
            <a:r>
              <a:rPr sz="1600" dirty="0">
                <a:solidFill>
                  <a:srgbClr val="2F2C41"/>
                </a:solidFill>
                <a:latin typeface="Calibri"/>
                <a:cs typeface="Calibri"/>
              </a:rPr>
              <a:t>key</a:t>
            </a:r>
            <a:r>
              <a:rPr sz="1600" spc="-30" dirty="0">
                <a:solidFill>
                  <a:srgbClr val="2F2C41"/>
                </a:solidFill>
                <a:latin typeface="Calibri"/>
                <a:cs typeface="Calibri"/>
              </a:rPr>
              <a:t> </a:t>
            </a:r>
            <a:r>
              <a:rPr sz="1600" dirty="0">
                <a:solidFill>
                  <a:srgbClr val="2F2C41"/>
                </a:solidFill>
                <a:latin typeface="Calibri"/>
                <a:cs typeface="Calibri"/>
              </a:rPr>
              <a:t>to</a:t>
            </a:r>
            <a:r>
              <a:rPr sz="1600" spc="-30" dirty="0">
                <a:solidFill>
                  <a:srgbClr val="2F2C41"/>
                </a:solidFill>
                <a:latin typeface="Calibri"/>
                <a:cs typeface="Calibri"/>
              </a:rPr>
              <a:t> </a:t>
            </a:r>
            <a:r>
              <a:rPr sz="1600" dirty="0">
                <a:solidFill>
                  <a:srgbClr val="2F2C41"/>
                </a:solidFill>
                <a:latin typeface="Calibri"/>
                <a:cs typeface="Calibri"/>
              </a:rPr>
              <a:t>an</a:t>
            </a:r>
            <a:r>
              <a:rPr sz="1600" spc="-45" dirty="0">
                <a:solidFill>
                  <a:srgbClr val="2F2C41"/>
                </a:solidFill>
                <a:latin typeface="Calibri"/>
                <a:cs typeface="Calibri"/>
              </a:rPr>
              <a:t> </a:t>
            </a:r>
            <a:r>
              <a:rPr sz="1600" dirty="0">
                <a:solidFill>
                  <a:srgbClr val="2F2C41"/>
                </a:solidFill>
                <a:latin typeface="Calibri"/>
                <a:cs typeface="Calibri"/>
              </a:rPr>
              <a:t>internal</a:t>
            </a:r>
            <a:r>
              <a:rPr sz="1600" spc="-20" dirty="0">
                <a:solidFill>
                  <a:srgbClr val="2F2C41"/>
                </a:solidFill>
                <a:latin typeface="Calibri"/>
                <a:cs typeface="Calibri"/>
              </a:rPr>
              <a:t> </a:t>
            </a:r>
            <a:r>
              <a:rPr sz="1600" dirty="0">
                <a:solidFill>
                  <a:srgbClr val="2F2C41"/>
                </a:solidFill>
                <a:latin typeface="Calibri"/>
                <a:cs typeface="Calibri"/>
              </a:rPr>
              <a:t>customer</a:t>
            </a:r>
            <a:r>
              <a:rPr sz="1600" spc="-30" dirty="0">
                <a:solidFill>
                  <a:srgbClr val="2F2C41"/>
                </a:solidFill>
                <a:latin typeface="Calibri"/>
                <a:cs typeface="Calibri"/>
              </a:rPr>
              <a:t> </a:t>
            </a:r>
            <a:r>
              <a:rPr sz="1600" dirty="0">
                <a:solidFill>
                  <a:srgbClr val="2F2C41"/>
                </a:solidFill>
                <a:latin typeface="Calibri"/>
                <a:cs typeface="Calibri"/>
              </a:rPr>
              <a:t>account</a:t>
            </a:r>
            <a:r>
              <a:rPr sz="1600" spc="-30" dirty="0">
                <a:solidFill>
                  <a:srgbClr val="2F2C41"/>
                </a:solidFill>
                <a:latin typeface="Calibri"/>
                <a:cs typeface="Calibri"/>
              </a:rPr>
              <a:t> </a:t>
            </a:r>
            <a:r>
              <a:rPr sz="1600" dirty="0">
                <a:solidFill>
                  <a:srgbClr val="2F2C41"/>
                </a:solidFill>
                <a:latin typeface="Calibri"/>
                <a:cs typeface="Calibri"/>
              </a:rPr>
              <a:t>file,</a:t>
            </a:r>
            <a:r>
              <a:rPr sz="1600" spc="-45" dirty="0">
                <a:solidFill>
                  <a:srgbClr val="2F2C41"/>
                </a:solidFill>
                <a:latin typeface="Calibri"/>
                <a:cs typeface="Calibri"/>
              </a:rPr>
              <a:t> </a:t>
            </a:r>
            <a:r>
              <a:rPr sz="1600" spc="-10" dirty="0">
                <a:solidFill>
                  <a:srgbClr val="2F2C41"/>
                </a:solidFill>
                <a:latin typeface="Calibri"/>
                <a:cs typeface="Calibri"/>
              </a:rPr>
              <a:t>containing,</a:t>
            </a:r>
            <a:r>
              <a:rPr sz="1600" spc="-15" dirty="0">
                <a:solidFill>
                  <a:srgbClr val="2F2C41"/>
                </a:solidFill>
                <a:latin typeface="Calibri"/>
                <a:cs typeface="Calibri"/>
              </a:rPr>
              <a:t> </a:t>
            </a:r>
            <a:r>
              <a:rPr sz="1600" spc="-10" dirty="0">
                <a:solidFill>
                  <a:srgbClr val="2F2C41"/>
                </a:solidFill>
                <a:latin typeface="Calibri"/>
                <a:cs typeface="Calibri"/>
              </a:rPr>
              <a:t>among </a:t>
            </a:r>
            <a:r>
              <a:rPr sz="1600" dirty="0">
                <a:solidFill>
                  <a:srgbClr val="2F2C41"/>
                </a:solidFill>
                <a:latin typeface="Calibri"/>
                <a:cs typeface="Calibri"/>
              </a:rPr>
              <a:t>other</a:t>
            </a:r>
            <a:r>
              <a:rPr sz="1600" spc="-35" dirty="0">
                <a:solidFill>
                  <a:srgbClr val="2F2C41"/>
                </a:solidFill>
                <a:latin typeface="Calibri"/>
                <a:cs typeface="Calibri"/>
              </a:rPr>
              <a:t> </a:t>
            </a:r>
            <a:r>
              <a:rPr sz="1600" dirty="0">
                <a:solidFill>
                  <a:srgbClr val="2F2C41"/>
                </a:solidFill>
                <a:latin typeface="Calibri"/>
                <a:cs typeface="Calibri"/>
              </a:rPr>
              <a:t>things,</a:t>
            </a:r>
            <a:r>
              <a:rPr sz="1600" spc="-20" dirty="0">
                <a:solidFill>
                  <a:srgbClr val="2F2C41"/>
                </a:solidFill>
                <a:latin typeface="Calibri"/>
                <a:cs typeface="Calibri"/>
              </a:rPr>
              <a:t> </a:t>
            </a:r>
            <a:r>
              <a:rPr sz="1600" dirty="0">
                <a:solidFill>
                  <a:srgbClr val="2F2C41"/>
                </a:solidFill>
                <a:latin typeface="Calibri"/>
                <a:cs typeface="Calibri"/>
              </a:rPr>
              <a:t>the</a:t>
            </a:r>
            <a:r>
              <a:rPr sz="1600" spc="-20" dirty="0">
                <a:solidFill>
                  <a:srgbClr val="2F2C41"/>
                </a:solidFill>
                <a:latin typeface="Calibri"/>
                <a:cs typeface="Calibri"/>
              </a:rPr>
              <a:t> </a:t>
            </a:r>
            <a:r>
              <a:rPr sz="1600" spc="-10" dirty="0">
                <a:solidFill>
                  <a:srgbClr val="2F2C41"/>
                </a:solidFill>
                <a:latin typeface="Calibri"/>
                <a:cs typeface="Calibri"/>
              </a:rPr>
              <a:t>customer’s</a:t>
            </a:r>
            <a:r>
              <a:rPr sz="1600" spc="-50" dirty="0">
                <a:solidFill>
                  <a:srgbClr val="2F2C41"/>
                </a:solidFill>
                <a:latin typeface="Calibri"/>
                <a:cs typeface="Calibri"/>
              </a:rPr>
              <a:t> </a:t>
            </a:r>
            <a:r>
              <a:rPr sz="1600" dirty="0">
                <a:solidFill>
                  <a:srgbClr val="2F2C41"/>
                </a:solidFill>
                <a:latin typeface="Calibri"/>
                <a:cs typeface="Calibri"/>
              </a:rPr>
              <a:t>name</a:t>
            </a:r>
            <a:r>
              <a:rPr sz="1600" spc="-35" dirty="0">
                <a:solidFill>
                  <a:srgbClr val="2F2C41"/>
                </a:solidFill>
                <a:latin typeface="Calibri"/>
                <a:cs typeface="Calibri"/>
              </a:rPr>
              <a:t> </a:t>
            </a:r>
            <a:r>
              <a:rPr sz="1600" dirty="0">
                <a:solidFill>
                  <a:srgbClr val="2F2C41"/>
                </a:solidFill>
                <a:latin typeface="Calibri"/>
                <a:cs typeface="Calibri"/>
              </a:rPr>
              <a:t>and</a:t>
            </a:r>
            <a:r>
              <a:rPr sz="1600" spc="-35" dirty="0">
                <a:solidFill>
                  <a:srgbClr val="2F2C41"/>
                </a:solidFill>
                <a:latin typeface="Calibri"/>
                <a:cs typeface="Calibri"/>
              </a:rPr>
              <a:t> </a:t>
            </a:r>
            <a:r>
              <a:rPr sz="1600" dirty="0">
                <a:solidFill>
                  <a:srgbClr val="2F2C41"/>
                </a:solidFill>
                <a:latin typeface="Calibri"/>
                <a:cs typeface="Calibri"/>
              </a:rPr>
              <a:t>account</a:t>
            </a:r>
            <a:r>
              <a:rPr sz="1600" spc="-20" dirty="0">
                <a:solidFill>
                  <a:srgbClr val="2F2C41"/>
                </a:solidFill>
                <a:latin typeface="Calibri"/>
                <a:cs typeface="Calibri"/>
              </a:rPr>
              <a:t> </a:t>
            </a:r>
            <a:r>
              <a:rPr sz="1600" spc="-10" dirty="0">
                <a:solidFill>
                  <a:srgbClr val="2F2C41"/>
                </a:solidFill>
                <a:latin typeface="Calibri"/>
                <a:cs typeface="Calibri"/>
              </a:rPr>
              <a:t>information</a:t>
            </a:r>
            <a:r>
              <a:rPr sz="1400" spc="-10" dirty="0">
                <a:solidFill>
                  <a:srgbClr val="2F2C41"/>
                </a:solidFill>
                <a:latin typeface="Calibri"/>
                <a:cs typeface="Calibri"/>
              </a:rPr>
              <a:t>.</a:t>
            </a:r>
            <a:endParaRPr sz="1400" dirty="0">
              <a:latin typeface="Calibri"/>
              <a:cs typeface="Calibri"/>
            </a:endParaRPr>
          </a:p>
        </p:txBody>
      </p:sp>
      <p:sp>
        <p:nvSpPr>
          <p:cNvPr id="6" name="object 6"/>
          <p:cNvSpPr txBox="1"/>
          <p:nvPr/>
        </p:nvSpPr>
        <p:spPr>
          <a:xfrm>
            <a:off x="746125" y="5767769"/>
            <a:ext cx="5349875" cy="751488"/>
          </a:xfrm>
          <a:prstGeom prst="rect">
            <a:avLst/>
          </a:prstGeom>
        </p:spPr>
        <p:txBody>
          <a:bodyPr vert="horz" wrap="square" lIns="0" tIns="12700" rIns="0" bIns="0" rtlCol="0">
            <a:spAutoFit/>
          </a:bodyPr>
          <a:lstStyle/>
          <a:p>
            <a:pPr marL="241300" marR="5080" indent="-228600">
              <a:lnSpc>
                <a:spcPct val="100000"/>
              </a:lnSpc>
              <a:spcBef>
                <a:spcPts val="100"/>
              </a:spcBef>
              <a:buFont typeface="Arial MT"/>
              <a:buChar char="•"/>
              <a:tabLst>
                <a:tab pos="241300" algn="l"/>
              </a:tabLst>
            </a:pPr>
            <a:r>
              <a:rPr sz="1600" dirty="0">
                <a:solidFill>
                  <a:srgbClr val="2F2C41"/>
                </a:solidFill>
                <a:latin typeface="Calibri"/>
                <a:cs typeface="Calibri"/>
              </a:rPr>
              <a:t>If</a:t>
            </a:r>
            <a:r>
              <a:rPr sz="1600" spc="405" dirty="0">
                <a:solidFill>
                  <a:srgbClr val="2F2C41"/>
                </a:solidFill>
                <a:latin typeface="Calibri"/>
                <a:cs typeface="Calibri"/>
              </a:rPr>
              <a:t> </a:t>
            </a:r>
            <a:r>
              <a:rPr sz="1600" dirty="0">
                <a:solidFill>
                  <a:srgbClr val="2F2C41"/>
                </a:solidFill>
                <a:latin typeface="Calibri"/>
                <a:cs typeface="Calibri"/>
              </a:rPr>
              <a:t>the</a:t>
            </a:r>
            <a:r>
              <a:rPr sz="1600" spc="409" dirty="0">
                <a:solidFill>
                  <a:srgbClr val="2F2C41"/>
                </a:solidFill>
                <a:latin typeface="Calibri"/>
                <a:cs typeface="Calibri"/>
              </a:rPr>
              <a:t> </a:t>
            </a:r>
            <a:r>
              <a:rPr sz="1600" dirty="0">
                <a:solidFill>
                  <a:srgbClr val="2F2C41"/>
                </a:solidFill>
                <a:latin typeface="Calibri"/>
                <a:cs typeface="Calibri"/>
              </a:rPr>
              <a:t>customer’s</a:t>
            </a:r>
            <a:r>
              <a:rPr sz="1600" spc="409" dirty="0">
                <a:solidFill>
                  <a:srgbClr val="2F2C41"/>
                </a:solidFill>
                <a:latin typeface="Calibri"/>
                <a:cs typeface="Calibri"/>
              </a:rPr>
              <a:t> </a:t>
            </a:r>
            <a:r>
              <a:rPr sz="1600" dirty="0">
                <a:solidFill>
                  <a:srgbClr val="2F2C41"/>
                </a:solidFill>
                <a:latin typeface="Calibri"/>
                <a:cs typeface="Calibri"/>
              </a:rPr>
              <a:t>PAN</a:t>
            </a:r>
            <a:r>
              <a:rPr sz="1600" spc="409" dirty="0">
                <a:solidFill>
                  <a:srgbClr val="2F2C41"/>
                </a:solidFill>
                <a:latin typeface="Calibri"/>
                <a:cs typeface="Calibri"/>
              </a:rPr>
              <a:t> </a:t>
            </a:r>
            <a:r>
              <a:rPr sz="1600" dirty="0">
                <a:solidFill>
                  <a:srgbClr val="2F2C41"/>
                </a:solidFill>
                <a:latin typeface="Calibri"/>
                <a:cs typeface="Calibri"/>
              </a:rPr>
              <a:t>matches</a:t>
            </a:r>
            <a:r>
              <a:rPr sz="1600" spc="400" dirty="0">
                <a:solidFill>
                  <a:srgbClr val="2F2C41"/>
                </a:solidFill>
                <a:latin typeface="Calibri"/>
                <a:cs typeface="Calibri"/>
              </a:rPr>
              <a:t> </a:t>
            </a:r>
            <a:r>
              <a:rPr sz="1600" dirty="0">
                <a:solidFill>
                  <a:srgbClr val="2F2C41"/>
                </a:solidFill>
                <a:latin typeface="Calibri"/>
                <a:cs typeface="Calibri"/>
              </a:rPr>
              <a:t>the</a:t>
            </a:r>
            <a:r>
              <a:rPr sz="1600" spc="405" dirty="0">
                <a:solidFill>
                  <a:srgbClr val="2F2C41"/>
                </a:solidFill>
                <a:latin typeface="Calibri"/>
                <a:cs typeface="Calibri"/>
              </a:rPr>
              <a:t> </a:t>
            </a:r>
            <a:r>
              <a:rPr sz="1600" dirty="0">
                <a:solidFill>
                  <a:srgbClr val="2F2C41"/>
                </a:solidFill>
                <a:latin typeface="Calibri"/>
                <a:cs typeface="Calibri"/>
              </a:rPr>
              <a:t>information</a:t>
            </a:r>
            <a:r>
              <a:rPr sz="1600" spc="405" dirty="0">
                <a:solidFill>
                  <a:srgbClr val="2F2C41"/>
                </a:solidFill>
                <a:latin typeface="Calibri"/>
                <a:cs typeface="Calibri"/>
              </a:rPr>
              <a:t> </a:t>
            </a:r>
            <a:r>
              <a:rPr sz="1600" dirty="0">
                <a:solidFill>
                  <a:srgbClr val="2F2C41"/>
                </a:solidFill>
                <a:latin typeface="Calibri"/>
                <a:cs typeface="Calibri"/>
              </a:rPr>
              <a:t>in</a:t>
            </a:r>
            <a:r>
              <a:rPr sz="1600" spc="395" dirty="0">
                <a:solidFill>
                  <a:srgbClr val="2F2C41"/>
                </a:solidFill>
                <a:latin typeface="Calibri"/>
                <a:cs typeface="Calibri"/>
              </a:rPr>
              <a:t> </a:t>
            </a:r>
            <a:r>
              <a:rPr sz="1600" dirty="0">
                <a:solidFill>
                  <a:srgbClr val="2F2C41"/>
                </a:solidFill>
                <a:latin typeface="Calibri"/>
                <a:cs typeface="Calibri"/>
              </a:rPr>
              <a:t>the</a:t>
            </a:r>
            <a:r>
              <a:rPr sz="1600" spc="415" dirty="0">
                <a:solidFill>
                  <a:srgbClr val="2F2C41"/>
                </a:solidFill>
                <a:latin typeface="Calibri"/>
                <a:cs typeface="Calibri"/>
              </a:rPr>
              <a:t> </a:t>
            </a:r>
            <a:r>
              <a:rPr sz="1600" spc="-10" dirty="0">
                <a:solidFill>
                  <a:srgbClr val="2F2C41"/>
                </a:solidFill>
                <a:latin typeface="Calibri"/>
                <a:cs typeface="Calibri"/>
              </a:rPr>
              <a:t>customer </a:t>
            </a:r>
            <a:r>
              <a:rPr sz="1600" dirty="0">
                <a:solidFill>
                  <a:srgbClr val="2F2C41"/>
                </a:solidFill>
                <a:latin typeface="Calibri"/>
                <a:cs typeface="Calibri"/>
              </a:rPr>
              <a:t>account</a:t>
            </a:r>
            <a:r>
              <a:rPr sz="1600" spc="-30" dirty="0">
                <a:solidFill>
                  <a:srgbClr val="2F2C41"/>
                </a:solidFill>
                <a:latin typeface="Calibri"/>
                <a:cs typeface="Calibri"/>
              </a:rPr>
              <a:t> </a:t>
            </a:r>
            <a:r>
              <a:rPr sz="1600" dirty="0">
                <a:solidFill>
                  <a:srgbClr val="2F2C41"/>
                </a:solidFill>
                <a:latin typeface="Calibri"/>
                <a:cs typeface="Calibri"/>
              </a:rPr>
              <a:t>file,</a:t>
            </a:r>
            <a:r>
              <a:rPr sz="1600" spc="-40" dirty="0">
                <a:solidFill>
                  <a:srgbClr val="2F2C41"/>
                </a:solidFill>
                <a:latin typeface="Calibri"/>
                <a:cs typeface="Calibri"/>
              </a:rPr>
              <a:t> </a:t>
            </a:r>
            <a:r>
              <a:rPr sz="1600" dirty="0">
                <a:solidFill>
                  <a:srgbClr val="2F2C41"/>
                </a:solidFill>
                <a:latin typeface="Calibri"/>
                <a:cs typeface="Calibri"/>
              </a:rPr>
              <a:t>the</a:t>
            </a:r>
            <a:r>
              <a:rPr sz="1600" spc="-20" dirty="0">
                <a:solidFill>
                  <a:srgbClr val="2F2C41"/>
                </a:solidFill>
                <a:latin typeface="Calibri"/>
                <a:cs typeface="Calibri"/>
              </a:rPr>
              <a:t> </a:t>
            </a:r>
            <a:r>
              <a:rPr sz="1600" spc="-10" dirty="0">
                <a:solidFill>
                  <a:srgbClr val="2F2C41"/>
                </a:solidFill>
                <a:latin typeface="Calibri"/>
                <a:cs typeface="Calibri"/>
              </a:rPr>
              <a:t>system</a:t>
            </a:r>
            <a:r>
              <a:rPr sz="1600" spc="-55" dirty="0">
                <a:solidFill>
                  <a:srgbClr val="2F2C41"/>
                </a:solidFill>
                <a:latin typeface="Calibri"/>
                <a:cs typeface="Calibri"/>
              </a:rPr>
              <a:t> </a:t>
            </a:r>
            <a:r>
              <a:rPr sz="1600" spc="-10" dirty="0">
                <a:solidFill>
                  <a:srgbClr val="2F2C41"/>
                </a:solidFill>
                <a:latin typeface="Calibri"/>
                <a:cs typeface="Calibri"/>
              </a:rPr>
              <a:t>presents</a:t>
            </a:r>
            <a:r>
              <a:rPr sz="1600" spc="-15" dirty="0">
                <a:solidFill>
                  <a:srgbClr val="2F2C41"/>
                </a:solidFill>
                <a:latin typeface="Calibri"/>
                <a:cs typeface="Calibri"/>
              </a:rPr>
              <a:t> </a:t>
            </a:r>
            <a:r>
              <a:rPr sz="1600" dirty="0">
                <a:solidFill>
                  <a:srgbClr val="2F2C41"/>
                </a:solidFill>
                <a:latin typeface="Calibri"/>
                <a:cs typeface="Calibri"/>
              </a:rPr>
              <a:t>screen</a:t>
            </a:r>
            <a:r>
              <a:rPr sz="1600" spc="-30" dirty="0">
                <a:solidFill>
                  <a:srgbClr val="2F2C41"/>
                </a:solidFill>
                <a:latin typeface="Calibri"/>
                <a:cs typeface="Calibri"/>
              </a:rPr>
              <a:t> </a:t>
            </a:r>
            <a:r>
              <a:rPr sz="1600" dirty="0">
                <a:solidFill>
                  <a:srgbClr val="2F2C41"/>
                </a:solidFill>
                <a:latin typeface="Calibri"/>
                <a:cs typeface="Calibri"/>
              </a:rPr>
              <a:t>2</a:t>
            </a:r>
            <a:r>
              <a:rPr sz="1600" spc="-30" dirty="0">
                <a:solidFill>
                  <a:srgbClr val="2F2C41"/>
                </a:solidFill>
                <a:latin typeface="Calibri"/>
                <a:cs typeface="Calibri"/>
              </a:rPr>
              <a:t> </a:t>
            </a:r>
            <a:r>
              <a:rPr sz="1600" dirty="0">
                <a:solidFill>
                  <a:srgbClr val="2F2C41"/>
                </a:solidFill>
                <a:latin typeface="Calibri"/>
                <a:cs typeface="Calibri"/>
              </a:rPr>
              <a:t>to</a:t>
            </a:r>
            <a:r>
              <a:rPr sz="1600" spc="-40" dirty="0">
                <a:solidFill>
                  <a:srgbClr val="2F2C41"/>
                </a:solidFill>
                <a:latin typeface="Calibri"/>
                <a:cs typeface="Calibri"/>
              </a:rPr>
              <a:t> </a:t>
            </a:r>
            <a:r>
              <a:rPr sz="1600" dirty="0">
                <a:solidFill>
                  <a:srgbClr val="2F2C41"/>
                </a:solidFill>
                <a:latin typeface="Calibri"/>
                <a:cs typeface="Calibri"/>
              </a:rPr>
              <a:t>the</a:t>
            </a:r>
            <a:r>
              <a:rPr sz="1600" spc="-25" dirty="0">
                <a:solidFill>
                  <a:srgbClr val="2F2C41"/>
                </a:solidFill>
                <a:latin typeface="Calibri"/>
                <a:cs typeface="Calibri"/>
              </a:rPr>
              <a:t> </a:t>
            </a:r>
            <a:r>
              <a:rPr sz="1600" spc="-10" dirty="0">
                <a:solidFill>
                  <a:srgbClr val="2F2C41"/>
                </a:solidFill>
                <a:latin typeface="Calibri"/>
                <a:cs typeface="Calibri"/>
              </a:rPr>
              <a:t>customer.</a:t>
            </a:r>
            <a:endParaRPr sz="1600" dirty="0">
              <a:latin typeface="Calibri"/>
              <a:cs typeface="Calibri"/>
            </a:endParaRPr>
          </a:p>
        </p:txBody>
      </p:sp>
      <p:sp>
        <p:nvSpPr>
          <p:cNvPr id="7" name="object 7"/>
          <p:cNvSpPr txBox="1"/>
          <p:nvPr/>
        </p:nvSpPr>
        <p:spPr>
          <a:xfrm>
            <a:off x="6251828" y="621283"/>
            <a:ext cx="4794250" cy="505908"/>
          </a:xfrm>
          <a:prstGeom prst="rect">
            <a:avLst/>
          </a:prstGeom>
        </p:spPr>
        <p:txBody>
          <a:bodyPr vert="horz" wrap="square" lIns="0" tIns="13335" rIns="0" bIns="0" rtlCol="0">
            <a:spAutoFit/>
          </a:bodyPr>
          <a:lstStyle/>
          <a:p>
            <a:pPr marL="241300" marR="5080" indent="-228600">
              <a:lnSpc>
                <a:spcPct val="100000"/>
              </a:lnSpc>
              <a:spcBef>
                <a:spcPts val="105"/>
              </a:spcBef>
              <a:buFont typeface="Arial MT"/>
              <a:buChar char="•"/>
              <a:tabLst>
                <a:tab pos="241300" algn="l"/>
              </a:tabLst>
            </a:pPr>
            <a:r>
              <a:rPr sz="1600" dirty="0">
                <a:solidFill>
                  <a:srgbClr val="2F2C41"/>
                </a:solidFill>
                <a:latin typeface="Calibri"/>
                <a:cs typeface="Calibri"/>
              </a:rPr>
              <a:t>If</a:t>
            </a:r>
            <a:r>
              <a:rPr sz="1600" spc="70" dirty="0">
                <a:solidFill>
                  <a:srgbClr val="2F2C41"/>
                </a:solidFill>
                <a:latin typeface="Calibri"/>
                <a:cs typeface="Calibri"/>
              </a:rPr>
              <a:t> </a:t>
            </a:r>
            <a:r>
              <a:rPr sz="1600" dirty="0">
                <a:solidFill>
                  <a:srgbClr val="2F2C41"/>
                </a:solidFill>
                <a:latin typeface="Calibri"/>
                <a:cs typeface="Calibri"/>
              </a:rPr>
              <a:t>the</a:t>
            </a:r>
            <a:r>
              <a:rPr sz="1600" spc="65" dirty="0">
                <a:solidFill>
                  <a:srgbClr val="2F2C41"/>
                </a:solidFill>
                <a:latin typeface="Calibri"/>
                <a:cs typeface="Calibri"/>
              </a:rPr>
              <a:t> </a:t>
            </a:r>
            <a:r>
              <a:rPr sz="1600" dirty="0">
                <a:solidFill>
                  <a:srgbClr val="2F2C41"/>
                </a:solidFill>
                <a:latin typeface="Calibri"/>
                <a:cs typeface="Calibri"/>
              </a:rPr>
              <a:t>customer’s</a:t>
            </a:r>
            <a:r>
              <a:rPr sz="1600" spc="70" dirty="0">
                <a:solidFill>
                  <a:srgbClr val="2F2C41"/>
                </a:solidFill>
                <a:latin typeface="Calibri"/>
                <a:cs typeface="Calibri"/>
              </a:rPr>
              <a:t> </a:t>
            </a:r>
            <a:r>
              <a:rPr sz="1600" dirty="0">
                <a:solidFill>
                  <a:srgbClr val="2F2C41"/>
                </a:solidFill>
                <a:latin typeface="Calibri"/>
                <a:cs typeface="Calibri"/>
              </a:rPr>
              <a:t>PAN</a:t>
            </a:r>
            <a:r>
              <a:rPr sz="1600" spc="75" dirty="0">
                <a:solidFill>
                  <a:srgbClr val="2F2C41"/>
                </a:solidFill>
                <a:latin typeface="Calibri"/>
                <a:cs typeface="Calibri"/>
              </a:rPr>
              <a:t> </a:t>
            </a:r>
            <a:r>
              <a:rPr sz="1600" dirty="0">
                <a:solidFill>
                  <a:srgbClr val="2F2C41"/>
                </a:solidFill>
                <a:latin typeface="Calibri"/>
                <a:cs typeface="Calibri"/>
              </a:rPr>
              <a:t>is</a:t>
            </a:r>
            <a:r>
              <a:rPr sz="1600" spc="80" dirty="0">
                <a:solidFill>
                  <a:srgbClr val="2F2C41"/>
                </a:solidFill>
                <a:latin typeface="Calibri"/>
                <a:cs typeface="Calibri"/>
              </a:rPr>
              <a:t> </a:t>
            </a:r>
            <a:r>
              <a:rPr sz="1600" dirty="0">
                <a:solidFill>
                  <a:srgbClr val="2F2C41"/>
                </a:solidFill>
                <a:latin typeface="Calibri"/>
                <a:cs typeface="Calibri"/>
              </a:rPr>
              <a:t>not</a:t>
            </a:r>
            <a:r>
              <a:rPr sz="1600" spc="60" dirty="0">
                <a:solidFill>
                  <a:srgbClr val="2F2C41"/>
                </a:solidFill>
                <a:latin typeface="Calibri"/>
                <a:cs typeface="Calibri"/>
              </a:rPr>
              <a:t> </a:t>
            </a:r>
            <a:r>
              <a:rPr sz="1600" dirty="0">
                <a:solidFill>
                  <a:srgbClr val="2F2C41"/>
                </a:solidFill>
                <a:latin typeface="Calibri"/>
                <a:cs typeface="Calibri"/>
              </a:rPr>
              <a:t>found,</a:t>
            </a:r>
            <a:r>
              <a:rPr sz="1600" spc="65" dirty="0">
                <a:solidFill>
                  <a:srgbClr val="2F2C41"/>
                </a:solidFill>
                <a:latin typeface="Calibri"/>
                <a:cs typeface="Calibri"/>
              </a:rPr>
              <a:t> </a:t>
            </a:r>
            <a:r>
              <a:rPr sz="1600" dirty="0">
                <a:solidFill>
                  <a:srgbClr val="2F2C41"/>
                </a:solidFill>
                <a:latin typeface="Calibri"/>
                <a:cs typeface="Calibri"/>
              </a:rPr>
              <a:t>screen</a:t>
            </a:r>
            <a:r>
              <a:rPr sz="1600" spc="70" dirty="0">
                <a:solidFill>
                  <a:srgbClr val="2F2C41"/>
                </a:solidFill>
                <a:latin typeface="Calibri"/>
                <a:cs typeface="Calibri"/>
              </a:rPr>
              <a:t> </a:t>
            </a:r>
            <a:r>
              <a:rPr sz="1600" dirty="0">
                <a:solidFill>
                  <a:srgbClr val="2F2C41"/>
                </a:solidFill>
                <a:latin typeface="Calibri"/>
                <a:cs typeface="Calibri"/>
              </a:rPr>
              <a:t>4</a:t>
            </a:r>
            <a:r>
              <a:rPr sz="1600" spc="65" dirty="0">
                <a:solidFill>
                  <a:srgbClr val="2F2C41"/>
                </a:solidFill>
                <a:latin typeface="Calibri"/>
                <a:cs typeface="Calibri"/>
              </a:rPr>
              <a:t> </a:t>
            </a:r>
            <a:r>
              <a:rPr sz="1600" dirty="0">
                <a:solidFill>
                  <a:srgbClr val="2F2C41"/>
                </a:solidFill>
                <a:latin typeface="Calibri"/>
                <a:cs typeface="Calibri"/>
              </a:rPr>
              <a:t>is</a:t>
            </a:r>
            <a:r>
              <a:rPr sz="1600" spc="70" dirty="0">
                <a:solidFill>
                  <a:srgbClr val="2F2C41"/>
                </a:solidFill>
                <a:latin typeface="Calibri"/>
                <a:cs typeface="Calibri"/>
              </a:rPr>
              <a:t> </a:t>
            </a:r>
            <a:r>
              <a:rPr sz="1600" dirty="0">
                <a:solidFill>
                  <a:srgbClr val="2F2C41"/>
                </a:solidFill>
                <a:latin typeface="Calibri"/>
                <a:cs typeface="Calibri"/>
              </a:rPr>
              <a:t>displayed,</a:t>
            </a:r>
            <a:r>
              <a:rPr sz="1600" spc="75" dirty="0">
                <a:solidFill>
                  <a:srgbClr val="2F2C41"/>
                </a:solidFill>
                <a:latin typeface="Calibri"/>
                <a:cs typeface="Calibri"/>
              </a:rPr>
              <a:t> </a:t>
            </a:r>
            <a:r>
              <a:rPr sz="1600" spc="-25" dirty="0">
                <a:solidFill>
                  <a:srgbClr val="2F2C41"/>
                </a:solidFill>
                <a:latin typeface="Calibri"/>
                <a:cs typeface="Calibri"/>
              </a:rPr>
              <a:t>and </a:t>
            </a:r>
            <a:r>
              <a:rPr sz="1600" dirty="0">
                <a:solidFill>
                  <a:srgbClr val="2F2C41"/>
                </a:solidFill>
                <a:latin typeface="Calibri"/>
                <a:cs typeface="Calibri"/>
              </a:rPr>
              <a:t>the</a:t>
            </a:r>
            <a:r>
              <a:rPr sz="1600" spc="-30" dirty="0">
                <a:solidFill>
                  <a:srgbClr val="2F2C41"/>
                </a:solidFill>
                <a:latin typeface="Calibri"/>
                <a:cs typeface="Calibri"/>
              </a:rPr>
              <a:t> </a:t>
            </a:r>
            <a:r>
              <a:rPr sz="1600" dirty="0">
                <a:solidFill>
                  <a:srgbClr val="2F2C41"/>
                </a:solidFill>
                <a:latin typeface="Calibri"/>
                <a:cs typeface="Calibri"/>
              </a:rPr>
              <a:t>card</a:t>
            </a:r>
            <a:r>
              <a:rPr sz="1600" spc="-30" dirty="0">
                <a:solidFill>
                  <a:srgbClr val="2F2C41"/>
                </a:solidFill>
                <a:latin typeface="Calibri"/>
                <a:cs typeface="Calibri"/>
              </a:rPr>
              <a:t> </a:t>
            </a:r>
            <a:r>
              <a:rPr sz="1600" dirty="0">
                <a:solidFill>
                  <a:srgbClr val="2F2C41"/>
                </a:solidFill>
                <a:latin typeface="Calibri"/>
                <a:cs typeface="Calibri"/>
              </a:rPr>
              <a:t>is</a:t>
            </a:r>
            <a:r>
              <a:rPr sz="1600" spc="-35" dirty="0">
                <a:solidFill>
                  <a:srgbClr val="2F2C41"/>
                </a:solidFill>
                <a:latin typeface="Calibri"/>
                <a:cs typeface="Calibri"/>
              </a:rPr>
              <a:t> </a:t>
            </a:r>
            <a:r>
              <a:rPr sz="1600" spc="-20" dirty="0">
                <a:solidFill>
                  <a:srgbClr val="2F2C41"/>
                </a:solidFill>
                <a:latin typeface="Calibri"/>
                <a:cs typeface="Calibri"/>
              </a:rPr>
              <a:t>kept.</a:t>
            </a:r>
            <a:endParaRPr sz="1600" dirty="0">
              <a:latin typeface="Calibri"/>
              <a:cs typeface="Calibri"/>
            </a:endParaRPr>
          </a:p>
        </p:txBody>
      </p:sp>
      <p:sp>
        <p:nvSpPr>
          <p:cNvPr id="8" name="object 8"/>
          <p:cNvSpPr txBox="1"/>
          <p:nvPr/>
        </p:nvSpPr>
        <p:spPr>
          <a:xfrm>
            <a:off x="6251828" y="1176020"/>
            <a:ext cx="4796790" cy="475130"/>
          </a:xfrm>
          <a:prstGeom prst="rect">
            <a:avLst/>
          </a:prstGeom>
        </p:spPr>
        <p:txBody>
          <a:bodyPr vert="horz" wrap="square" lIns="0" tIns="13335" rIns="0" bIns="0" rtlCol="0">
            <a:spAutoFit/>
          </a:bodyPr>
          <a:lstStyle/>
          <a:p>
            <a:pPr marL="240665" indent="-227965">
              <a:lnSpc>
                <a:spcPct val="100000"/>
              </a:lnSpc>
              <a:spcBef>
                <a:spcPts val="105"/>
              </a:spcBef>
              <a:buFont typeface="Arial MT"/>
              <a:buChar char="•"/>
              <a:tabLst>
                <a:tab pos="240665" algn="l"/>
              </a:tabLst>
            </a:pPr>
            <a:r>
              <a:rPr sz="1600" dirty="0">
                <a:solidFill>
                  <a:srgbClr val="2F2C41"/>
                </a:solidFill>
                <a:latin typeface="Calibri"/>
                <a:cs typeface="Calibri"/>
              </a:rPr>
              <a:t>At</a:t>
            </a:r>
            <a:r>
              <a:rPr sz="1400" spc="254" dirty="0">
                <a:solidFill>
                  <a:srgbClr val="2F2C41"/>
                </a:solidFill>
                <a:latin typeface="Calibri"/>
                <a:cs typeface="Calibri"/>
              </a:rPr>
              <a:t> </a:t>
            </a:r>
            <a:r>
              <a:rPr sz="1400" dirty="0">
                <a:solidFill>
                  <a:srgbClr val="2F2C41"/>
                </a:solidFill>
                <a:latin typeface="Calibri"/>
                <a:cs typeface="Calibri"/>
              </a:rPr>
              <a:t>screen</a:t>
            </a:r>
            <a:r>
              <a:rPr sz="1400" spc="260" dirty="0">
                <a:solidFill>
                  <a:srgbClr val="2F2C41"/>
                </a:solidFill>
                <a:latin typeface="Calibri"/>
                <a:cs typeface="Calibri"/>
              </a:rPr>
              <a:t> </a:t>
            </a:r>
            <a:r>
              <a:rPr sz="1400" dirty="0">
                <a:solidFill>
                  <a:srgbClr val="2F2C41"/>
                </a:solidFill>
                <a:latin typeface="Calibri"/>
                <a:cs typeface="Calibri"/>
              </a:rPr>
              <a:t>2,</a:t>
            </a:r>
            <a:r>
              <a:rPr sz="1400" spc="275" dirty="0">
                <a:solidFill>
                  <a:srgbClr val="2F2C41"/>
                </a:solidFill>
                <a:latin typeface="Calibri"/>
                <a:cs typeface="Calibri"/>
              </a:rPr>
              <a:t> </a:t>
            </a:r>
            <a:r>
              <a:rPr sz="1400" dirty="0">
                <a:solidFill>
                  <a:srgbClr val="2F2C41"/>
                </a:solidFill>
                <a:latin typeface="Calibri"/>
                <a:cs typeface="Calibri"/>
              </a:rPr>
              <a:t>the</a:t>
            </a:r>
            <a:r>
              <a:rPr sz="1400" spc="260" dirty="0">
                <a:solidFill>
                  <a:srgbClr val="2F2C41"/>
                </a:solidFill>
                <a:latin typeface="Calibri"/>
                <a:cs typeface="Calibri"/>
              </a:rPr>
              <a:t> </a:t>
            </a:r>
            <a:r>
              <a:rPr sz="1400" dirty="0">
                <a:solidFill>
                  <a:srgbClr val="2F2C41"/>
                </a:solidFill>
                <a:latin typeface="Calibri"/>
                <a:cs typeface="Calibri"/>
              </a:rPr>
              <a:t>customer</a:t>
            </a:r>
            <a:r>
              <a:rPr sz="1400" spc="270" dirty="0">
                <a:solidFill>
                  <a:srgbClr val="2F2C41"/>
                </a:solidFill>
                <a:latin typeface="Calibri"/>
                <a:cs typeface="Calibri"/>
              </a:rPr>
              <a:t> </a:t>
            </a:r>
            <a:r>
              <a:rPr sz="1400" dirty="0">
                <a:solidFill>
                  <a:srgbClr val="2F2C41"/>
                </a:solidFill>
                <a:latin typeface="Calibri"/>
                <a:cs typeface="Calibri"/>
              </a:rPr>
              <a:t>is</a:t>
            </a:r>
            <a:r>
              <a:rPr sz="1400" spc="265" dirty="0">
                <a:solidFill>
                  <a:srgbClr val="2F2C41"/>
                </a:solidFill>
                <a:latin typeface="Calibri"/>
                <a:cs typeface="Calibri"/>
              </a:rPr>
              <a:t> </a:t>
            </a:r>
            <a:r>
              <a:rPr sz="1400" dirty="0">
                <a:solidFill>
                  <a:srgbClr val="2F2C41"/>
                </a:solidFill>
                <a:latin typeface="Calibri"/>
                <a:cs typeface="Calibri"/>
              </a:rPr>
              <a:t>prompted</a:t>
            </a:r>
            <a:r>
              <a:rPr sz="1400" spc="254" dirty="0">
                <a:solidFill>
                  <a:srgbClr val="2F2C41"/>
                </a:solidFill>
                <a:latin typeface="Calibri"/>
                <a:cs typeface="Calibri"/>
              </a:rPr>
              <a:t> </a:t>
            </a:r>
            <a:r>
              <a:rPr sz="1400" dirty="0">
                <a:solidFill>
                  <a:srgbClr val="2F2C41"/>
                </a:solidFill>
                <a:latin typeface="Calibri"/>
                <a:cs typeface="Calibri"/>
              </a:rPr>
              <a:t>to</a:t>
            </a:r>
            <a:r>
              <a:rPr sz="1400" spc="270" dirty="0">
                <a:solidFill>
                  <a:srgbClr val="2F2C41"/>
                </a:solidFill>
                <a:latin typeface="Calibri"/>
                <a:cs typeface="Calibri"/>
              </a:rPr>
              <a:t> </a:t>
            </a:r>
            <a:r>
              <a:rPr sz="1400" dirty="0">
                <a:solidFill>
                  <a:srgbClr val="2F2C41"/>
                </a:solidFill>
                <a:latin typeface="Calibri"/>
                <a:cs typeface="Calibri"/>
              </a:rPr>
              <a:t>enter</a:t>
            </a:r>
            <a:r>
              <a:rPr sz="1400" spc="260" dirty="0">
                <a:solidFill>
                  <a:srgbClr val="2F2C41"/>
                </a:solidFill>
                <a:latin typeface="Calibri"/>
                <a:cs typeface="Calibri"/>
              </a:rPr>
              <a:t> </a:t>
            </a:r>
            <a:r>
              <a:rPr sz="1400" dirty="0">
                <a:solidFill>
                  <a:srgbClr val="2F2C41"/>
                </a:solidFill>
                <a:latin typeface="Calibri"/>
                <a:cs typeface="Calibri"/>
              </a:rPr>
              <a:t>his</a:t>
            </a:r>
            <a:r>
              <a:rPr sz="1400" spc="270" dirty="0">
                <a:solidFill>
                  <a:srgbClr val="2F2C41"/>
                </a:solidFill>
                <a:latin typeface="Calibri"/>
                <a:cs typeface="Calibri"/>
              </a:rPr>
              <a:t> </a:t>
            </a:r>
            <a:r>
              <a:rPr sz="1400" dirty="0">
                <a:solidFill>
                  <a:srgbClr val="2F2C41"/>
                </a:solidFill>
                <a:latin typeface="Calibri"/>
                <a:cs typeface="Calibri"/>
              </a:rPr>
              <a:t>or</a:t>
            </a:r>
            <a:r>
              <a:rPr sz="1400" spc="265" dirty="0">
                <a:solidFill>
                  <a:srgbClr val="2F2C41"/>
                </a:solidFill>
                <a:latin typeface="Calibri"/>
                <a:cs typeface="Calibri"/>
              </a:rPr>
              <a:t> </a:t>
            </a:r>
            <a:r>
              <a:rPr sz="1400" spc="-25" dirty="0">
                <a:solidFill>
                  <a:srgbClr val="2F2C41"/>
                </a:solidFill>
                <a:latin typeface="Calibri"/>
                <a:cs typeface="Calibri"/>
              </a:rPr>
              <a:t>her</a:t>
            </a:r>
            <a:endParaRPr sz="1400" dirty="0">
              <a:latin typeface="Calibri"/>
              <a:cs typeface="Calibri"/>
            </a:endParaRPr>
          </a:p>
          <a:p>
            <a:pPr marL="241300">
              <a:lnSpc>
                <a:spcPct val="100000"/>
              </a:lnSpc>
            </a:pPr>
            <a:r>
              <a:rPr sz="1400" dirty="0">
                <a:solidFill>
                  <a:srgbClr val="2F2C41"/>
                </a:solidFill>
                <a:latin typeface="Calibri"/>
                <a:cs typeface="Calibri"/>
              </a:rPr>
              <a:t>personal</a:t>
            </a:r>
            <a:r>
              <a:rPr sz="1400" spc="-30" dirty="0">
                <a:solidFill>
                  <a:srgbClr val="2F2C41"/>
                </a:solidFill>
                <a:latin typeface="Calibri"/>
                <a:cs typeface="Calibri"/>
              </a:rPr>
              <a:t> </a:t>
            </a:r>
            <a:r>
              <a:rPr sz="1400" spc="-10" dirty="0">
                <a:solidFill>
                  <a:srgbClr val="2F2C41"/>
                </a:solidFill>
                <a:latin typeface="Calibri"/>
                <a:cs typeface="Calibri"/>
              </a:rPr>
              <a:t>identification</a:t>
            </a:r>
            <a:r>
              <a:rPr sz="1400" spc="-20" dirty="0">
                <a:solidFill>
                  <a:srgbClr val="2F2C41"/>
                </a:solidFill>
                <a:latin typeface="Calibri"/>
                <a:cs typeface="Calibri"/>
              </a:rPr>
              <a:t> </a:t>
            </a:r>
            <a:r>
              <a:rPr sz="1400" dirty="0">
                <a:solidFill>
                  <a:srgbClr val="2F2C41"/>
                </a:solidFill>
                <a:latin typeface="Calibri"/>
                <a:cs typeface="Calibri"/>
              </a:rPr>
              <a:t>number</a:t>
            </a:r>
            <a:r>
              <a:rPr sz="1400" spc="-35" dirty="0">
                <a:solidFill>
                  <a:srgbClr val="2F2C41"/>
                </a:solidFill>
                <a:latin typeface="Calibri"/>
                <a:cs typeface="Calibri"/>
              </a:rPr>
              <a:t> </a:t>
            </a:r>
            <a:r>
              <a:rPr sz="1400" spc="-10" dirty="0">
                <a:solidFill>
                  <a:srgbClr val="2F2C41"/>
                </a:solidFill>
                <a:latin typeface="Calibri"/>
                <a:cs typeface="Calibri"/>
              </a:rPr>
              <a:t>(PIN).</a:t>
            </a:r>
            <a:endParaRPr sz="1400" dirty="0">
              <a:latin typeface="Calibri"/>
              <a:cs typeface="Calibri"/>
            </a:endParaRPr>
          </a:p>
        </p:txBody>
      </p:sp>
      <p:sp>
        <p:nvSpPr>
          <p:cNvPr id="9" name="object 9"/>
          <p:cNvSpPr txBox="1"/>
          <p:nvPr/>
        </p:nvSpPr>
        <p:spPr>
          <a:xfrm>
            <a:off x="6251828" y="1729486"/>
            <a:ext cx="4795520" cy="690574"/>
          </a:xfrm>
          <a:prstGeom prst="rect">
            <a:avLst/>
          </a:prstGeom>
        </p:spPr>
        <p:txBody>
          <a:bodyPr vert="horz" wrap="square" lIns="0" tIns="13335" rIns="0" bIns="0" rtlCol="0">
            <a:spAutoFit/>
          </a:bodyPr>
          <a:lstStyle/>
          <a:p>
            <a:pPr marL="240029" marR="5080" indent="-227329" algn="just">
              <a:lnSpc>
                <a:spcPct val="100000"/>
              </a:lnSpc>
              <a:spcBef>
                <a:spcPts val="105"/>
              </a:spcBef>
              <a:buFont typeface="Arial MT"/>
              <a:buChar char="•"/>
              <a:tabLst>
                <a:tab pos="241300" algn="l"/>
              </a:tabLst>
            </a:pPr>
            <a:r>
              <a:rPr sz="1600" dirty="0">
                <a:solidFill>
                  <a:srgbClr val="2F2C41"/>
                </a:solidFill>
                <a:latin typeface="Calibri"/>
                <a:cs typeface="Calibri"/>
              </a:rPr>
              <a:t>If</a:t>
            </a:r>
            <a:r>
              <a:rPr sz="1400" spc="360" dirty="0">
                <a:solidFill>
                  <a:srgbClr val="2F2C41"/>
                </a:solidFill>
                <a:latin typeface="Calibri"/>
                <a:cs typeface="Calibri"/>
              </a:rPr>
              <a:t> </a:t>
            </a:r>
            <a:r>
              <a:rPr sz="1400" dirty="0">
                <a:solidFill>
                  <a:srgbClr val="2F2C41"/>
                </a:solidFill>
                <a:latin typeface="Calibri"/>
                <a:cs typeface="Calibri"/>
              </a:rPr>
              <a:t>the</a:t>
            </a:r>
            <a:r>
              <a:rPr sz="1400" spc="370" dirty="0">
                <a:solidFill>
                  <a:srgbClr val="2F2C41"/>
                </a:solidFill>
                <a:latin typeface="Calibri"/>
                <a:cs typeface="Calibri"/>
              </a:rPr>
              <a:t> </a:t>
            </a:r>
            <a:r>
              <a:rPr sz="1400" dirty="0">
                <a:solidFill>
                  <a:srgbClr val="2F2C41"/>
                </a:solidFill>
                <a:latin typeface="Calibri"/>
                <a:cs typeface="Calibri"/>
              </a:rPr>
              <a:t>PIN</a:t>
            </a:r>
            <a:r>
              <a:rPr sz="1400" spc="365" dirty="0">
                <a:solidFill>
                  <a:srgbClr val="2F2C41"/>
                </a:solidFill>
                <a:latin typeface="Calibri"/>
                <a:cs typeface="Calibri"/>
              </a:rPr>
              <a:t> </a:t>
            </a:r>
            <a:r>
              <a:rPr sz="1400" dirty="0">
                <a:solidFill>
                  <a:srgbClr val="2F2C41"/>
                </a:solidFill>
                <a:latin typeface="Calibri"/>
                <a:cs typeface="Calibri"/>
              </a:rPr>
              <a:t>is</a:t>
            </a:r>
            <a:r>
              <a:rPr sz="1400" spc="360" dirty="0">
                <a:solidFill>
                  <a:srgbClr val="2F2C41"/>
                </a:solidFill>
                <a:latin typeface="Calibri"/>
                <a:cs typeface="Calibri"/>
              </a:rPr>
              <a:t> </a:t>
            </a:r>
            <a:r>
              <a:rPr sz="1400" dirty="0">
                <a:solidFill>
                  <a:srgbClr val="2F2C41"/>
                </a:solidFill>
                <a:latin typeface="Calibri"/>
                <a:cs typeface="Calibri"/>
              </a:rPr>
              <a:t>correct</a:t>
            </a:r>
            <a:r>
              <a:rPr sz="1400" spc="360" dirty="0">
                <a:solidFill>
                  <a:srgbClr val="2F2C41"/>
                </a:solidFill>
                <a:latin typeface="Calibri"/>
                <a:cs typeface="Calibri"/>
              </a:rPr>
              <a:t> </a:t>
            </a:r>
            <a:r>
              <a:rPr sz="1400" dirty="0">
                <a:solidFill>
                  <a:srgbClr val="2F2C41"/>
                </a:solidFill>
                <a:latin typeface="Calibri"/>
                <a:cs typeface="Calibri"/>
              </a:rPr>
              <a:t>(i.e.,</a:t>
            </a:r>
            <a:r>
              <a:rPr sz="1400" spc="355" dirty="0">
                <a:solidFill>
                  <a:srgbClr val="2F2C41"/>
                </a:solidFill>
                <a:latin typeface="Calibri"/>
                <a:cs typeface="Calibri"/>
              </a:rPr>
              <a:t> </a:t>
            </a:r>
            <a:r>
              <a:rPr sz="1400" dirty="0">
                <a:solidFill>
                  <a:srgbClr val="2F2C41"/>
                </a:solidFill>
                <a:latin typeface="Calibri"/>
                <a:cs typeface="Calibri"/>
              </a:rPr>
              <a:t>matches</a:t>
            </a:r>
            <a:r>
              <a:rPr sz="1400" spc="370" dirty="0">
                <a:solidFill>
                  <a:srgbClr val="2F2C41"/>
                </a:solidFill>
                <a:latin typeface="Calibri"/>
                <a:cs typeface="Calibri"/>
              </a:rPr>
              <a:t> </a:t>
            </a:r>
            <a:r>
              <a:rPr sz="1400" dirty="0">
                <a:solidFill>
                  <a:srgbClr val="2F2C41"/>
                </a:solidFill>
                <a:latin typeface="Calibri"/>
                <a:cs typeface="Calibri"/>
              </a:rPr>
              <a:t>the</a:t>
            </a:r>
            <a:r>
              <a:rPr sz="1400" spc="365" dirty="0">
                <a:solidFill>
                  <a:srgbClr val="2F2C41"/>
                </a:solidFill>
                <a:latin typeface="Calibri"/>
                <a:cs typeface="Calibri"/>
              </a:rPr>
              <a:t> </a:t>
            </a:r>
            <a:r>
              <a:rPr sz="1400" dirty="0">
                <a:solidFill>
                  <a:srgbClr val="2F2C41"/>
                </a:solidFill>
                <a:latin typeface="Calibri"/>
                <a:cs typeface="Calibri"/>
              </a:rPr>
              <a:t>information</a:t>
            </a:r>
            <a:r>
              <a:rPr sz="1400" spc="360" dirty="0">
                <a:solidFill>
                  <a:srgbClr val="2F2C41"/>
                </a:solidFill>
                <a:latin typeface="Calibri"/>
                <a:cs typeface="Calibri"/>
              </a:rPr>
              <a:t> </a:t>
            </a:r>
            <a:r>
              <a:rPr sz="1400" dirty="0">
                <a:solidFill>
                  <a:srgbClr val="2F2C41"/>
                </a:solidFill>
                <a:latin typeface="Calibri"/>
                <a:cs typeface="Calibri"/>
              </a:rPr>
              <a:t>in</a:t>
            </a:r>
            <a:r>
              <a:rPr sz="1400" spc="370" dirty="0">
                <a:solidFill>
                  <a:srgbClr val="2F2C41"/>
                </a:solidFill>
                <a:latin typeface="Calibri"/>
                <a:cs typeface="Calibri"/>
              </a:rPr>
              <a:t> </a:t>
            </a:r>
            <a:r>
              <a:rPr sz="1400" spc="-25" dirty="0">
                <a:solidFill>
                  <a:srgbClr val="2F2C41"/>
                </a:solidFill>
                <a:latin typeface="Calibri"/>
                <a:cs typeface="Calibri"/>
              </a:rPr>
              <a:t>the 	</a:t>
            </a:r>
            <a:r>
              <a:rPr sz="1400" dirty="0">
                <a:solidFill>
                  <a:srgbClr val="2F2C41"/>
                </a:solidFill>
                <a:latin typeface="Calibri"/>
                <a:cs typeface="Calibri"/>
              </a:rPr>
              <a:t>customer</a:t>
            </a:r>
            <a:r>
              <a:rPr sz="1400" spc="215" dirty="0">
                <a:solidFill>
                  <a:srgbClr val="2F2C41"/>
                </a:solidFill>
                <a:latin typeface="Calibri"/>
                <a:cs typeface="Calibri"/>
              </a:rPr>
              <a:t>  </a:t>
            </a:r>
            <a:r>
              <a:rPr sz="1400" dirty="0">
                <a:solidFill>
                  <a:srgbClr val="2F2C41"/>
                </a:solidFill>
                <a:latin typeface="Calibri"/>
                <a:cs typeface="Calibri"/>
              </a:rPr>
              <a:t>account</a:t>
            </a:r>
            <a:r>
              <a:rPr sz="1400" spc="215" dirty="0">
                <a:solidFill>
                  <a:srgbClr val="2F2C41"/>
                </a:solidFill>
                <a:latin typeface="Calibri"/>
                <a:cs typeface="Calibri"/>
              </a:rPr>
              <a:t>  </a:t>
            </a:r>
            <a:r>
              <a:rPr sz="1400" dirty="0">
                <a:solidFill>
                  <a:srgbClr val="2F2C41"/>
                </a:solidFill>
                <a:latin typeface="Calibri"/>
                <a:cs typeface="Calibri"/>
              </a:rPr>
              <a:t>file),</a:t>
            </a:r>
            <a:r>
              <a:rPr sz="1400" spc="220" dirty="0">
                <a:solidFill>
                  <a:srgbClr val="2F2C41"/>
                </a:solidFill>
                <a:latin typeface="Calibri"/>
                <a:cs typeface="Calibri"/>
              </a:rPr>
              <a:t>  </a:t>
            </a:r>
            <a:r>
              <a:rPr sz="1400" dirty="0">
                <a:solidFill>
                  <a:srgbClr val="2F2C41"/>
                </a:solidFill>
                <a:latin typeface="Calibri"/>
                <a:cs typeface="Calibri"/>
              </a:rPr>
              <a:t>the</a:t>
            </a:r>
            <a:r>
              <a:rPr sz="1400" spc="220" dirty="0">
                <a:solidFill>
                  <a:srgbClr val="2F2C41"/>
                </a:solidFill>
                <a:latin typeface="Calibri"/>
                <a:cs typeface="Calibri"/>
              </a:rPr>
              <a:t>  </a:t>
            </a:r>
            <a:r>
              <a:rPr sz="1400" dirty="0">
                <a:solidFill>
                  <a:srgbClr val="2F2C41"/>
                </a:solidFill>
                <a:latin typeface="Calibri"/>
                <a:cs typeface="Calibri"/>
              </a:rPr>
              <a:t>system</a:t>
            </a:r>
            <a:r>
              <a:rPr sz="1400" spc="215" dirty="0">
                <a:solidFill>
                  <a:srgbClr val="2F2C41"/>
                </a:solidFill>
                <a:latin typeface="Calibri"/>
                <a:cs typeface="Calibri"/>
              </a:rPr>
              <a:t>  </a:t>
            </a:r>
            <a:r>
              <a:rPr sz="1400" b="1" dirty="0">
                <a:solidFill>
                  <a:srgbClr val="2F2C41"/>
                </a:solidFill>
                <a:latin typeface="Calibri"/>
                <a:cs typeface="Calibri"/>
              </a:rPr>
              <a:t>displays</a:t>
            </a:r>
            <a:r>
              <a:rPr sz="1400" b="1" spc="220" dirty="0">
                <a:solidFill>
                  <a:srgbClr val="2F2C41"/>
                </a:solidFill>
                <a:latin typeface="Calibri"/>
                <a:cs typeface="Calibri"/>
              </a:rPr>
              <a:t>  </a:t>
            </a:r>
            <a:r>
              <a:rPr sz="1400" b="1" dirty="0">
                <a:solidFill>
                  <a:srgbClr val="2F2C41"/>
                </a:solidFill>
                <a:latin typeface="Calibri"/>
                <a:cs typeface="Calibri"/>
              </a:rPr>
              <a:t>screen</a:t>
            </a:r>
            <a:r>
              <a:rPr sz="1400" b="1" spc="215" dirty="0">
                <a:solidFill>
                  <a:srgbClr val="2F2C41"/>
                </a:solidFill>
                <a:latin typeface="Calibri"/>
                <a:cs typeface="Calibri"/>
              </a:rPr>
              <a:t>  </a:t>
            </a:r>
            <a:r>
              <a:rPr sz="1400" b="1" spc="-25" dirty="0">
                <a:solidFill>
                  <a:srgbClr val="2F2C41"/>
                </a:solidFill>
                <a:latin typeface="Calibri"/>
                <a:cs typeface="Calibri"/>
              </a:rPr>
              <a:t>5</a:t>
            </a:r>
            <a:r>
              <a:rPr sz="1400" spc="-25" dirty="0">
                <a:solidFill>
                  <a:srgbClr val="2F2C41"/>
                </a:solidFill>
                <a:latin typeface="Calibri"/>
                <a:cs typeface="Calibri"/>
              </a:rPr>
              <a:t>; 	</a:t>
            </a:r>
            <a:r>
              <a:rPr sz="1400" dirty="0">
                <a:solidFill>
                  <a:srgbClr val="2F2C41"/>
                </a:solidFill>
                <a:latin typeface="Calibri"/>
                <a:cs typeface="Calibri"/>
              </a:rPr>
              <a:t>otherwise,</a:t>
            </a:r>
            <a:r>
              <a:rPr sz="1400" spc="-35" dirty="0">
                <a:solidFill>
                  <a:srgbClr val="2F2C41"/>
                </a:solidFill>
                <a:latin typeface="Calibri"/>
                <a:cs typeface="Calibri"/>
              </a:rPr>
              <a:t> </a:t>
            </a:r>
            <a:r>
              <a:rPr sz="1400" b="1" dirty="0">
                <a:solidFill>
                  <a:srgbClr val="2F2C41"/>
                </a:solidFill>
                <a:latin typeface="Calibri"/>
                <a:cs typeface="Calibri"/>
              </a:rPr>
              <a:t>screen</a:t>
            </a:r>
            <a:r>
              <a:rPr sz="1400" b="1" spc="-55" dirty="0">
                <a:solidFill>
                  <a:srgbClr val="2F2C41"/>
                </a:solidFill>
                <a:latin typeface="Calibri"/>
                <a:cs typeface="Calibri"/>
              </a:rPr>
              <a:t> </a:t>
            </a:r>
            <a:r>
              <a:rPr sz="1400" b="1" dirty="0">
                <a:solidFill>
                  <a:srgbClr val="2F2C41"/>
                </a:solidFill>
                <a:latin typeface="Calibri"/>
                <a:cs typeface="Calibri"/>
              </a:rPr>
              <a:t>3</a:t>
            </a:r>
            <a:r>
              <a:rPr sz="1400" b="1" spc="-25" dirty="0">
                <a:solidFill>
                  <a:srgbClr val="2F2C41"/>
                </a:solidFill>
                <a:latin typeface="Calibri"/>
                <a:cs typeface="Calibri"/>
              </a:rPr>
              <a:t> </a:t>
            </a:r>
            <a:r>
              <a:rPr sz="1400" b="1" dirty="0">
                <a:solidFill>
                  <a:srgbClr val="2F2C41"/>
                </a:solidFill>
                <a:latin typeface="Calibri"/>
                <a:cs typeface="Calibri"/>
              </a:rPr>
              <a:t>is</a:t>
            </a:r>
            <a:r>
              <a:rPr sz="1400" b="1" spc="-30" dirty="0">
                <a:solidFill>
                  <a:srgbClr val="2F2C41"/>
                </a:solidFill>
                <a:latin typeface="Calibri"/>
                <a:cs typeface="Calibri"/>
              </a:rPr>
              <a:t> </a:t>
            </a:r>
            <a:r>
              <a:rPr sz="1400" b="1" spc="-10" dirty="0">
                <a:solidFill>
                  <a:srgbClr val="2F2C41"/>
                </a:solidFill>
                <a:latin typeface="Calibri"/>
                <a:cs typeface="Calibri"/>
              </a:rPr>
              <a:t>displayed.</a:t>
            </a:r>
            <a:endParaRPr sz="1400" dirty="0">
              <a:latin typeface="Calibri"/>
              <a:cs typeface="Calibri"/>
            </a:endParaRPr>
          </a:p>
        </p:txBody>
      </p:sp>
      <p:pic>
        <p:nvPicPr>
          <p:cNvPr id="10" name="object 10"/>
          <p:cNvPicPr/>
          <p:nvPr/>
        </p:nvPicPr>
        <p:blipFill>
          <a:blip r:embed="rId2" cstate="print"/>
          <a:stretch>
            <a:fillRect/>
          </a:stretch>
        </p:blipFill>
        <p:spPr>
          <a:xfrm>
            <a:off x="6251828" y="2743344"/>
            <a:ext cx="5194047" cy="3828143"/>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93242" y="592582"/>
            <a:ext cx="1752600" cy="239395"/>
          </a:xfrm>
          <a:prstGeom prst="rect">
            <a:avLst/>
          </a:prstGeom>
        </p:spPr>
        <p:txBody>
          <a:bodyPr vert="horz" wrap="square" lIns="0" tIns="13335" rIns="0" bIns="0" rtlCol="0">
            <a:spAutoFit/>
          </a:bodyPr>
          <a:lstStyle/>
          <a:p>
            <a:pPr marL="12700">
              <a:lnSpc>
                <a:spcPct val="100000"/>
              </a:lnSpc>
              <a:spcBef>
                <a:spcPts val="105"/>
              </a:spcBef>
            </a:pPr>
            <a:r>
              <a:rPr sz="1400" b="1" dirty="0">
                <a:solidFill>
                  <a:srgbClr val="0F646C"/>
                </a:solidFill>
                <a:latin typeface="Calibri"/>
                <a:cs typeface="Calibri"/>
              </a:rPr>
              <a:t>Boundary</a:t>
            </a:r>
            <a:r>
              <a:rPr sz="1400" b="1" spc="-65" dirty="0">
                <a:solidFill>
                  <a:srgbClr val="0F646C"/>
                </a:solidFill>
                <a:latin typeface="Calibri"/>
                <a:cs typeface="Calibri"/>
              </a:rPr>
              <a:t> </a:t>
            </a:r>
            <a:r>
              <a:rPr sz="1400" b="1" spc="-10" dirty="0">
                <a:solidFill>
                  <a:srgbClr val="0F646C"/>
                </a:solidFill>
                <a:latin typeface="Calibri"/>
                <a:cs typeface="Calibri"/>
              </a:rPr>
              <a:t>Value</a:t>
            </a:r>
            <a:r>
              <a:rPr sz="1400" b="1" spc="-45" dirty="0">
                <a:solidFill>
                  <a:srgbClr val="0F646C"/>
                </a:solidFill>
                <a:latin typeface="Calibri"/>
                <a:cs typeface="Calibri"/>
              </a:rPr>
              <a:t> </a:t>
            </a:r>
            <a:r>
              <a:rPr sz="1400" b="1" spc="-10" dirty="0">
                <a:solidFill>
                  <a:srgbClr val="0F646C"/>
                </a:solidFill>
                <a:latin typeface="Calibri"/>
                <a:cs typeface="Calibri"/>
              </a:rPr>
              <a:t>Testing</a:t>
            </a:r>
            <a:endParaRPr sz="1400">
              <a:latin typeface="Calibri"/>
              <a:cs typeface="Calibri"/>
            </a:endParaRPr>
          </a:p>
        </p:txBody>
      </p:sp>
      <p:sp>
        <p:nvSpPr>
          <p:cNvPr id="3" name="object 3"/>
          <p:cNvSpPr txBox="1"/>
          <p:nvPr/>
        </p:nvSpPr>
        <p:spPr>
          <a:xfrm>
            <a:off x="593242" y="933957"/>
            <a:ext cx="5347335" cy="666115"/>
          </a:xfrm>
          <a:prstGeom prst="rect">
            <a:avLst/>
          </a:prstGeom>
        </p:spPr>
        <p:txBody>
          <a:bodyPr vert="horz" wrap="square" lIns="0" tIns="13335" rIns="0" bIns="0" rtlCol="0">
            <a:spAutoFit/>
          </a:bodyPr>
          <a:lstStyle/>
          <a:p>
            <a:pPr marL="12700" marR="5080" algn="just">
              <a:lnSpc>
                <a:spcPct val="100000"/>
              </a:lnSpc>
              <a:spcBef>
                <a:spcPts val="105"/>
              </a:spcBef>
            </a:pPr>
            <a:r>
              <a:rPr sz="1400" dirty="0">
                <a:solidFill>
                  <a:srgbClr val="273139"/>
                </a:solidFill>
                <a:latin typeface="Calibri"/>
                <a:cs typeface="Calibri"/>
              </a:rPr>
              <a:t>testing</a:t>
            </a:r>
            <a:r>
              <a:rPr sz="1400" spc="380" dirty="0">
                <a:solidFill>
                  <a:srgbClr val="273139"/>
                </a:solidFill>
                <a:latin typeface="Calibri"/>
                <a:cs typeface="Calibri"/>
              </a:rPr>
              <a:t> </a:t>
            </a:r>
            <a:r>
              <a:rPr sz="1400" dirty="0">
                <a:solidFill>
                  <a:srgbClr val="273139"/>
                </a:solidFill>
                <a:latin typeface="Calibri"/>
                <a:cs typeface="Calibri"/>
              </a:rPr>
              <a:t>of</a:t>
            </a:r>
            <a:r>
              <a:rPr sz="1400" spc="380" dirty="0">
                <a:solidFill>
                  <a:srgbClr val="273139"/>
                </a:solidFill>
                <a:latin typeface="Calibri"/>
                <a:cs typeface="Calibri"/>
              </a:rPr>
              <a:t> </a:t>
            </a:r>
            <a:r>
              <a:rPr sz="1400" dirty="0">
                <a:solidFill>
                  <a:srgbClr val="273139"/>
                </a:solidFill>
                <a:latin typeface="Calibri"/>
                <a:cs typeface="Calibri"/>
              </a:rPr>
              <a:t>data</a:t>
            </a:r>
            <a:r>
              <a:rPr sz="1400" spc="395" dirty="0">
                <a:solidFill>
                  <a:srgbClr val="273139"/>
                </a:solidFill>
                <a:latin typeface="Calibri"/>
                <a:cs typeface="Calibri"/>
              </a:rPr>
              <a:t> </a:t>
            </a:r>
            <a:r>
              <a:rPr sz="1400" dirty="0">
                <a:solidFill>
                  <a:srgbClr val="273139"/>
                </a:solidFill>
                <a:latin typeface="Calibri"/>
                <a:cs typeface="Calibri"/>
              </a:rPr>
              <a:t>is</a:t>
            </a:r>
            <a:r>
              <a:rPr sz="1400" spc="380" dirty="0">
                <a:solidFill>
                  <a:srgbClr val="273139"/>
                </a:solidFill>
                <a:latin typeface="Calibri"/>
                <a:cs typeface="Calibri"/>
              </a:rPr>
              <a:t> </a:t>
            </a:r>
            <a:r>
              <a:rPr sz="1400" dirty="0">
                <a:solidFill>
                  <a:srgbClr val="273139"/>
                </a:solidFill>
                <a:latin typeface="Calibri"/>
                <a:cs typeface="Calibri"/>
              </a:rPr>
              <a:t>done</a:t>
            </a:r>
            <a:r>
              <a:rPr sz="1400" spc="375" dirty="0">
                <a:solidFill>
                  <a:srgbClr val="273139"/>
                </a:solidFill>
                <a:latin typeface="Calibri"/>
                <a:cs typeface="Calibri"/>
              </a:rPr>
              <a:t> </a:t>
            </a:r>
            <a:r>
              <a:rPr sz="1400" dirty="0">
                <a:solidFill>
                  <a:srgbClr val="273139"/>
                </a:solidFill>
                <a:latin typeface="Calibri"/>
                <a:cs typeface="Calibri"/>
              </a:rPr>
              <a:t>based</a:t>
            </a:r>
            <a:r>
              <a:rPr sz="1400" spc="375" dirty="0">
                <a:solidFill>
                  <a:srgbClr val="273139"/>
                </a:solidFill>
                <a:latin typeface="Calibri"/>
                <a:cs typeface="Calibri"/>
              </a:rPr>
              <a:t> </a:t>
            </a:r>
            <a:r>
              <a:rPr sz="1400" dirty="0">
                <a:solidFill>
                  <a:srgbClr val="273139"/>
                </a:solidFill>
                <a:latin typeface="Calibri"/>
                <a:cs typeface="Calibri"/>
              </a:rPr>
              <a:t>on</a:t>
            </a:r>
            <a:r>
              <a:rPr sz="1400" spc="385" dirty="0">
                <a:solidFill>
                  <a:srgbClr val="273139"/>
                </a:solidFill>
                <a:latin typeface="Calibri"/>
                <a:cs typeface="Calibri"/>
              </a:rPr>
              <a:t> </a:t>
            </a:r>
            <a:r>
              <a:rPr sz="1400" dirty="0">
                <a:solidFill>
                  <a:srgbClr val="273139"/>
                </a:solidFill>
                <a:latin typeface="Calibri"/>
                <a:cs typeface="Calibri"/>
              </a:rPr>
              <a:t>boundary</a:t>
            </a:r>
            <a:r>
              <a:rPr sz="1400" spc="385" dirty="0">
                <a:solidFill>
                  <a:srgbClr val="273139"/>
                </a:solidFill>
                <a:latin typeface="Calibri"/>
                <a:cs typeface="Calibri"/>
              </a:rPr>
              <a:t> </a:t>
            </a:r>
            <a:r>
              <a:rPr sz="1400" dirty="0">
                <a:solidFill>
                  <a:srgbClr val="273139"/>
                </a:solidFill>
                <a:latin typeface="Calibri"/>
                <a:cs typeface="Calibri"/>
              </a:rPr>
              <a:t>values</a:t>
            </a:r>
            <a:r>
              <a:rPr sz="1400" spc="380" dirty="0">
                <a:solidFill>
                  <a:srgbClr val="273139"/>
                </a:solidFill>
                <a:latin typeface="Calibri"/>
                <a:cs typeface="Calibri"/>
              </a:rPr>
              <a:t> </a:t>
            </a:r>
            <a:r>
              <a:rPr sz="1400" dirty="0">
                <a:solidFill>
                  <a:srgbClr val="273139"/>
                </a:solidFill>
                <a:latin typeface="Calibri"/>
                <a:cs typeface="Calibri"/>
              </a:rPr>
              <a:t>or</a:t>
            </a:r>
            <a:r>
              <a:rPr sz="1400" spc="380" dirty="0">
                <a:solidFill>
                  <a:srgbClr val="273139"/>
                </a:solidFill>
                <a:latin typeface="Calibri"/>
                <a:cs typeface="Calibri"/>
              </a:rPr>
              <a:t> </a:t>
            </a:r>
            <a:r>
              <a:rPr sz="1400" dirty="0">
                <a:solidFill>
                  <a:srgbClr val="273139"/>
                </a:solidFill>
                <a:latin typeface="Calibri"/>
                <a:cs typeface="Calibri"/>
              </a:rPr>
              <a:t>between</a:t>
            </a:r>
            <a:r>
              <a:rPr sz="1400" spc="380" dirty="0">
                <a:solidFill>
                  <a:srgbClr val="273139"/>
                </a:solidFill>
                <a:latin typeface="Calibri"/>
                <a:cs typeface="Calibri"/>
              </a:rPr>
              <a:t> </a:t>
            </a:r>
            <a:r>
              <a:rPr sz="1400" spc="-25" dirty="0">
                <a:solidFill>
                  <a:srgbClr val="273139"/>
                </a:solidFill>
                <a:latin typeface="Calibri"/>
                <a:cs typeface="Calibri"/>
              </a:rPr>
              <a:t>two </a:t>
            </a:r>
            <a:r>
              <a:rPr sz="1400" dirty="0">
                <a:solidFill>
                  <a:srgbClr val="273139"/>
                </a:solidFill>
                <a:latin typeface="Calibri"/>
                <a:cs typeface="Calibri"/>
              </a:rPr>
              <a:t>opposite</a:t>
            </a:r>
            <a:r>
              <a:rPr sz="1400" spc="10" dirty="0">
                <a:solidFill>
                  <a:srgbClr val="273139"/>
                </a:solidFill>
                <a:latin typeface="Calibri"/>
                <a:cs typeface="Calibri"/>
              </a:rPr>
              <a:t> </a:t>
            </a:r>
            <a:r>
              <a:rPr sz="1400" dirty="0">
                <a:solidFill>
                  <a:srgbClr val="273139"/>
                </a:solidFill>
                <a:latin typeface="Calibri"/>
                <a:cs typeface="Calibri"/>
              </a:rPr>
              <a:t>ends</a:t>
            </a:r>
            <a:r>
              <a:rPr sz="1400" spc="25" dirty="0">
                <a:solidFill>
                  <a:srgbClr val="273139"/>
                </a:solidFill>
                <a:latin typeface="Calibri"/>
                <a:cs typeface="Calibri"/>
              </a:rPr>
              <a:t> </a:t>
            </a:r>
            <a:r>
              <a:rPr sz="1400" dirty="0">
                <a:solidFill>
                  <a:srgbClr val="273139"/>
                </a:solidFill>
                <a:latin typeface="Calibri"/>
                <a:cs typeface="Calibri"/>
              </a:rPr>
              <a:t>where</a:t>
            </a:r>
            <a:r>
              <a:rPr sz="1400" spc="20" dirty="0">
                <a:solidFill>
                  <a:srgbClr val="273139"/>
                </a:solidFill>
                <a:latin typeface="Calibri"/>
                <a:cs typeface="Calibri"/>
              </a:rPr>
              <a:t> </a:t>
            </a:r>
            <a:r>
              <a:rPr sz="1400" dirty="0">
                <a:solidFill>
                  <a:srgbClr val="273139"/>
                </a:solidFill>
                <a:latin typeface="Calibri"/>
                <a:cs typeface="Calibri"/>
              </a:rPr>
              <a:t>the</a:t>
            </a:r>
            <a:r>
              <a:rPr sz="1400" spc="15" dirty="0">
                <a:solidFill>
                  <a:srgbClr val="273139"/>
                </a:solidFill>
                <a:latin typeface="Calibri"/>
                <a:cs typeface="Calibri"/>
              </a:rPr>
              <a:t> </a:t>
            </a:r>
            <a:r>
              <a:rPr sz="1400" dirty="0">
                <a:solidFill>
                  <a:srgbClr val="273139"/>
                </a:solidFill>
                <a:latin typeface="Calibri"/>
                <a:cs typeface="Calibri"/>
              </a:rPr>
              <a:t>ends</a:t>
            </a:r>
            <a:r>
              <a:rPr sz="1400" spc="20" dirty="0">
                <a:solidFill>
                  <a:srgbClr val="273139"/>
                </a:solidFill>
                <a:latin typeface="Calibri"/>
                <a:cs typeface="Calibri"/>
              </a:rPr>
              <a:t> </a:t>
            </a:r>
            <a:r>
              <a:rPr sz="1400" dirty="0">
                <a:solidFill>
                  <a:srgbClr val="273139"/>
                </a:solidFill>
                <a:latin typeface="Calibri"/>
                <a:cs typeface="Calibri"/>
              </a:rPr>
              <a:t>may</a:t>
            </a:r>
            <a:r>
              <a:rPr sz="1400" spc="15" dirty="0">
                <a:solidFill>
                  <a:srgbClr val="273139"/>
                </a:solidFill>
                <a:latin typeface="Calibri"/>
                <a:cs typeface="Calibri"/>
              </a:rPr>
              <a:t> </a:t>
            </a:r>
            <a:r>
              <a:rPr sz="1400" dirty="0">
                <a:solidFill>
                  <a:srgbClr val="273139"/>
                </a:solidFill>
                <a:latin typeface="Calibri"/>
                <a:cs typeface="Calibri"/>
              </a:rPr>
              <a:t>be</a:t>
            </a:r>
            <a:r>
              <a:rPr sz="1400" spc="15" dirty="0">
                <a:solidFill>
                  <a:srgbClr val="273139"/>
                </a:solidFill>
                <a:latin typeface="Calibri"/>
                <a:cs typeface="Calibri"/>
              </a:rPr>
              <a:t> </a:t>
            </a:r>
            <a:r>
              <a:rPr sz="1400" dirty="0">
                <a:solidFill>
                  <a:srgbClr val="273139"/>
                </a:solidFill>
                <a:latin typeface="Calibri"/>
                <a:cs typeface="Calibri"/>
              </a:rPr>
              <a:t>like</a:t>
            </a:r>
            <a:r>
              <a:rPr sz="1400" spc="25" dirty="0">
                <a:solidFill>
                  <a:srgbClr val="273139"/>
                </a:solidFill>
                <a:latin typeface="Calibri"/>
                <a:cs typeface="Calibri"/>
              </a:rPr>
              <a:t> </a:t>
            </a:r>
            <a:r>
              <a:rPr sz="1400" dirty="0">
                <a:solidFill>
                  <a:srgbClr val="273139"/>
                </a:solidFill>
                <a:latin typeface="Calibri"/>
                <a:cs typeface="Calibri"/>
              </a:rPr>
              <a:t>from</a:t>
            </a:r>
            <a:r>
              <a:rPr sz="1400" spc="5" dirty="0">
                <a:solidFill>
                  <a:srgbClr val="273139"/>
                </a:solidFill>
                <a:latin typeface="Calibri"/>
                <a:cs typeface="Calibri"/>
              </a:rPr>
              <a:t> </a:t>
            </a:r>
            <a:r>
              <a:rPr sz="1400" b="1" dirty="0">
                <a:solidFill>
                  <a:srgbClr val="273139"/>
                </a:solidFill>
                <a:latin typeface="Calibri"/>
                <a:cs typeface="Calibri"/>
              </a:rPr>
              <a:t>start</a:t>
            </a:r>
            <a:r>
              <a:rPr sz="1400" b="1" spc="5" dirty="0">
                <a:solidFill>
                  <a:srgbClr val="273139"/>
                </a:solidFill>
                <a:latin typeface="Calibri"/>
                <a:cs typeface="Calibri"/>
              </a:rPr>
              <a:t> </a:t>
            </a:r>
            <a:r>
              <a:rPr sz="1400" b="1" dirty="0">
                <a:solidFill>
                  <a:srgbClr val="273139"/>
                </a:solidFill>
                <a:latin typeface="Calibri"/>
                <a:cs typeface="Calibri"/>
              </a:rPr>
              <a:t>to</a:t>
            </a:r>
            <a:r>
              <a:rPr sz="1400" b="1" spc="10" dirty="0">
                <a:solidFill>
                  <a:srgbClr val="273139"/>
                </a:solidFill>
                <a:latin typeface="Calibri"/>
                <a:cs typeface="Calibri"/>
              </a:rPr>
              <a:t> </a:t>
            </a:r>
            <a:r>
              <a:rPr sz="1400" b="1" dirty="0">
                <a:solidFill>
                  <a:srgbClr val="273139"/>
                </a:solidFill>
                <a:latin typeface="Calibri"/>
                <a:cs typeface="Calibri"/>
              </a:rPr>
              <a:t>end,</a:t>
            </a:r>
            <a:r>
              <a:rPr sz="1400" b="1" spc="10" dirty="0">
                <a:solidFill>
                  <a:srgbClr val="273139"/>
                </a:solidFill>
                <a:latin typeface="Calibri"/>
                <a:cs typeface="Calibri"/>
              </a:rPr>
              <a:t> </a:t>
            </a:r>
            <a:r>
              <a:rPr sz="1400" b="1" dirty="0">
                <a:solidFill>
                  <a:srgbClr val="273139"/>
                </a:solidFill>
                <a:latin typeface="Calibri"/>
                <a:cs typeface="Calibri"/>
              </a:rPr>
              <a:t>or</a:t>
            </a:r>
            <a:r>
              <a:rPr sz="1400" b="1" spc="20" dirty="0">
                <a:solidFill>
                  <a:srgbClr val="273139"/>
                </a:solidFill>
                <a:latin typeface="Calibri"/>
                <a:cs typeface="Calibri"/>
              </a:rPr>
              <a:t> </a:t>
            </a:r>
            <a:r>
              <a:rPr sz="1400" b="1" dirty="0">
                <a:solidFill>
                  <a:srgbClr val="273139"/>
                </a:solidFill>
                <a:latin typeface="Calibri"/>
                <a:cs typeface="Calibri"/>
              </a:rPr>
              <a:t>lower</a:t>
            </a:r>
            <a:r>
              <a:rPr sz="1400" b="1" spc="10" dirty="0">
                <a:solidFill>
                  <a:srgbClr val="273139"/>
                </a:solidFill>
                <a:latin typeface="Calibri"/>
                <a:cs typeface="Calibri"/>
              </a:rPr>
              <a:t> </a:t>
            </a:r>
            <a:r>
              <a:rPr sz="1400" b="1" spc="-25" dirty="0">
                <a:solidFill>
                  <a:srgbClr val="273139"/>
                </a:solidFill>
                <a:latin typeface="Calibri"/>
                <a:cs typeface="Calibri"/>
              </a:rPr>
              <a:t>to </a:t>
            </a:r>
            <a:r>
              <a:rPr sz="1400" b="1" dirty="0">
                <a:solidFill>
                  <a:srgbClr val="273139"/>
                </a:solidFill>
                <a:latin typeface="Calibri"/>
                <a:cs typeface="Calibri"/>
              </a:rPr>
              <a:t>upper</a:t>
            </a:r>
            <a:r>
              <a:rPr sz="1400" b="1" spc="-40" dirty="0">
                <a:solidFill>
                  <a:srgbClr val="273139"/>
                </a:solidFill>
                <a:latin typeface="Calibri"/>
                <a:cs typeface="Calibri"/>
              </a:rPr>
              <a:t> </a:t>
            </a:r>
            <a:r>
              <a:rPr sz="1400" b="1" dirty="0">
                <a:solidFill>
                  <a:srgbClr val="273139"/>
                </a:solidFill>
                <a:latin typeface="Calibri"/>
                <a:cs typeface="Calibri"/>
              </a:rPr>
              <a:t>or</a:t>
            </a:r>
            <a:r>
              <a:rPr sz="1400" b="1" spc="-25" dirty="0">
                <a:solidFill>
                  <a:srgbClr val="273139"/>
                </a:solidFill>
                <a:latin typeface="Calibri"/>
                <a:cs typeface="Calibri"/>
              </a:rPr>
              <a:t> </a:t>
            </a:r>
            <a:r>
              <a:rPr sz="1400" b="1" dirty="0">
                <a:solidFill>
                  <a:srgbClr val="273139"/>
                </a:solidFill>
                <a:latin typeface="Calibri"/>
                <a:cs typeface="Calibri"/>
              </a:rPr>
              <a:t>from</a:t>
            </a:r>
            <a:r>
              <a:rPr sz="1400" b="1" spc="-40" dirty="0">
                <a:solidFill>
                  <a:srgbClr val="273139"/>
                </a:solidFill>
                <a:latin typeface="Calibri"/>
                <a:cs typeface="Calibri"/>
              </a:rPr>
              <a:t> </a:t>
            </a:r>
            <a:r>
              <a:rPr sz="1400" b="1" dirty="0">
                <a:solidFill>
                  <a:srgbClr val="273139"/>
                </a:solidFill>
                <a:latin typeface="Calibri"/>
                <a:cs typeface="Calibri"/>
              </a:rPr>
              <a:t>maximum</a:t>
            </a:r>
            <a:r>
              <a:rPr sz="1400" b="1" spc="-50" dirty="0">
                <a:solidFill>
                  <a:srgbClr val="273139"/>
                </a:solidFill>
                <a:latin typeface="Calibri"/>
                <a:cs typeface="Calibri"/>
              </a:rPr>
              <a:t> </a:t>
            </a:r>
            <a:r>
              <a:rPr sz="1400" b="1" dirty="0">
                <a:solidFill>
                  <a:srgbClr val="273139"/>
                </a:solidFill>
                <a:latin typeface="Calibri"/>
                <a:cs typeface="Calibri"/>
              </a:rPr>
              <a:t>to</a:t>
            </a:r>
            <a:r>
              <a:rPr sz="1400" b="1" spc="-30" dirty="0">
                <a:solidFill>
                  <a:srgbClr val="273139"/>
                </a:solidFill>
                <a:latin typeface="Calibri"/>
                <a:cs typeface="Calibri"/>
              </a:rPr>
              <a:t> </a:t>
            </a:r>
            <a:r>
              <a:rPr sz="1400" b="1" spc="-10" dirty="0">
                <a:solidFill>
                  <a:srgbClr val="273139"/>
                </a:solidFill>
                <a:latin typeface="Calibri"/>
                <a:cs typeface="Calibri"/>
              </a:rPr>
              <a:t>minimum.</a:t>
            </a:r>
            <a:endParaRPr sz="1400">
              <a:latin typeface="Calibri"/>
              <a:cs typeface="Calibri"/>
            </a:endParaRPr>
          </a:p>
        </p:txBody>
      </p:sp>
      <p:sp>
        <p:nvSpPr>
          <p:cNvPr id="4" name="object 4"/>
          <p:cNvSpPr txBox="1"/>
          <p:nvPr/>
        </p:nvSpPr>
        <p:spPr>
          <a:xfrm>
            <a:off x="593242" y="1700530"/>
            <a:ext cx="5346700" cy="666750"/>
          </a:xfrm>
          <a:prstGeom prst="rect">
            <a:avLst/>
          </a:prstGeom>
        </p:spPr>
        <p:txBody>
          <a:bodyPr vert="horz" wrap="square" lIns="0" tIns="13335" rIns="0" bIns="0" rtlCol="0">
            <a:spAutoFit/>
          </a:bodyPr>
          <a:lstStyle/>
          <a:p>
            <a:pPr marL="12700" marR="5080" algn="just">
              <a:lnSpc>
                <a:spcPct val="100000"/>
              </a:lnSpc>
              <a:spcBef>
                <a:spcPts val="105"/>
              </a:spcBef>
            </a:pPr>
            <a:r>
              <a:rPr sz="1400" dirty="0">
                <a:solidFill>
                  <a:srgbClr val="273139"/>
                </a:solidFill>
                <a:latin typeface="Calibri"/>
                <a:cs typeface="Calibri"/>
              </a:rPr>
              <a:t>This</a:t>
            </a:r>
            <a:r>
              <a:rPr sz="1400" spc="20" dirty="0">
                <a:solidFill>
                  <a:srgbClr val="273139"/>
                </a:solidFill>
                <a:latin typeface="Calibri"/>
                <a:cs typeface="Calibri"/>
              </a:rPr>
              <a:t> </a:t>
            </a:r>
            <a:r>
              <a:rPr sz="1400" dirty="0">
                <a:solidFill>
                  <a:srgbClr val="273139"/>
                </a:solidFill>
                <a:latin typeface="Calibri"/>
                <a:cs typeface="Calibri"/>
              </a:rPr>
              <a:t>testing</a:t>
            </a:r>
            <a:r>
              <a:rPr sz="1400" spc="15" dirty="0">
                <a:solidFill>
                  <a:srgbClr val="273139"/>
                </a:solidFill>
                <a:latin typeface="Calibri"/>
                <a:cs typeface="Calibri"/>
              </a:rPr>
              <a:t> </a:t>
            </a:r>
            <a:r>
              <a:rPr sz="1400" dirty="0">
                <a:solidFill>
                  <a:srgbClr val="273139"/>
                </a:solidFill>
                <a:latin typeface="Calibri"/>
                <a:cs typeface="Calibri"/>
              </a:rPr>
              <a:t>process</a:t>
            </a:r>
            <a:r>
              <a:rPr sz="1400" spc="35" dirty="0">
                <a:solidFill>
                  <a:srgbClr val="273139"/>
                </a:solidFill>
                <a:latin typeface="Calibri"/>
                <a:cs typeface="Calibri"/>
              </a:rPr>
              <a:t> </a:t>
            </a:r>
            <a:r>
              <a:rPr sz="1400" dirty="0">
                <a:solidFill>
                  <a:srgbClr val="273139"/>
                </a:solidFill>
                <a:latin typeface="Calibri"/>
                <a:cs typeface="Calibri"/>
              </a:rPr>
              <a:t>was</a:t>
            </a:r>
            <a:r>
              <a:rPr sz="1400" spc="25" dirty="0">
                <a:solidFill>
                  <a:srgbClr val="273139"/>
                </a:solidFill>
                <a:latin typeface="Calibri"/>
                <a:cs typeface="Calibri"/>
              </a:rPr>
              <a:t> </a:t>
            </a:r>
            <a:r>
              <a:rPr sz="1400" dirty="0">
                <a:solidFill>
                  <a:srgbClr val="273139"/>
                </a:solidFill>
                <a:latin typeface="Calibri"/>
                <a:cs typeface="Calibri"/>
              </a:rPr>
              <a:t>introduced</a:t>
            </a:r>
            <a:r>
              <a:rPr sz="1400" spc="20" dirty="0">
                <a:solidFill>
                  <a:srgbClr val="273139"/>
                </a:solidFill>
                <a:latin typeface="Calibri"/>
                <a:cs typeface="Calibri"/>
              </a:rPr>
              <a:t> </a:t>
            </a:r>
            <a:r>
              <a:rPr sz="1400" dirty="0">
                <a:solidFill>
                  <a:srgbClr val="273139"/>
                </a:solidFill>
                <a:latin typeface="Calibri"/>
                <a:cs typeface="Calibri"/>
              </a:rPr>
              <a:t>to</a:t>
            </a:r>
            <a:r>
              <a:rPr sz="1400" spc="25" dirty="0">
                <a:solidFill>
                  <a:srgbClr val="273139"/>
                </a:solidFill>
                <a:latin typeface="Calibri"/>
                <a:cs typeface="Calibri"/>
              </a:rPr>
              <a:t> </a:t>
            </a:r>
            <a:r>
              <a:rPr sz="1400" dirty="0">
                <a:solidFill>
                  <a:srgbClr val="273139"/>
                </a:solidFill>
                <a:latin typeface="Calibri"/>
                <a:cs typeface="Calibri"/>
              </a:rPr>
              <a:t>select</a:t>
            </a:r>
            <a:r>
              <a:rPr sz="1400" spc="25" dirty="0">
                <a:solidFill>
                  <a:srgbClr val="273139"/>
                </a:solidFill>
                <a:latin typeface="Calibri"/>
                <a:cs typeface="Calibri"/>
              </a:rPr>
              <a:t> </a:t>
            </a:r>
            <a:r>
              <a:rPr sz="1400" dirty="0">
                <a:solidFill>
                  <a:srgbClr val="273139"/>
                </a:solidFill>
                <a:latin typeface="Calibri"/>
                <a:cs typeface="Calibri"/>
              </a:rPr>
              <a:t>boundary</a:t>
            </a:r>
            <a:r>
              <a:rPr sz="1400" spc="20" dirty="0">
                <a:solidFill>
                  <a:srgbClr val="273139"/>
                </a:solidFill>
                <a:latin typeface="Calibri"/>
                <a:cs typeface="Calibri"/>
              </a:rPr>
              <a:t> </a:t>
            </a:r>
            <a:r>
              <a:rPr sz="1400" dirty="0">
                <a:solidFill>
                  <a:srgbClr val="273139"/>
                </a:solidFill>
                <a:latin typeface="Calibri"/>
                <a:cs typeface="Calibri"/>
              </a:rPr>
              <a:t>values</a:t>
            </a:r>
            <a:r>
              <a:rPr sz="1400" spc="30" dirty="0">
                <a:solidFill>
                  <a:srgbClr val="273139"/>
                </a:solidFill>
                <a:latin typeface="Calibri"/>
                <a:cs typeface="Calibri"/>
              </a:rPr>
              <a:t> </a:t>
            </a:r>
            <a:r>
              <a:rPr sz="1400" dirty="0">
                <a:solidFill>
                  <a:srgbClr val="273139"/>
                </a:solidFill>
                <a:latin typeface="Calibri"/>
                <a:cs typeface="Calibri"/>
              </a:rPr>
              <a:t>that</a:t>
            </a:r>
            <a:r>
              <a:rPr sz="1400" spc="30" dirty="0">
                <a:solidFill>
                  <a:srgbClr val="273139"/>
                </a:solidFill>
                <a:latin typeface="Calibri"/>
                <a:cs typeface="Calibri"/>
              </a:rPr>
              <a:t> </a:t>
            </a:r>
            <a:r>
              <a:rPr sz="1400" spc="-20" dirty="0">
                <a:solidFill>
                  <a:srgbClr val="273139"/>
                </a:solidFill>
                <a:latin typeface="Calibri"/>
                <a:cs typeface="Calibri"/>
              </a:rPr>
              <a:t>came </a:t>
            </a:r>
            <a:r>
              <a:rPr sz="1400" dirty="0">
                <a:solidFill>
                  <a:srgbClr val="273139"/>
                </a:solidFill>
                <a:latin typeface="Calibri"/>
                <a:cs typeface="Calibri"/>
              </a:rPr>
              <a:t>from</a:t>
            </a:r>
            <a:r>
              <a:rPr sz="1400" spc="295" dirty="0">
                <a:solidFill>
                  <a:srgbClr val="273139"/>
                </a:solidFill>
                <a:latin typeface="Calibri"/>
                <a:cs typeface="Calibri"/>
              </a:rPr>
              <a:t> </a:t>
            </a:r>
            <a:r>
              <a:rPr sz="1400" dirty="0">
                <a:solidFill>
                  <a:srgbClr val="273139"/>
                </a:solidFill>
                <a:latin typeface="Calibri"/>
                <a:cs typeface="Calibri"/>
              </a:rPr>
              <a:t>the</a:t>
            </a:r>
            <a:r>
              <a:rPr sz="1400" spc="300" dirty="0">
                <a:solidFill>
                  <a:srgbClr val="273139"/>
                </a:solidFill>
                <a:latin typeface="Calibri"/>
                <a:cs typeface="Calibri"/>
              </a:rPr>
              <a:t> </a:t>
            </a:r>
            <a:r>
              <a:rPr sz="1400" dirty="0">
                <a:solidFill>
                  <a:srgbClr val="273139"/>
                </a:solidFill>
                <a:latin typeface="Calibri"/>
                <a:cs typeface="Calibri"/>
              </a:rPr>
              <a:t>boundary</a:t>
            </a:r>
            <a:r>
              <a:rPr sz="1400" spc="325" dirty="0">
                <a:solidFill>
                  <a:srgbClr val="273139"/>
                </a:solidFill>
                <a:latin typeface="Calibri"/>
                <a:cs typeface="Calibri"/>
              </a:rPr>
              <a:t> </a:t>
            </a:r>
            <a:r>
              <a:rPr sz="1400" dirty="0">
                <a:solidFill>
                  <a:srgbClr val="273139"/>
                </a:solidFill>
                <a:latin typeface="Calibri"/>
                <a:cs typeface="Calibri"/>
              </a:rPr>
              <a:t>based</a:t>
            </a:r>
            <a:r>
              <a:rPr sz="1400" spc="290" dirty="0">
                <a:solidFill>
                  <a:srgbClr val="273139"/>
                </a:solidFill>
                <a:latin typeface="Calibri"/>
                <a:cs typeface="Calibri"/>
              </a:rPr>
              <a:t> </a:t>
            </a:r>
            <a:r>
              <a:rPr sz="1400" dirty="0">
                <a:solidFill>
                  <a:srgbClr val="273139"/>
                </a:solidFill>
                <a:latin typeface="Calibri"/>
                <a:cs typeface="Calibri"/>
              </a:rPr>
              <a:t>on</a:t>
            </a:r>
            <a:r>
              <a:rPr sz="1400" spc="315" dirty="0">
                <a:solidFill>
                  <a:srgbClr val="273139"/>
                </a:solidFill>
                <a:latin typeface="Calibri"/>
                <a:cs typeface="Calibri"/>
              </a:rPr>
              <a:t> </a:t>
            </a:r>
            <a:r>
              <a:rPr sz="1400" dirty="0">
                <a:solidFill>
                  <a:srgbClr val="273139"/>
                </a:solidFill>
                <a:latin typeface="Calibri"/>
                <a:cs typeface="Calibri"/>
              </a:rPr>
              <a:t>the</a:t>
            </a:r>
            <a:r>
              <a:rPr sz="1400" spc="300" dirty="0">
                <a:solidFill>
                  <a:srgbClr val="273139"/>
                </a:solidFill>
                <a:latin typeface="Calibri"/>
                <a:cs typeface="Calibri"/>
              </a:rPr>
              <a:t> </a:t>
            </a:r>
            <a:r>
              <a:rPr sz="1400" b="1" dirty="0">
                <a:solidFill>
                  <a:srgbClr val="273139"/>
                </a:solidFill>
                <a:latin typeface="Calibri"/>
                <a:cs typeface="Calibri"/>
              </a:rPr>
              <a:t>inputs</a:t>
            </a:r>
            <a:r>
              <a:rPr sz="1400" b="1" spc="310" dirty="0">
                <a:solidFill>
                  <a:srgbClr val="273139"/>
                </a:solidFill>
                <a:latin typeface="Calibri"/>
                <a:cs typeface="Calibri"/>
              </a:rPr>
              <a:t> </a:t>
            </a:r>
            <a:r>
              <a:rPr sz="1400" b="1" dirty="0">
                <a:solidFill>
                  <a:srgbClr val="273139"/>
                </a:solidFill>
                <a:latin typeface="Calibri"/>
                <a:cs typeface="Calibri"/>
              </a:rPr>
              <a:t>at</a:t>
            </a:r>
            <a:r>
              <a:rPr sz="1400" b="1" spc="300" dirty="0">
                <a:solidFill>
                  <a:srgbClr val="273139"/>
                </a:solidFill>
                <a:latin typeface="Calibri"/>
                <a:cs typeface="Calibri"/>
              </a:rPr>
              <a:t> </a:t>
            </a:r>
            <a:r>
              <a:rPr sz="1400" b="1" dirty="0">
                <a:solidFill>
                  <a:srgbClr val="273139"/>
                </a:solidFill>
                <a:latin typeface="Calibri"/>
                <a:cs typeface="Calibri"/>
              </a:rPr>
              <a:t>different</a:t>
            </a:r>
            <a:r>
              <a:rPr sz="1400" b="1" spc="300" dirty="0">
                <a:solidFill>
                  <a:srgbClr val="273139"/>
                </a:solidFill>
                <a:latin typeface="Calibri"/>
                <a:cs typeface="Calibri"/>
              </a:rPr>
              <a:t> </a:t>
            </a:r>
            <a:r>
              <a:rPr sz="1400" b="1" dirty="0">
                <a:solidFill>
                  <a:srgbClr val="273139"/>
                </a:solidFill>
                <a:latin typeface="Calibri"/>
                <a:cs typeface="Calibri"/>
              </a:rPr>
              <a:t>ends</a:t>
            </a:r>
            <a:r>
              <a:rPr sz="1400" b="1" spc="300" dirty="0">
                <a:solidFill>
                  <a:srgbClr val="273139"/>
                </a:solidFill>
                <a:latin typeface="Calibri"/>
                <a:cs typeface="Calibri"/>
              </a:rPr>
              <a:t> </a:t>
            </a:r>
            <a:r>
              <a:rPr sz="1400" dirty="0">
                <a:solidFill>
                  <a:srgbClr val="273139"/>
                </a:solidFill>
                <a:latin typeface="Calibri"/>
                <a:cs typeface="Calibri"/>
              </a:rPr>
              <a:t>of</a:t>
            </a:r>
            <a:r>
              <a:rPr sz="1400" spc="305" dirty="0">
                <a:solidFill>
                  <a:srgbClr val="273139"/>
                </a:solidFill>
                <a:latin typeface="Calibri"/>
                <a:cs typeface="Calibri"/>
              </a:rPr>
              <a:t> </a:t>
            </a:r>
            <a:r>
              <a:rPr sz="1400" spc="-10" dirty="0">
                <a:solidFill>
                  <a:srgbClr val="273139"/>
                </a:solidFill>
                <a:latin typeface="Calibri"/>
                <a:cs typeface="Calibri"/>
              </a:rPr>
              <a:t>testing values.</a:t>
            </a:r>
            <a:endParaRPr sz="1400">
              <a:latin typeface="Calibri"/>
              <a:cs typeface="Calibri"/>
            </a:endParaRPr>
          </a:p>
        </p:txBody>
      </p:sp>
      <p:sp>
        <p:nvSpPr>
          <p:cNvPr id="5" name="object 5"/>
          <p:cNvSpPr txBox="1"/>
          <p:nvPr/>
        </p:nvSpPr>
        <p:spPr>
          <a:xfrm>
            <a:off x="593242" y="2467482"/>
            <a:ext cx="5349240" cy="666115"/>
          </a:xfrm>
          <a:prstGeom prst="rect">
            <a:avLst/>
          </a:prstGeom>
        </p:spPr>
        <p:txBody>
          <a:bodyPr vert="horz" wrap="square" lIns="0" tIns="13335" rIns="0" bIns="0" rtlCol="0">
            <a:spAutoFit/>
          </a:bodyPr>
          <a:lstStyle/>
          <a:p>
            <a:pPr marL="12700" marR="5080" algn="just">
              <a:lnSpc>
                <a:spcPct val="100000"/>
              </a:lnSpc>
              <a:spcBef>
                <a:spcPts val="105"/>
              </a:spcBef>
            </a:pPr>
            <a:r>
              <a:rPr sz="1400" dirty="0">
                <a:solidFill>
                  <a:srgbClr val="273139"/>
                </a:solidFill>
                <a:latin typeface="Calibri"/>
                <a:cs typeface="Calibri"/>
              </a:rPr>
              <a:t>This</a:t>
            </a:r>
            <a:r>
              <a:rPr sz="1400" spc="135" dirty="0">
                <a:solidFill>
                  <a:srgbClr val="273139"/>
                </a:solidFill>
                <a:latin typeface="Calibri"/>
                <a:cs typeface="Calibri"/>
              </a:rPr>
              <a:t> </a:t>
            </a:r>
            <a:r>
              <a:rPr sz="1400" dirty="0">
                <a:solidFill>
                  <a:srgbClr val="273139"/>
                </a:solidFill>
                <a:latin typeface="Calibri"/>
                <a:cs typeface="Calibri"/>
              </a:rPr>
              <a:t>testing</a:t>
            </a:r>
            <a:r>
              <a:rPr sz="1400" spc="130" dirty="0">
                <a:solidFill>
                  <a:srgbClr val="273139"/>
                </a:solidFill>
                <a:latin typeface="Calibri"/>
                <a:cs typeface="Calibri"/>
              </a:rPr>
              <a:t> </a:t>
            </a:r>
            <a:r>
              <a:rPr sz="1400" dirty="0">
                <a:solidFill>
                  <a:srgbClr val="273139"/>
                </a:solidFill>
                <a:latin typeface="Calibri"/>
                <a:cs typeface="Calibri"/>
              </a:rPr>
              <a:t>process</a:t>
            </a:r>
            <a:r>
              <a:rPr sz="1400" spc="145" dirty="0">
                <a:solidFill>
                  <a:srgbClr val="273139"/>
                </a:solidFill>
                <a:latin typeface="Calibri"/>
                <a:cs typeface="Calibri"/>
              </a:rPr>
              <a:t> </a:t>
            </a:r>
            <a:r>
              <a:rPr sz="1400" dirty="0">
                <a:solidFill>
                  <a:srgbClr val="273139"/>
                </a:solidFill>
                <a:latin typeface="Calibri"/>
                <a:cs typeface="Calibri"/>
              </a:rPr>
              <a:t>is</a:t>
            </a:r>
            <a:r>
              <a:rPr sz="1400" spc="140" dirty="0">
                <a:solidFill>
                  <a:srgbClr val="273139"/>
                </a:solidFill>
                <a:latin typeface="Calibri"/>
                <a:cs typeface="Calibri"/>
              </a:rPr>
              <a:t> </a:t>
            </a:r>
            <a:r>
              <a:rPr sz="1400" dirty="0">
                <a:solidFill>
                  <a:srgbClr val="273139"/>
                </a:solidFill>
                <a:latin typeface="Calibri"/>
                <a:cs typeface="Calibri"/>
              </a:rPr>
              <a:t>actually</a:t>
            </a:r>
            <a:r>
              <a:rPr sz="1400" spc="135" dirty="0">
                <a:solidFill>
                  <a:srgbClr val="273139"/>
                </a:solidFill>
                <a:latin typeface="Calibri"/>
                <a:cs typeface="Calibri"/>
              </a:rPr>
              <a:t> </a:t>
            </a:r>
            <a:r>
              <a:rPr sz="1400" dirty="0">
                <a:solidFill>
                  <a:srgbClr val="273139"/>
                </a:solidFill>
                <a:latin typeface="Calibri"/>
                <a:cs typeface="Calibri"/>
              </a:rPr>
              <a:t>known</a:t>
            </a:r>
            <a:r>
              <a:rPr sz="1400" spc="135" dirty="0">
                <a:solidFill>
                  <a:srgbClr val="273139"/>
                </a:solidFill>
                <a:latin typeface="Calibri"/>
                <a:cs typeface="Calibri"/>
              </a:rPr>
              <a:t> </a:t>
            </a:r>
            <a:r>
              <a:rPr sz="1400" dirty="0">
                <a:solidFill>
                  <a:srgbClr val="273139"/>
                </a:solidFill>
                <a:latin typeface="Calibri"/>
                <a:cs typeface="Calibri"/>
              </a:rPr>
              <a:t>as</a:t>
            </a:r>
            <a:r>
              <a:rPr sz="1400" spc="135" dirty="0">
                <a:solidFill>
                  <a:srgbClr val="273139"/>
                </a:solidFill>
                <a:latin typeface="Calibri"/>
                <a:cs typeface="Calibri"/>
              </a:rPr>
              <a:t> </a:t>
            </a:r>
            <a:r>
              <a:rPr sz="1400" b="1" spc="-10" dirty="0">
                <a:solidFill>
                  <a:srgbClr val="273139"/>
                </a:solidFill>
                <a:latin typeface="Calibri"/>
                <a:cs typeface="Calibri"/>
              </a:rPr>
              <a:t>black-</a:t>
            </a:r>
            <a:r>
              <a:rPr sz="1400" b="1" dirty="0">
                <a:solidFill>
                  <a:srgbClr val="273139"/>
                </a:solidFill>
                <a:latin typeface="Calibri"/>
                <a:cs typeface="Calibri"/>
              </a:rPr>
              <a:t>box</a:t>
            </a:r>
            <a:r>
              <a:rPr sz="1400" b="1" spc="135" dirty="0">
                <a:solidFill>
                  <a:srgbClr val="273139"/>
                </a:solidFill>
                <a:latin typeface="Calibri"/>
                <a:cs typeface="Calibri"/>
              </a:rPr>
              <a:t> </a:t>
            </a:r>
            <a:r>
              <a:rPr sz="1400" dirty="0">
                <a:solidFill>
                  <a:srgbClr val="273139"/>
                </a:solidFill>
                <a:latin typeface="Calibri"/>
                <a:cs typeface="Calibri"/>
              </a:rPr>
              <a:t>testing</a:t>
            </a:r>
            <a:r>
              <a:rPr sz="1400" spc="135" dirty="0">
                <a:solidFill>
                  <a:srgbClr val="273139"/>
                </a:solidFill>
                <a:latin typeface="Calibri"/>
                <a:cs typeface="Calibri"/>
              </a:rPr>
              <a:t> </a:t>
            </a:r>
            <a:r>
              <a:rPr sz="1400" dirty="0">
                <a:solidFill>
                  <a:srgbClr val="273139"/>
                </a:solidFill>
                <a:latin typeface="Calibri"/>
                <a:cs typeface="Calibri"/>
              </a:rPr>
              <a:t>that</a:t>
            </a:r>
            <a:r>
              <a:rPr sz="1400" spc="130" dirty="0">
                <a:solidFill>
                  <a:srgbClr val="273139"/>
                </a:solidFill>
                <a:latin typeface="Calibri"/>
                <a:cs typeface="Calibri"/>
              </a:rPr>
              <a:t> </a:t>
            </a:r>
            <a:r>
              <a:rPr sz="1400" spc="-10" dirty="0">
                <a:solidFill>
                  <a:srgbClr val="273139"/>
                </a:solidFill>
                <a:latin typeface="Calibri"/>
                <a:cs typeface="Calibri"/>
              </a:rPr>
              <a:t>focuses </a:t>
            </a:r>
            <a:r>
              <a:rPr sz="1400" dirty="0">
                <a:solidFill>
                  <a:srgbClr val="273139"/>
                </a:solidFill>
                <a:latin typeface="Calibri"/>
                <a:cs typeface="Calibri"/>
              </a:rPr>
              <a:t>on</a:t>
            </a:r>
            <a:r>
              <a:rPr sz="1400" spc="-5" dirty="0">
                <a:solidFill>
                  <a:srgbClr val="273139"/>
                </a:solidFill>
                <a:latin typeface="Calibri"/>
                <a:cs typeface="Calibri"/>
              </a:rPr>
              <a:t> </a:t>
            </a:r>
            <a:r>
              <a:rPr sz="1400" dirty="0">
                <a:solidFill>
                  <a:srgbClr val="273139"/>
                </a:solidFill>
                <a:latin typeface="Calibri"/>
                <a:cs typeface="Calibri"/>
              </a:rPr>
              <a:t>valid and</a:t>
            </a:r>
            <a:r>
              <a:rPr sz="1400" spc="10" dirty="0">
                <a:solidFill>
                  <a:srgbClr val="273139"/>
                </a:solidFill>
                <a:latin typeface="Calibri"/>
                <a:cs typeface="Calibri"/>
              </a:rPr>
              <a:t> </a:t>
            </a:r>
            <a:r>
              <a:rPr sz="1400" dirty="0">
                <a:solidFill>
                  <a:srgbClr val="273139"/>
                </a:solidFill>
                <a:latin typeface="Calibri"/>
                <a:cs typeface="Calibri"/>
              </a:rPr>
              <a:t>invalid</a:t>
            </a:r>
            <a:r>
              <a:rPr sz="1400" spc="-5" dirty="0">
                <a:solidFill>
                  <a:srgbClr val="273139"/>
                </a:solidFill>
                <a:latin typeface="Calibri"/>
                <a:cs typeface="Calibri"/>
              </a:rPr>
              <a:t> </a:t>
            </a:r>
            <a:r>
              <a:rPr sz="1400" dirty="0">
                <a:solidFill>
                  <a:srgbClr val="273139"/>
                </a:solidFill>
                <a:latin typeface="Calibri"/>
                <a:cs typeface="Calibri"/>
              </a:rPr>
              <a:t>test</a:t>
            </a:r>
            <a:r>
              <a:rPr sz="1400" spc="5" dirty="0">
                <a:solidFill>
                  <a:srgbClr val="273139"/>
                </a:solidFill>
                <a:latin typeface="Calibri"/>
                <a:cs typeface="Calibri"/>
              </a:rPr>
              <a:t> </a:t>
            </a:r>
            <a:r>
              <a:rPr sz="1400" dirty="0">
                <a:solidFill>
                  <a:srgbClr val="273139"/>
                </a:solidFill>
                <a:latin typeface="Calibri"/>
                <a:cs typeface="Calibri"/>
              </a:rPr>
              <a:t>case</a:t>
            </a:r>
            <a:r>
              <a:rPr sz="1400" spc="15" dirty="0">
                <a:solidFill>
                  <a:srgbClr val="273139"/>
                </a:solidFill>
                <a:latin typeface="Calibri"/>
                <a:cs typeface="Calibri"/>
              </a:rPr>
              <a:t> </a:t>
            </a:r>
            <a:r>
              <a:rPr sz="1400" dirty="0">
                <a:solidFill>
                  <a:srgbClr val="273139"/>
                </a:solidFill>
                <a:latin typeface="Calibri"/>
                <a:cs typeface="Calibri"/>
              </a:rPr>
              <a:t>scenarios</a:t>
            </a:r>
            <a:r>
              <a:rPr sz="1400" spc="5" dirty="0">
                <a:solidFill>
                  <a:srgbClr val="273139"/>
                </a:solidFill>
                <a:latin typeface="Calibri"/>
                <a:cs typeface="Calibri"/>
              </a:rPr>
              <a:t> </a:t>
            </a:r>
            <a:r>
              <a:rPr sz="1400" dirty="0">
                <a:solidFill>
                  <a:srgbClr val="273139"/>
                </a:solidFill>
                <a:latin typeface="Calibri"/>
                <a:cs typeface="Calibri"/>
              </a:rPr>
              <a:t>and helps</a:t>
            </a:r>
            <a:r>
              <a:rPr sz="1400" spc="10" dirty="0">
                <a:solidFill>
                  <a:srgbClr val="273139"/>
                </a:solidFill>
                <a:latin typeface="Calibri"/>
                <a:cs typeface="Calibri"/>
              </a:rPr>
              <a:t> </a:t>
            </a:r>
            <a:r>
              <a:rPr sz="1400" dirty="0">
                <a:solidFill>
                  <a:srgbClr val="273139"/>
                </a:solidFill>
                <a:latin typeface="Calibri"/>
                <a:cs typeface="Calibri"/>
              </a:rPr>
              <a:t>in</a:t>
            </a:r>
            <a:r>
              <a:rPr sz="1400" spc="5" dirty="0">
                <a:solidFill>
                  <a:srgbClr val="273139"/>
                </a:solidFill>
                <a:latin typeface="Calibri"/>
                <a:cs typeface="Calibri"/>
              </a:rPr>
              <a:t> </a:t>
            </a:r>
            <a:r>
              <a:rPr sz="1400" dirty="0">
                <a:solidFill>
                  <a:srgbClr val="273139"/>
                </a:solidFill>
                <a:latin typeface="Calibri"/>
                <a:cs typeface="Calibri"/>
              </a:rPr>
              <a:t>finding</a:t>
            </a:r>
            <a:r>
              <a:rPr sz="1400" spc="20" dirty="0">
                <a:solidFill>
                  <a:srgbClr val="273139"/>
                </a:solidFill>
                <a:latin typeface="Calibri"/>
                <a:cs typeface="Calibri"/>
              </a:rPr>
              <a:t> </a:t>
            </a:r>
            <a:r>
              <a:rPr sz="1400" dirty="0">
                <a:solidFill>
                  <a:srgbClr val="273139"/>
                </a:solidFill>
                <a:latin typeface="Calibri"/>
                <a:cs typeface="Calibri"/>
              </a:rPr>
              <a:t>the</a:t>
            </a:r>
            <a:r>
              <a:rPr sz="1400" spc="10" dirty="0">
                <a:solidFill>
                  <a:srgbClr val="273139"/>
                </a:solidFill>
                <a:latin typeface="Calibri"/>
                <a:cs typeface="Calibri"/>
              </a:rPr>
              <a:t> </a:t>
            </a:r>
            <a:r>
              <a:rPr sz="1400" spc="-10" dirty="0">
                <a:solidFill>
                  <a:srgbClr val="273139"/>
                </a:solidFill>
                <a:latin typeface="Calibri"/>
                <a:cs typeface="Calibri"/>
              </a:rPr>
              <a:t>boundary </a:t>
            </a:r>
            <a:r>
              <a:rPr sz="1400" dirty="0">
                <a:solidFill>
                  <a:srgbClr val="273139"/>
                </a:solidFill>
                <a:latin typeface="Calibri"/>
                <a:cs typeface="Calibri"/>
              </a:rPr>
              <a:t>values</a:t>
            </a:r>
            <a:r>
              <a:rPr sz="1400" spc="-45" dirty="0">
                <a:solidFill>
                  <a:srgbClr val="273139"/>
                </a:solidFill>
                <a:latin typeface="Calibri"/>
                <a:cs typeface="Calibri"/>
              </a:rPr>
              <a:t> </a:t>
            </a:r>
            <a:r>
              <a:rPr sz="1400" dirty="0">
                <a:solidFill>
                  <a:srgbClr val="273139"/>
                </a:solidFill>
                <a:latin typeface="Calibri"/>
                <a:cs typeface="Calibri"/>
              </a:rPr>
              <a:t>at</a:t>
            </a:r>
            <a:r>
              <a:rPr sz="1400" spc="-40" dirty="0">
                <a:solidFill>
                  <a:srgbClr val="273139"/>
                </a:solidFill>
                <a:latin typeface="Calibri"/>
                <a:cs typeface="Calibri"/>
              </a:rPr>
              <a:t> </a:t>
            </a:r>
            <a:r>
              <a:rPr sz="1400" dirty="0">
                <a:solidFill>
                  <a:srgbClr val="273139"/>
                </a:solidFill>
                <a:latin typeface="Calibri"/>
                <a:cs typeface="Calibri"/>
              </a:rPr>
              <a:t>the</a:t>
            </a:r>
            <a:r>
              <a:rPr sz="1400" spc="-30" dirty="0">
                <a:solidFill>
                  <a:srgbClr val="273139"/>
                </a:solidFill>
                <a:latin typeface="Calibri"/>
                <a:cs typeface="Calibri"/>
              </a:rPr>
              <a:t> </a:t>
            </a:r>
            <a:r>
              <a:rPr sz="1400" spc="-10" dirty="0">
                <a:solidFill>
                  <a:srgbClr val="273139"/>
                </a:solidFill>
                <a:latin typeface="Calibri"/>
                <a:cs typeface="Calibri"/>
              </a:rPr>
              <a:t>extreme</a:t>
            </a:r>
            <a:r>
              <a:rPr sz="1400" spc="-30" dirty="0">
                <a:solidFill>
                  <a:srgbClr val="273139"/>
                </a:solidFill>
                <a:latin typeface="Calibri"/>
                <a:cs typeface="Calibri"/>
              </a:rPr>
              <a:t> </a:t>
            </a:r>
            <a:r>
              <a:rPr sz="1400" dirty="0">
                <a:solidFill>
                  <a:srgbClr val="273139"/>
                </a:solidFill>
                <a:latin typeface="Calibri"/>
                <a:cs typeface="Calibri"/>
              </a:rPr>
              <a:t>ends</a:t>
            </a:r>
            <a:r>
              <a:rPr sz="1400" spc="-35" dirty="0">
                <a:solidFill>
                  <a:srgbClr val="273139"/>
                </a:solidFill>
                <a:latin typeface="Calibri"/>
                <a:cs typeface="Calibri"/>
              </a:rPr>
              <a:t> </a:t>
            </a:r>
            <a:r>
              <a:rPr sz="1400" dirty="0">
                <a:solidFill>
                  <a:srgbClr val="273139"/>
                </a:solidFill>
                <a:latin typeface="Calibri"/>
                <a:cs typeface="Calibri"/>
              </a:rPr>
              <a:t>without</a:t>
            </a:r>
            <a:r>
              <a:rPr sz="1400" spc="-35" dirty="0">
                <a:solidFill>
                  <a:srgbClr val="273139"/>
                </a:solidFill>
                <a:latin typeface="Calibri"/>
                <a:cs typeface="Calibri"/>
              </a:rPr>
              <a:t> </a:t>
            </a:r>
            <a:r>
              <a:rPr sz="1400" spc="-10" dirty="0">
                <a:solidFill>
                  <a:srgbClr val="273139"/>
                </a:solidFill>
                <a:latin typeface="Calibri"/>
                <a:cs typeface="Calibri"/>
              </a:rPr>
              <a:t>obstructing</a:t>
            </a:r>
            <a:r>
              <a:rPr sz="1400" spc="-25" dirty="0">
                <a:solidFill>
                  <a:srgbClr val="273139"/>
                </a:solidFill>
                <a:latin typeface="Calibri"/>
                <a:cs typeface="Calibri"/>
              </a:rPr>
              <a:t> </a:t>
            </a:r>
            <a:r>
              <a:rPr sz="1400" dirty="0">
                <a:solidFill>
                  <a:srgbClr val="273139"/>
                </a:solidFill>
                <a:latin typeface="Calibri"/>
                <a:cs typeface="Calibri"/>
              </a:rPr>
              <a:t>any</a:t>
            </a:r>
            <a:r>
              <a:rPr sz="1400" spc="-45" dirty="0">
                <a:solidFill>
                  <a:srgbClr val="273139"/>
                </a:solidFill>
                <a:latin typeface="Calibri"/>
                <a:cs typeface="Calibri"/>
              </a:rPr>
              <a:t> </a:t>
            </a:r>
            <a:r>
              <a:rPr sz="1400" spc="-10" dirty="0">
                <a:solidFill>
                  <a:srgbClr val="273139"/>
                </a:solidFill>
                <a:latin typeface="Calibri"/>
                <a:cs typeface="Calibri"/>
              </a:rPr>
              <a:t>effective</a:t>
            </a:r>
            <a:r>
              <a:rPr sz="1400" spc="-35" dirty="0">
                <a:solidFill>
                  <a:srgbClr val="273139"/>
                </a:solidFill>
                <a:latin typeface="Calibri"/>
                <a:cs typeface="Calibri"/>
              </a:rPr>
              <a:t> </a:t>
            </a:r>
            <a:r>
              <a:rPr sz="1400" dirty="0">
                <a:solidFill>
                  <a:srgbClr val="273139"/>
                </a:solidFill>
                <a:latin typeface="Calibri"/>
                <a:cs typeface="Calibri"/>
              </a:rPr>
              <a:t>test</a:t>
            </a:r>
            <a:r>
              <a:rPr sz="1400" spc="-30" dirty="0">
                <a:solidFill>
                  <a:srgbClr val="273139"/>
                </a:solidFill>
                <a:latin typeface="Calibri"/>
                <a:cs typeface="Calibri"/>
              </a:rPr>
              <a:t> </a:t>
            </a:r>
            <a:r>
              <a:rPr sz="1400" spc="-10" dirty="0">
                <a:solidFill>
                  <a:srgbClr val="273139"/>
                </a:solidFill>
                <a:latin typeface="Calibri"/>
                <a:cs typeface="Calibri"/>
              </a:rPr>
              <a:t>data.</a:t>
            </a:r>
            <a:endParaRPr sz="1400">
              <a:latin typeface="Calibri"/>
              <a:cs typeface="Calibri"/>
            </a:endParaRPr>
          </a:p>
        </p:txBody>
      </p:sp>
      <p:sp>
        <p:nvSpPr>
          <p:cNvPr id="6" name="object 6"/>
          <p:cNvSpPr txBox="1"/>
          <p:nvPr/>
        </p:nvSpPr>
        <p:spPr>
          <a:xfrm>
            <a:off x="593242" y="3570858"/>
            <a:ext cx="2889250" cy="485775"/>
          </a:xfrm>
          <a:prstGeom prst="rect">
            <a:avLst/>
          </a:prstGeom>
        </p:spPr>
        <p:txBody>
          <a:bodyPr vert="horz" wrap="square" lIns="0" tIns="13335" rIns="0" bIns="0" rtlCol="0">
            <a:spAutoFit/>
          </a:bodyPr>
          <a:lstStyle/>
          <a:p>
            <a:pPr marL="91440">
              <a:lnSpc>
                <a:spcPct val="100000"/>
              </a:lnSpc>
              <a:spcBef>
                <a:spcPts val="105"/>
              </a:spcBef>
            </a:pPr>
            <a:r>
              <a:rPr sz="1050" b="1" dirty="0">
                <a:solidFill>
                  <a:srgbClr val="0F646C"/>
                </a:solidFill>
                <a:latin typeface="Courier New"/>
                <a:cs typeface="Courier New"/>
              </a:rPr>
              <a:t>Test</a:t>
            </a:r>
            <a:r>
              <a:rPr sz="1050" b="1" spc="-40" dirty="0">
                <a:solidFill>
                  <a:srgbClr val="0F646C"/>
                </a:solidFill>
                <a:latin typeface="Courier New"/>
                <a:cs typeface="Courier New"/>
              </a:rPr>
              <a:t> </a:t>
            </a:r>
            <a:r>
              <a:rPr sz="1050" b="1" dirty="0">
                <a:solidFill>
                  <a:srgbClr val="0F646C"/>
                </a:solidFill>
                <a:latin typeface="Courier New"/>
                <a:cs typeface="Courier New"/>
              </a:rPr>
              <a:t>Case</a:t>
            </a:r>
            <a:r>
              <a:rPr sz="1050" b="1" spc="-25" dirty="0">
                <a:solidFill>
                  <a:srgbClr val="0F646C"/>
                </a:solidFill>
                <a:latin typeface="Courier New"/>
                <a:cs typeface="Courier New"/>
              </a:rPr>
              <a:t> </a:t>
            </a:r>
            <a:r>
              <a:rPr sz="1050" b="1" dirty="0">
                <a:solidFill>
                  <a:srgbClr val="0F646C"/>
                </a:solidFill>
                <a:latin typeface="Courier New"/>
                <a:cs typeface="Courier New"/>
              </a:rPr>
              <a:t>of</a:t>
            </a:r>
            <a:r>
              <a:rPr sz="1050" b="1" spc="-15" dirty="0">
                <a:solidFill>
                  <a:srgbClr val="0F646C"/>
                </a:solidFill>
                <a:latin typeface="Courier New"/>
                <a:cs typeface="Courier New"/>
              </a:rPr>
              <a:t> </a:t>
            </a:r>
            <a:r>
              <a:rPr sz="1050" b="1" dirty="0">
                <a:solidFill>
                  <a:srgbClr val="0F646C"/>
                </a:solidFill>
                <a:latin typeface="Courier New"/>
                <a:cs typeface="Courier New"/>
              </a:rPr>
              <a:t>Boundary</a:t>
            </a:r>
            <a:r>
              <a:rPr sz="1050" b="1" spc="-35" dirty="0">
                <a:solidFill>
                  <a:srgbClr val="0F646C"/>
                </a:solidFill>
                <a:latin typeface="Courier New"/>
                <a:cs typeface="Courier New"/>
              </a:rPr>
              <a:t> </a:t>
            </a:r>
            <a:r>
              <a:rPr sz="1050" b="1" dirty="0">
                <a:solidFill>
                  <a:srgbClr val="0F646C"/>
                </a:solidFill>
                <a:latin typeface="Courier New"/>
                <a:cs typeface="Courier New"/>
              </a:rPr>
              <a:t>Value</a:t>
            </a:r>
            <a:r>
              <a:rPr sz="1050" b="1" spc="-40" dirty="0">
                <a:solidFill>
                  <a:srgbClr val="0F646C"/>
                </a:solidFill>
                <a:latin typeface="Courier New"/>
                <a:cs typeface="Courier New"/>
              </a:rPr>
              <a:t> </a:t>
            </a:r>
            <a:r>
              <a:rPr sz="1050" b="1" spc="-10" dirty="0">
                <a:solidFill>
                  <a:srgbClr val="0F646C"/>
                </a:solidFill>
                <a:latin typeface="Courier New"/>
                <a:cs typeface="Courier New"/>
              </a:rPr>
              <a:t>Testing</a:t>
            </a:r>
            <a:endParaRPr sz="1050">
              <a:latin typeface="Courier New"/>
              <a:cs typeface="Courier New"/>
            </a:endParaRPr>
          </a:p>
          <a:p>
            <a:pPr marL="12700">
              <a:lnSpc>
                <a:spcPct val="100000"/>
              </a:lnSpc>
              <a:spcBef>
                <a:spcPts val="1095"/>
              </a:spcBef>
            </a:pPr>
            <a:r>
              <a:rPr sz="1050" b="1" dirty="0">
                <a:solidFill>
                  <a:srgbClr val="1275AF"/>
                </a:solidFill>
                <a:latin typeface="Ebrima"/>
                <a:cs typeface="Ebrima"/>
              </a:rPr>
              <a:t>Test</a:t>
            </a:r>
            <a:r>
              <a:rPr sz="1050" b="1" spc="-10" dirty="0">
                <a:solidFill>
                  <a:srgbClr val="1275AF"/>
                </a:solidFill>
                <a:latin typeface="Ebrima"/>
                <a:cs typeface="Ebrima"/>
              </a:rPr>
              <a:t> </a:t>
            </a:r>
            <a:r>
              <a:rPr sz="1050" b="1" dirty="0">
                <a:solidFill>
                  <a:srgbClr val="1275AF"/>
                </a:solidFill>
                <a:latin typeface="Ebrima"/>
                <a:cs typeface="Ebrima"/>
              </a:rPr>
              <a:t>Case</a:t>
            </a:r>
            <a:r>
              <a:rPr sz="1050" b="1" spc="-20" dirty="0">
                <a:solidFill>
                  <a:srgbClr val="1275AF"/>
                </a:solidFill>
                <a:latin typeface="Ebrima"/>
                <a:cs typeface="Ebrima"/>
              </a:rPr>
              <a:t> </a:t>
            </a:r>
            <a:r>
              <a:rPr sz="1050" b="1" spc="-25" dirty="0">
                <a:solidFill>
                  <a:srgbClr val="1275AF"/>
                </a:solidFill>
                <a:latin typeface="Ebrima"/>
                <a:cs typeface="Ebrima"/>
              </a:rPr>
              <a:t>1:</a:t>
            </a:r>
            <a:endParaRPr sz="1050">
              <a:latin typeface="Ebrima"/>
              <a:cs typeface="Ebrima"/>
            </a:endParaRPr>
          </a:p>
        </p:txBody>
      </p:sp>
      <p:sp>
        <p:nvSpPr>
          <p:cNvPr id="7" name="object 7"/>
          <p:cNvSpPr txBox="1"/>
          <p:nvPr/>
        </p:nvSpPr>
        <p:spPr>
          <a:xfrm>
            <a:off x="593242" y="4150233"/>
            <a:ext cx="4853940" cy="239395"/>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273139"/>
                </a:solidFill>
                <a:latin typeface="Calibri"/>
                <a:cs typeface="Calibri"/>
              </a:rPr>
              <a:t>Let</a:t>
            </a:r>
            <a:r>
              <a:rPr sz="1400" spc="-35" dirty="0">
                <a:solidFill>
                  <a:srgbClr val="273139"/>
                </a:solidFill>
                <a:latin typeface="Calibri"/>
                <a:cs typeface="Calibri"/>
              </a:rPr>
              <a:t> </a:t>
            </a:r>
            <a:r>
              <a:rPr sz="1400" dirty="0">
                <a:solidFill>
                  <a:srgbClr val="273139"/>
                </a:solidFill>
                <a:latin typeface="Calibri"/>
                <a:cs typeface="Calibri"/>
              </a:rPr>
              <a:t>us</a:t>
            </a:r>
            <a:r>
              <a:rPr sz="1400" spc="-30" dirty="0">
                <a:solidFill>
                  <a:srgbClr val="273139"/>
                </a:solidFill>
                <a:latin typeface="Calibri"/>
                <a:cs typeface="Calibri"/>
              </a:rPr>
              <a:t> </a:t>
            </a:r>
            <a:r>
              <a:rPr sz="1400" dirty="0">
                <a:solidFill>
                  <a:srgbClr val="273139"/>
                </a:solidFill>
                <a:latin typeface="Calibri"/>
                <a:cs typeface="Calibri"/>
              </a:rPr>
              <a:t>assume</a:t>
            </a:r>
            <a:r>
              <a:rPr sz="1400" spc="-40" dirty="0">
                <a:solidFill>
                  <a:srgbClr val="273139"/>
                </a:solidFill>
                <a:latin typeface="Calibri"/>
                <a:cs typeface="Calibri"/>
              </a:rPr>
              <a:t> </a:t>
            </a:r>
            <a:r>
              <a:rPr sz="1400" dirty="0">
                <a:solidFill>
                  <a:srgbClr val="273139"/>
                </a:solidFill>
                <a:latin typeface="Calibri"/>
                <a:cs typeface="Calibri"/>
              </a:rPr>
              <a:t>a</a:t>
            </a:r>
            <a:r>
              <a:rPr sz="1400" spc="-40" dirty="0">
                <a:solidFill>
                  <a:srgbClr val="273139"/>
                </a:solidFill>
                <a:latin typeface="Calibri"/>
                <a:cs typeface="Calibri"/>
              </a:rPr>
              <a:t> </a:t>
            </a:r>
            <a:r>
              <a:rPr sz="1400" dirty="0">
                <a:solidFill>
                  <a:srgbClr val="273139"/>
                </a:solidFill>
                <a:latin typeface="Calibri"/>
                <a:cs typeface="Calibri"/>
              </a:rPr>
              <a:t>test</a:t>
            </a:r>
            <a:r>
              <a:rPr sz="1400" spc="-30" dirty="0">
                <a:solidFill>
                  <a:srgbClr val="273139"/>
                </a:solidFill>
                <a:latin typeface="Calibri"/>
                <a:cs typeface="Calibri"/>
              </a:rPr>
              <a:t> </a:t>
            </a:r>
            <a:r>
              <a:rPr sz="1400" dirty="0">
                <a:solidFill>
                  <a:srgbClr val="273139"/>
                </a:solidFill>
                <a:latin typeface="Calibri"/>
                <a:cs typeface="Calibri"/>
              </a:rPr>
              <a:t>case</a:t>
            </a:r>
            <a:r>
              <a:rPr sz="1400" spc="-30" dirty="0">
                <a:solidFill>
                  <a:srgbClr val="273139"/>
                </a:solidFill>
                <a:latin typeface="Calibri"/>
                <a:cs typeface="Calibri"/>
              </a:rPr>
              <a:t> </a:t>
            </a:r>
            <a:r>
              <a:rPr sz="1400" dirty="0">
                <a:solidFill>
                  <a:srgbClr val="273139"/>
                </a:solidFill>
                <a:latin typeface="Calibri"/>
                <a:cs typeface="Calibri"/>
              </a:rPr>
              <a:t>that</a:t>
            </a:r>
            <a:r>
              <a:rPr sz="1400" spc="-20" dirty="0">
                <a:solidFill>
                  <a:srgbClr val="273139"/>
                </a:solidFill>
                <a:latin typeface="Calibri"/>
                <a:cs typeface="Calibri"/>
              </a:rPr>
              <a:t> </a:t>
            </a:r>
            <a:r>
              <a:rPr sz="1400" spc="-10" dirty="0">
                <a:solidFill>
                  <a:srgbClr val="273139"/>
                </a:solidFill>
                <a:latin typeface="Calibri"/>
                <a:cs typeface="Calibri"/>
              </a:rPr>
              <a:t>takes</a:t>
            </a:r>
            <a:r>
              <a:rPr sz="1400" spc="-30" dirty="0">
                <a:solidFill>
                  <a:srgbClr val="273139"/>
                </a:solidFill>
                <a:latin typeface="Calibri"/>
                <a:cs typeface="Calibri"/>
              </a:rPr>
              <a:t> </a:t>
            </a:r>
            <a:r>
              <a:rPr sz="1400" dirty="0">
                <a:solidFill>
                  <a:srgbClr val="273139"/>
                </a:solidFill>
                <a:latin typeface="Calibri"/>
                <a:cs typeface="Calibri"/>
              </a:rPr>
              <a:t>the</a:t>
            </a:r>
            <a:r>
              <a:rPr sz="1400" spc="-30" dirty="0">
                <a:solidFill>
                  <a:srgbClr val="273139"/>
                </a:solidFill>
                <a:latin typeface="Calibri"/>
                <a:cs typeface="Calibri"/>
              </a:rPr>
              <a:t> </a:t>
            </a:r>
            <a:r>
              <a:rPr sz="1400" dirty="0">
                <a:solidFill>
                  <a:srgbClr val="273139"/>
                </a:solidFill>
                <a:latin typeface="Calibri"/>
                <a:cs typeface="Calibri"/>
              </a:rPr>
              <a:t>value</a:t>
            </a:r>
            <a:r>
              <a:rPr sz="1400" spc="-20" dirty="0">
                <a:solidFill>
                  <a:srgbClr val="273139"/>
                </a:solidFill>
                <a:latin typeface="Calibri"/>
                <a:cs typeface="Calibri"/>
              </a:rPr>
              <a:t> </a:t>
            </a:r>
            <a:r>
              <a:rPr sz="1400" dirty="0">
                <a:solidFill>
                  <a:srgbClr val="273139"/>
                </a:solidFill>
                <a:latin typeface="Calibri"/>
                <a:cs typeface="Calibri"/>
              </a:rPr>
              <a:t>of</a:t>
            </a:r>
            <a:r>
              <a:rPr sz="1400" spc="-65" dirty="0">
                <a:solidFill>
                  <a:srgbClr val="273139"/>
                </a:solidFill>
                <a:latin typeface="Calibri"/>
                <a:cs typeface="Calibri"/>
              </a:rPr>
              <a:t> </a:t>
            </a:r>
            <a:r>
              <a:rPr sz="1400" dirty="0">
                <a:solidFill>
                  <a:srgbClr val="273139"/>
                </a:solidFill>
                <a:latin typeface="Calibri"/>
                <a:cs typeface="Calibri"/>
              </a:rPr>
              <a:t>age</a:t>
            </a:r>
            <a:r>
              <a:rPr sz="1400" spc="-35" dirty="0">
                <a:solidFill>
                  <a:srgbClr val="273139"/>
                </a:solidFill>
                <a:latin typeface="Calibri"/>
                <a:cs typeface="Calibri"/>
              </a:rPr>
              <a:t> </a:t>
            </a:r>
            <a:r>
              <a:rPr sz="1400" dirty="0">
                <a:solidFill>
                  <a:srgbClr val="273139"/>
                </a:solidFill>
                <a:latin typeface="Calibri"/>
                <a:cs typeface="Calibri"/>
              </a:rPr>
              <a:t>from</a:t>
            </a:r>
            <a:r>
              <a:rPr sz="1400" spc="-50" dirty="0">
                <a:solidFill>
                  <a:srgbClr val="273139"/>
                </a:solidFill>
                <a:latin typeface="Calibri"/>
                <a:cs typeface="Calibri"/>
              </a:rPr>
              <a:t> </a:t>
            </a:r>
            <a:r>
              <a:rPr sz="1400" dirty="0">
                <a:solidFill>
                  <a:srgbClr val="273139"/>
                </a:solidFill>
                <a:latin typeface="Calibri"/>
                <a:cs typeface="Calibri"/>
              </a:rPr>
              <a:t>21</a:t>
            </a:r>
            <a:r>
              <a:rPr sz="1400" spc="-45" dirty="0">
                <a:solidFill>
                  <a:srgbClr val="273139"/>
                </a:solidFill>
                <a:latin typeface="Calibri"/>
                <a:cs typeface="Calibri"/>
              </a:rPr>
              <a:t> </a:t>
            </a:r>
            <a:r>
              <a:rPr sz="1400" dirty="0">
                <a:solidFill>
                  <a:srgbClr val="273139"/>
                </a:solidFill>
                <a:latin typeface="Calibri"/>
                <a:cs typeface="Calibri"/>
              </a:rPr>
              <a:t>to</a:t>
            </a:r>
            <a:r>
              <a:rPr sz="1400" spc="-40" dirty="0">
                <a:solidFill>
                  <a:srgbClr val="273139"/>
                </a:solidFill>
                <a:latin typeface="Calibri"/>
                <a:cs typeface="Calibri"/>
              </a:rPr>
              <a:t> </a:t>
            </a:r>
            <a:r>
              <a:rPr sz="1400" spc="-25" dirty="0">
                <a:solidFill>
                  <a:srgbClr val="273139"/>
                </a:solidFill>
                <a:latin typeface="Calibri"/>
                <a:cs typeface="Calibri"/>
              </a:rPr>
              <a:t>65.</a:t>
            </a:r>
            <a:endParaRPr sz="1400">
              <a:latin typeface="Calibri"/>
              <a:cs typeface="Calibri"/>
            </a:endParaRPr>
          </a:p>
        </p:txBody>
      </p:sp>
      <p:graphicFrame>
        <p:nvGraphicFramePr>
          <p:cNvPr id="8" name="object 8"/>
          <p:cNvGraphicFramePr>
            <a:graphicFrameLocks noGrp="1"/>
          </p:cNvGraphicFramePr>
          <p:nvPr/>
        </p:nvGraphicFramePr>
        <p:xfrm>
          <a:off x="914400" y="4487671"/>
          <a:ext cx="4876799" cy="1183005"/>
        </p:xfrm>
        <a:graphic>
          <a:graphicData uri="http://schemas.openxmlformats.org/drawingml/2006/table">
            <a:tbl>
              <a:tblPr firstRow="1" bandRow="1">
                <a:tableStyleId>{2D5ABB26-0587-4C30-8999-92F81FD0307C}</a:tableStyleId>
              </a:tblPr>
              <a:tblGrid>
                <a:gridCol w="1353820">
                  <a:extLst>
                    <a:ext uri="{9D8B030D-6E8A-4147-A177-3AD203B41FA5}">
                      <a16:colId xmlns:a16="http://schemas.microsoft.com/office/drawing/2014/main" val="20000"/>
                    </a:ext>
                  </a:extLst>
                </a:gridCol>
                <a:gridCol w="2019934">
                  <a:extLst>
                    <a:ext uri="{9D8B030D-6E8A-4147-A177-3AD203B41FA5}">
                      <a16:colId xmlns:a16="http://schemas.microsoft.com/office/drawing/2014/main" val="20001"/>
                    </a:ext>
                  </a:extLst>
                </a:gridCol>
                <a:gridCol w="1503045">
                  <a:extLst>
                    <a:ext uri="{9D8B030D-6E8A-4147-A177-3AD203B41FA5}">
                      <a16:colId xmlns:a16="http://schemas.microsoft.com/office/drawing/2014/main" val="20002"/>
                    </a:ext>
                  </a:extLst>
                </a:gridCol>
              </a:tblGrid>
              <a:tr h="272415">
                <a:tc gridSpan="3">
                  <a:txBody>
                    <a:bodyPr/>
                    <a:lstStyle/>
                    <a:p>
                      <a:pPr algn="ctr">
                        <a:lnSpc>
                          <a:spcPct val="100000"/>
                        </a:lnSpc>
                        <a:spcBef>
                          <a:spcPts val="300"/>
                        </a:spcBef>
                      </a:pPr>
                      <a:r>
                        <a:rPr sz="1200" b="1" spc="-10" dirty="0">
                          <a:latin typeface="Calibri"/>
                          <a:cs typeface="Calibri"/>
                        </a:rPr>
                        <a:t>BOUNDARY</a:t>
                      </a:r>
                      <a:r>
                        <a:rPr sz="1200" b="1" spc="-40" dirty="0">
                          <a:latin typeface="Calibri"/>
                          <a:cs typeface="Calibri"/>
                        </a:rPr>
                        <a:t> </a:t>
                      </a:r>
                      <a:r>
                        <a:rPr sz="1200" b="1" spc="-20" dirty="0">
                          <a:latin typeface="Calibri"/>
                          <a:cs typeface="Calibri"/>
                        </a:rPr>
                        <a:t>VALUE</a:t>
                      </a:r>
                      <a:r>
                        <a:rPr sz="1200" b="1" spc="-35" dirty="0">
                          <a:latin typeface="Calibri"/>
                          <a:cs typeface="Calibri"/>
                        </a:rPr>
                        <a:t> </a:t>
                      </a:r>
                      <a:r>
                        <a:rPr sz="1200" b="1" dirty="0">
                          <a:latin typeface="Calibri"/>
                          <a:cs typeface="Calibri"/>
                        </a:rPr>
                        <a:t>TEST</a:t>
                      </a:r>
                      <a:r>
                        <a:rPr sz="1200" b="1" spc="-30" dirty="0">
                          <a:latin typeface="Calibri"/>
                          <a:cs typeface="Calibri"/>
                        </a:rPr>
                        <a:t> </a:t>
                      </a:r>
                      <a:r>
                        <a:rPr sz="1200" b="1" spc="-20" dirty="0">
                          <a:latin typeface="Calibri"/>
                          <a:cs typeface="Calibri"/>
                        </a:rPr>
                        <a:t>CASE</a:t>
                      </a:r>
                      <a:endParaRPr sz="1200">
                        <a:latin typeface="Calibri"/>
                        <a:cs typeface="Calibri"/>
                      </a:endParaRPr>
                    </a:p>
                  </a:txBody>
                  <a:tcPr marL="0" marR="0" marT="38100" marB="0">
                    <a:lnL w="19050">
                      <a:solidFill>
                        <a:srgbClr val="D2D2D2"/>
                      </a:solidFill>
                      <a:prstDash val="solid"/>
                    </a:lnL>
                    <a:lnR w="19050">
                      <a:solidFill>
                        <a:srgbClr val="D2D2D2"/>
                      </a:solidFill>
                      <a:prstDash val="solid"/>
                    </a:lnR>
                    <a:lnT w="19050">
                      <a:solidFill>
                        <a:srgbClr val="D2D2D2"/>
                      </a:solidFill>
                      <a:prstDash val="solid"/>
                    </a:lnT>
                    <a:lnB w="19050">
                      <a:solidFill>
                        <a:srgbClr val="D2D2D2"/>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638175">
                <a:tc>
                  <a:txBody>
                    <a:bodyPr/>
                    <a:lstStyle/>
                    <a:p>
                      <a:pPr marL="89535">
                        <a:lnSpc>
                          <a:spcPct val="100000"/>
                        </a:lnSpc>
                        <a:spcBef>
                          <a:spcPts val="300"/>
                        </a:spcBef>
                      </a:pPr>
                      <a:r>
                        <a:rPr sz="1200" b="1" spc="-10" dirty="0">
                          <a:latin typeface="Calibri"/>
                          <a:cs typeface="Calibri"/>
                        </a:rPr>
                        <a:t>INVALID</a:t>
                      </a:r>
                      <a:r>
                        <a:rPr sz="1200" b="1" spc="-35" dirty="0">
                          <a:latin typeface="Calibri"/>
                          <a:cs typeface="Calibri"/>
                        </a:rPr>
                        <a:t> </a:t>
                      </a:r>
                      <a:r>
                        <a:rPr sz="1200" b="1" spc="-20" dirty="0">
                          <a:latin typeface="Calibri"/>
                          <a:cs typeface="Calibri"/>
                        </a:rPr>
                        <a:t>TEST</a:t>
                      </a:r>
                      <a:endParaRPr sz="1200">
                        <a:latin typeface="Calibri"/>
                        <a:cs typeface="Calibri"/>
                      </a:endParaRPr>
                    </a:p>
                    <a:p>
                      <a:pPr marL="89535">
                        <a:lnSpc>
                          <a:spcPct val="100000"/>
                        </a:lnSpc>
                      </a:pPr>
                      <a:r>
                        <a:rPr sz="1200" b="1" spc="-20" dirty="0">
                          <a:latin typeface="Calibri"/>
                          <a:cs typeface="Calibri"/>
                        </a:rPr>
                        <a:t>CASE</a:t>
                      </a:r>
                      <a:endParaRPr sz="1200">
                        <a:latin typeface="Calibri"/>
                        <a:cs typeface="Calibri"/>
                      </a:endParaRPr>
                    </a:p>
                    <a:p>
                      <a:pPr marL="89535">
                        <a:lnSpc>
                          <a:spcPct val="100000"/>
                        </a:lnSpc>
                      </a:pPr>
                      <a:r>
                        <a:rPr sz="1200" b="1" dirty="0">
                          <a:solidFill>
                            <a:srgbClr val="4D5868"/>
                          </a:solidFill>
                          <a:latin typeface="Calibri"/>
                          <a:cs typeface="Calibri"/>
                        </a:rPr>
                        <a:t>(Min</a:t>
                      </a:r>
                      <a:r>
                        <a:rPr sz="1200" b="1" spc="-15" dirty="0">
                          <a:solidFill>
                            <a:srgbClr val="4D5868"/>
                          </a:solidFill>
                          <a:latin typeface="Calibri"/>
                          <a:cs typeface="Calibri"/>
                        </a:rPr>
                        <a:t> </a:t>
                      </a:r>
                      <a:r>
                        <a:rPr sz="1200" b="1" spc="-10" dirty="0">
                          <a:solidFill>
                            <a:srgbClr val="4D5868"/>
                          </a:solidFill>
                          <a:latin typeface="Calibri"/>
                          <a:cs typeface="Calibri"/>
                        </a:rPr>
                        <a:t>Value</a:t>
                      </a:r>
                      <a:r>
                        <a:rPr sz="1200" b="1" spc="-25" dirty="0">
                          <a:solidFill>
                            <a:srgbClr val="4D5868"/>
                          </a:solidFill>
                          <a:latin typeface="Calibri"/>
                          <a:cs typeface="Calibri"/>
                        </a:rPr>
                        <a:t> </a:t>
                      </a:r>
                      <a:r>
                        <a:rPr sz="1200" b="1" dirty="0">
                          <a:solidFill>
                            <a:srgbClr val="4D5868"/>
                          </a:solidFill>
                          <a:latin typeface="Calibri"/>
                          <a:cs typeface="Calibri"/>
                        </a:rPr>
                        <a:t>–</a:t>
                      </a:r>
                      <a:r>
                        <a:rPr sz="1200" b="1" spc="-20" dirty="0">
                          <a:solidFill>
                            <a:srgbClr val="4D5868"/>
                          </a:solidFill>
                          <a:latin typeface="Calibri"/>
                          <a:cs typeface="Calibri"/>
                        </a:rPr>
                        <a:t> </a:t>
                      </a:r>
                      <a:r>
                        <a:rPr sz="1200" b="1" spc="-25" dirty="0">
                          <a:solidFill>
                            <a:srgbClr val="4D5868"/>
                          </a:solidFill>
                          <a:latin typeface="Calibri"/>
                          <a:cs typeface="Calibri"/>
                        </a:rPr>
                        <a:t>1)</a:t>
                      </a:r>
                      <a:endParaRPr sz="1200">
                        <a:latin typeface="Calibri"/>
                        <a:cs typeface="Calibri"/>
                      </a:endParaRPr>
                    </a:p>
                  </a:txBody>
                  <a:tcPr marL="0" marR="0" marT="38100" marB="0">
                    <a:lnL w="19050">
                      <a:solidFill>
                        <a:srgbClr val="D2D2D2"/>
                      </a:solidFill>
                      <a:prstDash val="solid"/>
                    </a:lnL>
                    <a:lnR w="19050">
                      <a:solidFill>
                        <a:srgbClr val="D2D2D2"/>
                      </a:solidFill>
                      <a:prstDash val="solid"/>
                    </a:lnR>
                    <a:lnT w="19050">
                      <a:solidFill>
                        <a:srgbClr val="D2D2D2"/>
                      </a:solidFill>
                      <a:prstDash val="solid"/>
                    </a:lnT>
                    <a:lnB w="19050">
                      <a:solidFill>
                        <a:srgbClr val="D2D2D2"/>
                      </a:solidFill>
                      <a:prstDash val="solid"/>
                    </a:lnB>
                  </a:tcPr>
                </a:tc>
                <a:tc>
                  <a:txBody>
                    <a:bodyPr/>
                    <a:lstStyle/>
                    <a:p>
                      <a:pPr marL="89535">
                        <a:lnSpc>
                          <a:spcPct val="100000"/>
                        </a:lnSpc>
                        <a:spcBef>
                          <a:spcPts val="1019"/>
                        </a:spcBef>
                      </a:pPr>
                      <a:r>
                        <a:rPr sz="1200" b="1" spc="-10" dirty="0">
                          <a:latin typeface="Calibri"/>
                          <a:cs typeface="Calibri"/>
                        </a:rPr>
                        <a:t>VALID</a:t>
                      </a:r>
                      <a:r>
                        <a:rPr sz="1200" b="1" spc="-35" dirty="0">
                          <a:latin typeface="Calibri"/>
                          <a:cs typeface="Calibri"/>
                        </a:rPr>
                        <a:t> </a:t>
                      </a:r>
                      <a:r>
                        <a:rPr sz="1200" b="1" dirty="0">
                          <a:latin typeface="Calibri"/>
                          <a:cs typeface="Calibri"/>
                        </a:rPr>
                        <a:t>TEST</a:t>
                      </a:r>
                      <a:r>
                        <a:rPr sz="1200" b="1" spc="-40" dirty="0">
                          <a:latin typeface="Calibri"/>
                          <a:cs typeface="Calibri"/>
                        </a:rPr>
                        <a:t> </a:t>
                      </a:r>
                      <a:r>
                        <a:rPr sz="1200" b="1" spc="-20" dirty="0">
                          <a:latin typeface="Calibri"/>
                          <a:cs typeface="Calibri"/>
                        </a:rPr>
                        <a:t>CASES</a:t>
                      </a:r>
                      <a:endParaRPr sz="1200">
                        <a:latin typeface="Calibri"/>
                        <a:cs typeface="Calibri"/>
                      </a:endParaRPr>
                    </a:p>
                    <a:p>
                      <a:pPr marL="89535">
                        <a:lnSpc>
                          <a:spcPct val="100000"/>
                        </a:lnSpc>
                      </a:pPr>
                      <a:r>
                        <a:rPr sz="1200" b="1" dirty="0">
                          <a:solidFill>
                            <a:srgbClr val="4D5868"/>
                          </a:solidFill>
                          <a:latin typeface="Calibri"/>
                          <a:cs typeface="Calibri"/>
                        </a:rPr>
                        <a:t>(Min,</a:t>
                      </a:r>
                      <a:r>
                        <a:rPr sz="1200" b="1" spc="-20" dirty="0">
                          <a:solidFill>
                            <a:srgbClr val="4D5868"/>
                          </a:solidFill>
                          <a:latin typeface="Calibri"/>
                          <a:cs typeface="Calibri"/>
                        </a:rPr>
                        <a:t> </a:t>
                      </a:r>
                      <a:r>
                        <a:rPr sz="1200" b="1" dirty="0">
                          <a:solidFill>
                            <a:srgbClr val="4D5868"/>
                          </a:solidFill>
                          <a:latin typeface="Calibri"/>
                          <a:cs typeface="Calibri"/>
                        </a:rPr>
                        <a:t>+Min,</a:t>
                      </a:r>
                      <a:r>
                        <a:rPr sz="1200" b="1" spc="-25" dirty="0">
                          <a:solidFill>
                            <a:srgbClr val="4D5868"/>
                          </a:solidFill>
                          <a:latin typeface="Calibri"/>
                          <a:cs typeface="Calibri"/>
                        </a:rPr>
                        <a:t> </a:t>
                      </a:r>
                      <a:r>
                        <a:rPr sz="1200" b="1" dirty="0">
                          <a:solidFill>
                            <a:srgbClr val="4D5868"/>
                          </a:solidFill>
                          <a:latin typeface="Calibri"/>
                          <a:cs typeface="Calibri"/>
                        </a:rPr>
                        <a:t>Max,</a:t>
                      </a:r>
                      <a:r>
                        <a:rPr sz="1200" b="1" spc="-10" dirty="0">
                          <a:solidFill>
                            <a:srgbClr val="4D5868"/>
                          </a:solidFill>
                          <a:latin typeface="Calibri"/>
                          <a:cs typeface="Calibri"/>
                        </a:rPr>
                        <a:t> </a:t>
                      </a:r>
                      <a:r>
                        <a:rPr sz="1200" b="1" dirty="0">
                          <a:solidFill>
                            <a:srgbClr val="4D5868"/>
                          </a:solidFill>
                          <a:latin typeface="Calibri"/>
                          <a:cs typeface="Calibri"/>
                        </a:rPr>
                        <a:t>-</a:t>
                      </a:r>
                      <a:r>
                        <a:rPr sz="1200" b="1" spc="-20" dirty="0">
                          <a:solidFill>
                            <a:srgbClr val="4D5868"/>
                          </a:solidFill>
                          <a:latin typeface="Calibri"/>
                          <a:cs typeface="Calibri"/>
                        </a:rPr>
                        <a:t>Max)</a:t>
                      </a:r>
                      <a:endParaRPr sz="1200">
                        <a:latin typeface="Calibri"/>
                        <a:cs typeface="Calibri"/>
                      </a:endParaRPr>
                    </a:p>
                  </a:txBody>
                  <a:tcPr marL="0" marR="0" marT="129539" marB="0">
                    <a:lnL w="19050">
                      <a:solidFill>
                        <a:srgbClr val="D2D2D2"/>
                      </a:solidFill>
                      <a:prstDash val="solid"/>
                    </a:lnL>
                    <a:lnR w="19050">
                      <a:solidFill>
                        <a:srgbClr val="D2D2D2"/>
                      </a:solidFill>
                      <a:prstDash val="solid"/>
                    </a:lnR>
                    <a:lnT w="19050">
                      <a:solidFill>
                        <a:srgbClr val="D2D2D2"/>
                      </a:solidFill>
                      <a:prstDash val="solid"/>
                    </a:lnT>
                    <a:lnB w="19050">
                      <a:solidFill>
                        <a:srgbClr val="D2D2D2"/>
                      </a:solidFill>
                      <a:prstDash val="solid"/>
                    </a:lnB>
                  </a:tcPr>
                </a:tc>
                <a:tc>
                  <a:txBody>
                    <a:bodyPr/>
                    <a:lstStyle/>
                    <a:p>
                      <a:pPr marL="90170">
                        <a:lnSpc>
                          <a:spcPct val="100000"/>
                        </a:lnSpc>
                        <a:spcBef>
                          <a:spcPts val="1019"/>
                        </a:spcBef>
                      </a:pPr>
                      <a:r>
                        <a:rPr sz="1200" b="1" spc="-10" dirty="0">
                          <a:latin typeface="Calibri"/>
                          <a:cs typeface="Calibri"/>
                        </a:rPr>
                        <a:t>INVALID</a:t>
                      </a:r>
                      <a:r>
                        <a:rPr sz="1200" b="1" spc="-40" dirty="0">
                          <a:latin typeface="Calibri"/>
                          <a:cs typeface="Calibri"/>
                        </a:rPr>
                        <a:t> </a:t>
                      </a:r>
                      <a:r>
                        <a:rPr sz="1200" b="1" dirty="0">
                          <a:latin typeface="Calibri"/>
                          <a:cs typeface="Calibri"/>
                        </a:rPr>
                        <a:t>TEST</a:t>
                      </a:r>
                      <a:r>
                        <a:rPr sz="1200" b="1" spc="-35" dirty="0">
                          <a:latin typeface="Calibri"/>
                          <a:cs typeface="Calibri"/>
                        </a:rPr>
                        <a:t> </a:t>
                      </a:r>
                      <a:r>
                        <a:rPr sz="1200" b="1" spc="-20" dirty="0">
                          <a:latin typeface="Calibri"/>
                          <a:cs typeface="Calibri"/>
                        </a:rPr>
                        <a:t>CASE</a:t>
                      </a:r>
                      <a:endParaRPr sz="1200">
                        <a:latin typeface="Calibri"/>
                        <a:cs typeface="Calibri"/>
                      </a:endParaRPr>
                    </a:p>
                    <a:p>
                      <a:pPr marL="90170">
                        <a:lnSpc>
                          <a:spcPct val="100000"/>
                        </a:lnSpc>
                      </a:pPr>
                      <a:r>
                        <a:rPr sz="1200" b="1" dirty="0">
                          <a:solidFill>
                            <a:srgbClr val="4D5868"/>
                          </a:solidFill>
                          <a:latin typeface="Calibri"/>
                          <a:cs typeface="Calibri"/>
                        </a:rPr>
                        <a:t>(Max</a:t>
                      </a:r>
                      <a:r>
                        <a:rPr sz="1200" b="1" spc="-10" dirty="0">
                          <a:solidFill>
                            <a:srgbClr val="4D5868"/>
                          </a:solidFill>
                          <a:latin typeface="Calibri"/>
                          <a:cs typeface="Calibri"/>
                        </a:rPr>
                        <a:t> Value</a:t>
                      </a:r>
                      <a:r>
                        <a:rPr sz="1200" b="1" spc="-35" dirty="0">
                          <a:solidFill>
                            <a:srgbClr val="4D5868"/>
                          </a:solidFill>
                          <a:latin typeface="Calibri"/>
                          <a:cs typeface="Calibri"/>
                        </a:rPr>
                        <a:t> </a:t>
                      </a:r>
                      <a:r>
                        <a:rPr sz="1200" b="1" dirty="0">
                          <a:solidFill>
                            <a:srgbClr val="4D5868"/>
                          </a:solidFill>
                          <a:latin typeface="Calibri"/>
                          <a:cs typeface="Calibri"/>
                        </a:rPr>
                        <a:t>+</a:t>
                      </a:r>
                      <a:r>
                        <a:rPr sz="1200" b="1" spc="-20" dirty="0">
                          <a:solidFill>
                            <a:srgbClr val="4D5868"/>
                          </a:solidFill>
                          <a:latin typeface="Calibri"/>
                          <a:cs typeface="Calibri"/>
                        </a:rPr>
                        <a:t> </a:t>
                      </a:r>
                      <a:r>
                        <a:rPr sz="1200" b="1" spc="-25" dirty="0">
                          <a:solidFill>
                            <a:srgbClr val="4D5868"/>
                          </a:solidFill>
                          <a:latin typeface="Calibri"/>
                          <a:cs typeface="Calibri"/>
                        </a:rPr>
                        <a:t>1)</a:t>
                      </a:r>
                      <a:endParaRPr sz="1200">
                        <a:latin typeface="Calibri"/>
                        <a:cs typeface="Calibri"/>
                      </a:endParaRPr>
                    </a:p>
                  </a:txBody>
                  <a:tcPr marL="0" marR="0" marT="129539" marB="0">
                    <a:lnL w="19050">
                      <a:solidFill>
                        <a:srgbClr val="D2D2D2"/>
                      </a:solidFill>
                      <a:prstDash val="solid"/>
                    </a:lnL>
                    <a:lnR w="19050">
                      <a:solidFill>
                        <a:srgbClr val="D2D2D2"/>
                      </a:solidFill>
                      <a:prstDash val="solid"/>
                    </a:lnR>
                    <a:lnT w="19050">
                      <a:solidFill>
                        <a:srgbClr val="D2D2D2"/>
                      </a:solidFill>
                      <a:prstDash val="solid"/>
                    </a:lnT>
                    <a:lnB w="19050">
                      <a:solidFill>
                        <a:srgbClr val="D2D2D2"/>
                      </a:solidFill>
                      <a:prstDash val="solid"/>
                    </a:lnB>
                  </a:tcPr>
                </a:tc>
                <a:extLst>
                  <a:ext uri="{0D108BD9-81ED-4DB2-BD59-A6C34878D82A}">
                    <a16:rowId xmlns:a16="http://schemas.microsoft.com/office/drawing/2014/main" val="10001"/>
                  </a:ext>
                </a:extLst>
              </a:tr>
              <a:tr h="272415">
                <a:tc>
                  <a:txBody>
                    <a:bodyPr/>
                    <a:lstStyle/>
                    <a:p>
                      <a:pPr marL="89535">
                        <a:lnSpc>
                          <a:spcPct val="100000"/>
                        </a:lnSpc>
                        <a:spcBef>
                          <a:spcPts val="300"/>
                        </a:spcBef>
                      </a:pPr>
                      <a:r>
                        <a:rPr sz="1200" b="1" spc="-25" dirty="0">
                          <a:latin typeface="Calibri"/>
                          <a:cs typeface="Calibri"/>
                        </a:rPr>
                        <a:t>20</a:t>
                      </a:r>
                      <a:endParaRPr sz="1200">
                        <a:latin typeface="Calibri"/>
                        <a:cs typeface="Calibri"/>
                      </a:endParaRPr>
                    </a:p>
                  </a:txBody>
                  <a:tcPr marL="0" marR="0" marT="38100" marB="0">
                    <a:lnL w="19050">
                      <a:solidFill>
                        <a:srgbClr val="D2D2D2"/>
                      </a:solidFill>
                      <a:prstDash val="solid"/>
                    </a:lnL>
                    <a:lnR w="19050">
                      <a:solidFill>
                        <a:srgbClr val="D2D2D2"/>
                      </a:solidFill>
                      <a:prstDash val="solid"/>
                    </a:lnR>
                    <a:lnT w="19050">
                      <a:solidFill>
                        <a:srgbClr val="D2D2D2"/>
                      </a:solidFill>
                      <a:prstDash val="solid"/>
                    </a:lnT>
                    <a:lnB w="19050">
                      <a:solidFill>
                        <a:srgbClr val="D2D2D2"/>
                      </a:solidFill>
                      <a:prstDash val="solid"/>
                    </a:lnB>
                  </a:tcPr>
                </a:tc>
                <a:tc>
                  <a:txBody>
                    <a:bodyPr/>
                    <a:lstStyle/>
                    <a:p>
                      <a:pPr marL="89535">
                        <a:lnSpc>
                          <a:spcPct val="100000"/>
                        </a:lnSpc>
                        <a:spcBef>
                          <a:spcPts val="300"/>
                        </a:spcBef>
                      </a:pPr>
                      <a:r>
                        <a:rPr sz="1200" b="1" dirty="0">
                          <a:latin typeface="Calibri"/>
                          <a:cs typeface="Calibri"/>
                        </a:rPr>
                        <a:t>21,</a:t>
                      </a:r>
                      <a:r>
                        <a:rPr sz="1200" b="1" spc="-10" dirty="0">
                          <a:latin typeface="Calibri"/>
                          <a:cs typeface="Calibri"/>
                        </a:rPr>
                        <a:t> </a:t>
                      </a:r>
                      <a:r>
                        <a:rPr sz="1200" b="1" dirty="0">
                          <a:latin typeface="Calibri"/>
                          <a:cs typeface="Calibri"/>
                        </a:rPr>
                        <a:t>22,</a:t>
                      </a:r>
                      <a:r>
                        <a:rPr sz="1200" b="1" spc="-5" dirty="0">
                          <a:latin typeface="Calibri"/>
                          <a:cs typeface="Calibri"/>
                        </a:rPr>
                        <a:t> </a:t>
                      </a:r>
                      <a:r>
                        <a:rPr sz="1200" b="1" dirty="0">
                          <a:latin typeface="Calibri"/>
                          <a:cs typeface="Calibri"/>
                        </a:rPr>
                        <a:t>65,</a:t>
                      </a:r>
                      <a:r>
                        <a:rPr sz="1200" b="1" spc="-5" dirty="0">
                          <a:latin typeface="Calibri"/>
                          <a:cs typeface="Calibri"/>
                        </a:rPr>
                        <a:t> </a:t>
                      </a:r>
                      <a:r>
                        <a:rPr sz="1200" b="1" spc="-25" dirty="0">
                          <a:latin typeface="Calibri"/>
                          <a:cs typeface="Calibri"/>
                        </a:rPr>
                        <a:t>64</a:t>
                      </a:r>
                      <a:endParaRPr sz="1200">
                        <a:latin typeface="Calibri"/>
                        <a:cs typeface="Calibri"/>
                      </a:endParaRPr>
                    </a:p>
                  </a:txBody>
                  <a:tcPr marL="0" marR="0" marT="38100" marB="0">
                    <a:lnL w="19050">
                      <a:solidFill>
                        <a:srgbClr val="D2D2D2"/>
                      </a:solidFill>
                      <a:prstDash val="solid"/>
                    </a:lnL>
                    <a:lnR w="19050">
                      <a:solidFill>
                        <a:srgbClr val="D2D2D2"/>
                      </a:solidFill>
                      <a:prstDash val="solid"/>
                    </a:lnR>
                    <a:lnT w="19050">
                      <a:solidFill>
                        <a:srgbClr val="D2D2D2"/>
                      </a:solidFill>
                      <a:prstDash val="solid"/>
                    </a:lnT>
                    <a:lnB w="19050">
                      <a:solidFill>
                        <a:srgbClr val="D2D2D2"/>
                      </a:solidFill>
                      <a:prstDash val="solid"/>
                    </a:lnB>
                  </a:tcPr>
                </a:tc>
                <a:tc>
                  <a:txBody>
                    <a:bodyPr/>
                    <a:lstStyle/>
                    <a:p>
                      <a:pPr marL="90170">
                        <a:lnSpc>
                          <a:spcPct val="100000"/>
                        </a:lnSpc>
                        <a:spcBef>
                          <a:spcPts val="300"/>
                        </a:spcBef>
                      </a:pPr>
                      <a:r>
                        <a:rPr sz="1200" b="1" spc="-25" dirty="0">
                          <a:latin typeface="Calibri"/>
                          <a:cs typeface="Calibri"/>
                        </a:rPr>
                        <a:t>66</a:t>
                      </a:r>
                      <a:endParaRPr sz="1200">
                        <a:latin typeface="Calibri"/>
                        <a:cs typeface="Calibri"/>
                      </a:endParaRPr>
                    </a:p>
                  </a:txBody>
                  <a:tcPr marL="0" marR="0" marT="38100" marB="0">
                    <a:lnL w="19050">
                      <a:solidFill>
                        <a:srgbClr val="D2D2D2"/>
                      </a:solidFill>
                      <a:prstDash val="solid"/>
                    </a:lnL>
                    <a:lnR w="19050">
                      <a:solidFill>
                        <a:srgbClr val="D2D2D2"/>
                      </a:solidFill>
                      <a:prstDash val="solid"/>
                    </a:lnR>
                    <a:lnT w="19050">
                      <a:solidFill>
                        <a:srgbClr val="D2D2D2"/>
                      </a:solidFill>
                      <a:prstDash val="solid"/>
                    </a:lnT>
                    <a:lnB w="19050">
                      <a:solidFill>
                        <a:srgbClr val="D2D2D2"/>
                      </a:solidFill>
                      <a:prstDash val="solid"/>
                    </a:lnB>
                  </a:tcPr>
                </a:tc>
                <a:extLst>
                  <a:ext uri="{0D108BD9-81ED-4DB2-BD59-A6C34878D82A}">
                    <a16:rowId xmlns:a16="http://schemas.microsoft.com/office/drawing/2014/main" val="10002"/>
                  </a:ext>
                </a:extLst>
              </a:tr>
            </a:tbl>
          </a:graphicData>
        </a:graphic>
      </p:graphicFrame>
      <p:sp>
        <p:nvSpPr>
          <p:cNvPr id="9" name="object 9"/>
          <p:cNvSpPr txBox="1"/>
          <p:nvPr/>
        </p:nvSpPr>
        <p:spPr>
          <a:xfrm>
            <a:off x="7074789" y="943101"/>
            <a:ext cx="4525645" cy="452755"/>
          </a:xfrm>
          <a:prstGeom prst="rect">
            <a:avLst/>
          </a:prstGeom>
        </p:spPr>
        <p:txBody>
          <a:bodyPr vert="horz" wrap="square" lIns="0" tIns="13335" rIns="0" bIns="0" rtlCol="0">
            <a:spAutoFit/>
          </a:bodyPr>
          <a:lstStyle/>
          <a:p>
            <a:pPr marL="12700" marR="5080">
              <a:lnSpc>
                <a:spcPct val="100000"/>
              </a:lnSpc>
              <a:spcBef>
                <a:spcPts val="105"/>
              </a:spcBef>
            </a:pPr>
            <a:r>
              <a:rPr sz="1400" dirty="0">
                <a:solidFill>
                  <a:srgbClr val="273139"/>
                </a:solidFill>
                <a:latin typeface="Calibri"/>
                <a:cs typeface="Calibri"/>
              </a:rPr>
              <a:t>From</a:t>
            </a:r>
            <a:r>
              <a:rPr sz="1400" spc="85" dirty="0">
                <a:solidFill>
                  <a:srgbClr val="273139"/>
                </a:solidFill>
                <a:latin typeface="Calibri"/>
                <a:cs typeface="Calibri"/>
              </a:rPr>
              <a:t> </a:t>
            </a:r>
            <a:r>
              <a:rPr sz="1400" dirty="0">
                <a:solidFill>
                  <a:srgbClr val="273139"/>
                </a:solidFill>
                <a:latin typeface="Calibri"/>
                <a:cs typeface="Calibri"/>
              </a:rPr>
              <a:t>the</a:t>
            </a:r>
            <a:r>
              <a:rPr sz="1400" spc="85" dirty="0">
                <a:solidFill>
                  <a:srgbClr val="273139"/>
                </a:solidFill>
                <a:latin typeface="Calibri"/>
                <a:cs typeface="Calibri"/>
              </a:rPr>
              <a:t> </a:t>
            </a:r>
            <a:r>
              <a:rPr sz="1400" dirty="0">
                <a:solidFill>
                  <a:srgbClr val="273139"/>
                </a:solidFill>
                <a:latin typeface="Calibri"/>
                <a:cs typeface="Calibri"/>
              </a:rPr>
              <a:t>above</a:t>
            </a:r>
            <a:r>
              <a:rPr sz="1400" spc="90" dirty="0">
                <a:solidFill>
                  <a:srgbClr val="273139"/>
                </a:solidFill>
                <a:latin typeface="Calibri"/>
                <a:cs typeface="Calibri"/>
              </a:rPr>
              <a:t> </a:t>
            </a:r>
            <a:r>
              <a:rPr sz="1400" dirty="0">
                <a:solidFill>
                  <a:srgbClr val="273139"/>
                </a:solidFill>
                <a:latin typeface="Calibri"/>
                <a:cs typeface="Calibri"/>
              </a:rPr>
              <a:t>table,</a:t>
            </a:r>
            <a:r>
              <a:rPr sz="1400" spc="90" dirty="0">
                <a:solidFill>
                  <a:srgbClr val="273139"/>
                </a:solidFill>
                <a:latin typeface="Calibri"/>
                <a:cs typeface="Calibri"/>
              </a:rPr>
              <a:t> </a:t>
            </a:r>
            <a:r>
              <a:rPr sz="1400" dirty="0">
                <a:solidFill>
                  <a:srgbClr val="273139"/>
                </a:solidFill>
                <a:latin typeface="Calibri"/>
                <a:cs typeface="Calibri"/>
              </a:rPr>
              <a:t>we</a:t>
            </a:r>
            <a:r>
              <a:rPr sz="1400" spc="85" dirty="0">
                <a:solidFill>
                  <a:srgbClr val="273139"/>
                </a:solidFill>
                <a:latin typeface="Calibri"/>
                <a:cs typeface="Calibri"/>
              </a:rPr>
              <a:t> </a:t>
            </a:r>
            <a:r>
              <a:rPr sz="1400" dirty="0">
                <a:solidFill>
                  <a:srgbClr val="273139"/>
                </a:solidFill>
                <a:latin typeface="Calibri"/>
                <a:cs typeface="Calibri"/>
              </a:rPr>
              <a:t>can</a:t>
            </a:r>
            <a:r>
              <a:rPr sz="1400" spc="85" dirty="0">
                <a:solidFill>
                  <a:srgbClr val="273139"/>
                </a:solidFill>
                <a:latin typeface="Calibri"/>
                <a:cs typeface="Calibri"/>
              </a:rPr>
              <a:t> </a:t>
            </a:r>
            <a:r>
              <a:rPr sz="1400" dirty="0">
                <a:solidFill>
                  <a:srgbClr val="273139"/>
                </a:solidFill>
                <a:latin typeface="Calibri"/>
                <a:cs typeface="Calibri"/>
              </a:rPr>
              <a:t>view</a:t>
            </a:r>
            <a:r>
              <a:rPr sz="1400" spc="95" dirty="0">
                <a:solidFill>
                  <a:srgbClr val="273139"/>
                </a:solidFill>
                <a:latin typeface="Calibri"/>
                <a:cs typeface="Calibri"/>
              </a:rPr>
              <a:t> </a:t>
            </a:r>
            <a:r>
              <a:rPr sz="1400" dirty="0">
                <a:solidFill>
                  <a:srgbClr val="273139"/>
                </a:solidFill>
                <a:latin typeface="Calibri"/>
                <a:cs typeface="Calibri"/>
              </a:rPr>
              <a:t>the</a:t>
            </a:r>
            <a:r>
              <a:rPr sz="1400" spc="90" dirty="0">
                <a:solidFill>
                  <a:srgbClr val="273139"/>
                </a:solidFill>
                <a:latin typeface="Calibri"/>
                <a:cs typeface="Calibri"/>
              </a:rPr>
              <a:t> </a:t>
            </a:r>
            <a:r>
              <a:rPr sz="1400" dirty="0">
                <a:solidFill>
                  <a:srgbClr val="273139"/>
                </a:solidFill>
                <a:latin typeface="Calibri"/>
                <a:cs typeface="Calibri"/>
              </a:rPr>
              <a:t>following</a:t>
            </a:r>
            <a:r>
              <a:rPr sz="1400" spc="95" dirty="0">
                <a:solidFill>
                  <a:srgbClr val="273139"/>
                </a:solidFill>
                <a:latin typeface="Calibri"/>
                <a:cs typeface="Calibri"/>
              </a:rPr>
              <a:t> </a:t>
            </a:r>
            <a:r>
              <a:rPr sz="1400" dirty="0">
                <a:solidFill>
                  <a:srgbClr val="273139"/>
                </a:solidFill>
                <a:latin typeface="Calibri"/>
                <a:cs typeface="Calibri"/>
              </a:rPr>
              <a:t>inputs</a:t>
            </a:r>
            <a:r>
              <a:rPr sz="1400" spc="95" dirty="0">
                <a:solidFill>
                  <a:srgbClr val="273139"/>
                </a:solidFill>
                <a:latin typeface="Calibri"/>
                <a:cs typeface="Calibri"/>
              </a:rPr>
              <a:t> </a:t>
            </a:r>
            <a:r>
              <a:rPr sz="1400" spc="-20" dirty="0">
                <a:solidFill>
                  <a:srgbClr val="273139"/>
                </a:solidFill>
                <a:latin typeface="Calibri"/>
                <a:cs typeface="Calibri"/>
              </a:rPr>
              <a:t>that </a:t>
            </a:r>
            <a:r>
              <a:rPr sz="1400" dirty="0">
                <a:solidFill>
                  <a:srgbClr val="273139"/>
                </a:solidFill>
                <a:latin typeface="Calibri"/>
                <a:cs typeface="Calibri"/>
              </a:rPr>
              <a:t>are</a:t>
            </a:r>
            <a:r>
              <a:rPr sz="1400" spc="-45" dirty="0">
                <a:solidFill>
                  <a:srgbClr val="273139"/>
                </a:solidFill>
                <a:latin typeface="Calibri"/>
                <a:cs typeface="Calibri"/>
              </a:rPr>
              <a:t> </a:t>
            </a:r>
            <a:r>
              <a:rPr sz="1400" spc="-10" dirty="0">
                <a:solidFill>
                  <a:srgbClr val="273139"/>
                </a:solidFill>
                <a:latin typeface="Calibri"/>
                <a:cs typeface="Calibri"/>
              </a:rPr>
              <a:t>given.</a:t>
            </a:r>
            <a:endParaRPr sz="1400">
              <a:latin typeface="Calibri"/>
              <a:cs typeface="Calibri"/>
            </a:endParaRPr>
          </a:p>
        </p:txBody>
      </p:sp>
      <p:sp>
        <p:nvSpPr>
          <p:cNvPr id="10" name="object 10"/>
          <p:cNvSpPr txBox="1"/>
          <p:nvPr/>
        </p:nvSpPr>
        <p:spPr>
          <a:xfrm>
            <a:off x="7074789" y="1552272"/>
            <a:ext cx="4317365" cy="1305560"/>
          </a:xfrm>
          <a:prstGeom prst="rect">
            <a:avLst/>
          </a:prstGeom>
        </p:spPr>
        <p:txBody>
          <a:bodyPr vert="horz" wrap="square" lIns="0" tIns="118745" rIns="0" bIns="0" rtlCol="0">
            <a:spAutoFit/>
          </a:bodyPr>
          <a:lstStyle/>
          <a:p>
            <a:pPr marL="74930" indent="-69850">
              <a:lnSpc>
                <a:spcPct val="100000"/>
              </a:lnSpc>
              <a:spcBef>
                <a:spcPts val="935"/>
              </a:spcBef>
              <a:buSzPct val="92857"/>
              <a:buFont typeface="Arial MT"/>
              <a:buChar char="•"/>
              <a:tabLst>
                <a:tab pos="74930" algn="l"/>
              </a:tabLst>
            </a:pPr>
            <a:r>
              <a:rPr sz="1400" dirty="0">
                <a:solidFill>
                  <a:srgbClr val="273139"/>
                </a:solidFill>
                <a:latin typeface="Calibri"/>
                <a:cs typeface="Calibri"/>
              </a:rPr>
              <a:t>The</a:t>
            </a:r>
            <a:r>
              <a:rPr sz="1400" spc="-35" dirty="0">
                <a:solidFill>
                  <a:srgbClr val="273139"/>
                </a:solidFill>
                <a:latin typeface="Calibri"/>
                <a:cs typeface="Calibri"/>
              </a:rPr>
              <a:t> </a:t>
            </a:r>
            <a:r>
              <a:rPr sz="1400" dirty="0">
                <a:solidFill>
                  <a:srgbClr val="273139"/>
                </a:solidFill>
                <a:latin typeface="Calibri"/>
                <a:cs typeface="Calibri"/>
              </a:rPr>
              <a:t>minimum</a:t>
            </a:r>
            <a:r>
              <a:rPr sz="1400" spc="-45" dirty="0">
                <a:solidFill>
                  <a:srgbClr val="273139"/>
                </a:solidFill>
                <a:latin typeface="Calibri"/>
                <a:cs typeface="Calibri"/>
              </a:rPr>
              <a:t> </a:t>
            </a:r>
            <a:r>
              <a:rPr sz="1400" dirty="0">
                <a:solidFill>
                  <a:srgbClr val="273139"/>
                </a:solidFill>
                <a:latin typeface="Calibri"/>
                <a:cs typeface="Calibri"/>
              </a:rPr>
              <a:t>boundary</a:t>
            </a:r>
            <a:r>
              <a:rPr sz="1400" spc="-40" dirty="0">
                <a:solidFill>
                  <a:srgbClr val="273139"/>
                </a:solidFill>
                <a:latin typeface="Calibri"/>
                <a:cs typeface="Calibri"/>
              </a:rPr>
              <a:t> </a:t>
            </a:r>
            <a:r>
              <a:rPr sz="1400" dirty="0">
                <a:solidFill>
                  <a:srgbClr val="273139"/>
                </a:solidFill>
                <a:latin typeface="Calibri"/>
                <a:cs typeface="Calibri"/>
              </a:rPr>
              <a:t>value</a:t>
            </a:r>
            <a:r>
              <a:rPr sz="1400" spc="-20" dirty="0">
                <a:solidFill>
                  <a:srgbClr val="273139"/>
                </a:solidFill>
                <a:latin typeface="Calibri"/>
                <a:cs typeface="Calibri"/>
              </a:rPr>
              <a:t> </a:t>
            </a:r>
            <a:r>
              <a:rPr sz="1400" dirty="0">
                <a:solidFill>
                  <a:srgbClr val="273139"/>
                </a:solidFill>
                <a:latin typeface="Calibri"/>
                <a:cs typeface="Calibri"/>
              </a:rPr>
              <a:t>is</a:t>
            </a:r>
            <a:r>
              <a:rPr sz="1400" spc="-40" dirty="0">
                <a:solidFill>
                  <a:srgbClr val="273139"/>
                </a:solidFill>
                <a:latin typeface="Calibri"/>
                <a:cs typeface="Calibri"/>
              </a:rPr>
              <a:t> </a:t>
            </a:r>
            <a:r>
              <a:rPr sz="1400" dirty="0">
                <a:solidFill>
                  <a:srgbClr val="273139"/>
                </a:solidFill>
                <a:latin typeface="Calibri"/>
                <a:cs typeface="Calibri"/>
              </a:rPr>
              <a:t>given</a:t>
            </a:r>
            <a:r>
              <a:rPr sz="1400" spc="-35" dirty="0">
                <a:solidFill>
                  <a:srgbClr val="273139"/>
                </a:solidFill>
                <a:latin typeface="Calibri"/>
                <a:cs typeface="Calibri"/>
              </a:rPr>
              <a:t> </a:t>
            </a:r>
            <a:r>
              <a:rPr sz="1400" dirty="0">
                <a:solidFill>
                  <a:srgbClr val="273139"/>
                </a:solidFill>
                <a:latin typeface="Calibri"/>
                <a:cs typeface="Calibri"/>
              </a:rPr>
              <a:t>as</a:t>
            </a:r>
            <a:r>
              <a:rPr sz="1400" spc="-40" dirty="0">
                <a:solidFill>
                  <a:srgbClr val="273139"/>
                </a:solidFill>
                <a:latin typeface="Calibri"/>
                <a:cs typeface="Calibri"/>
              </a:rPr>
              <a:t> </a:t>
            </a:r>
            <a:r>
              <a:rPr sz="1400" spc="-25" dirty="0">
                <a:solidFill>
                  <a:srgbClr val="273139"/>
                </a:solidFill>
                <a:latin typeface="Calibri"/>
                <a:cs typeface="Calibri"/>
              </a:rPr>
              <a:t>21.</a:t>
            </a:r>
            <a:endParaRPr sz="1400">
              <a:latin typeface="Calibri"/>
              <a:cs typeface="Calibri"/>
            </a:endParaRPr>
          </a:p>
          <a:p>
            <a:pPr marL="74295" indent="-69850">
              <a:lnSpc>
                <a:spcPct val="100000"/>
              </a:lnSpc>
              <a:spcBef>
                <a:spcPts val="840"/>
              </a:spcBef>
              <a:buSzPct val="92857"/>
              <a:buFont typeface="Arial MT"/>
              <a:buChar char="•"/>
              <a:tabLst>
                <a:tab pos="74295" algn="l"/>
              </a:tabLst>
            </a:pPr>
            <a:r>
              <a:rPr sz="1400" dirty="0">
                <a:solidFill>
                  <a:srgbClr val="273139"/>
                </a:solidFill>
                <a:latin typeface="Calibri"/>
                <a:cs typeface="Calibri"/>
              </a:rPr>
              <a:t>The</a:t>
            </a:r>
            <a:r>
              <a:rPr sz="1400" spc="-40" dirty="0">
                <a:solidFill>
                  <a:srgbClr val="273139"/>
                </a:solidFill>
                <a:latin typeface="Calibri"/>
                <a:cs typeface="Calibri"/>
              </a:rPr>
              <a:t> </a:t>
            </a:r>
            <a:r>
              <a:rPr sz="1400" dirty="0">
                <a:solidFill>
                  <a:srgbClr val="273139"/>
                </a:solidFill>
                <a:latin typeface="Calibri"/>
                <a:cs typeface="Calibri"/>
              </a:rPr>
              <a:t>maximum</a:t>
            </a:r>
            <a:r>
              <a:rPr sz="1400" spc="-55" dirty="0">
                <a:solidFill>
                  <a:srgbClr val="273139"/>
                </a:solidFill>
                <a:latin typeface="Calibri"/>
                <a:cs typeface="Calibri"/>
              </a:rPr>
              <a:t> </a:t>
            </a:r>
            <a:r>
              <a:rPr sz="1400" dirty="0">
                <a:solidFill>
                  <a:srgbClr val="273139"/>
                </a:solidFill>
                <a:latin typeface="Calibri"/>
                <a:cs typeface="Calibri"/>
              </a:rPr>
              <a:t>boundary</a:t>
            </a:r>
            <a:r>
              <a:rPr sz="1400" spc="-40" dirty="0">
                <a:solidFill>
                  <a:srgbClr val="273139"/>
                </a:solidFill>
                <a:latin typeface="Calibri"/>
                <a:cs typeface="Calibri"/>
              </a:rPr>
              <a:t> </a:t>
            </a:r>
            <a:r>
              <a:rPr sz="1400" dirty="0">
                <a:solidFill>
                  <a:srgbClr val="273139"/>
                </a:solidFill>
                <a:latin typeface="Calibri"/>
                <a:cs typeface="Calibri"/>
              </a:rPr>
              <a:t>value</a:t>
            </a:r>
            <a:r>
              <a:rPr sz="1400" spc="-25" dirty="0">
                <a:solidFill>
                  <a:srgbClr val="273139"/>
                </a:solidFill>
                <a:latin typeface="Calibri"/>
                <a:cs typeface="Calibri"/>
              </a:rPr>
              <a:t> </a:t>
            </a:r>
            <a:r>
              <a:rPr sz="1400" dirty="0">
                <a:solidFill>
                  <a:srgbClr val="273139"/>
                </a:solidFill>
                <a:latin typeface="Calibri"/>
                <a:cs typeface="Calibri"/>
              </a:rPr>
              <a:t>is</a:t>
            </a:r>
            <a:r>
              <a:rPr sz="1400" spc="-45" dirty="0">
                <a:solidFill>
                  <a:srgbClr val="273139"/>
                </a:solidFill>
                <a:latin typeface="Calibri"/>
                <a:cs typeface="Calibri"/>
              </a:rPr>
              <a:t> </a:t>
            </a:r>
            <a:r>
              <a:rPr sz="1400" dirty="0">
                <a:solidFill>
                  <a:srgbClr val="273139"/>
                </a:solidFill>
                <a:latin typeface="Calibri"/>
                <a:cs typeface="Calibri"/>
              </a:rPr>
              <a:t>given</a:t>
            </a:r>
            <a:r>
              <a:rPr sz="1400" spc="-40" dirty="0">
                <a:solidFill>
                  <a:srgbClr val="273139"/>
                </a:solidFill>
                <a:latin typeface="Calibri"/>
                <a:cs typeface="Calibri"/>
              </a:rPr>
              <a:t> </a:t>
            </a:r>
            <a:r>
              <a:rPr sz="1400" dirty="0">
                <a:solidFill>
                  <a:srgbClr val="273139"/>
                </a:solidFill>
                <a:latin typeface="Calibri"/>
                <a:cs typeface="Calibri"/>
              </a:rPr>
              <a:t>as</a:t>
            </a:r>
            <a:r>
              <a:rPr sz="1400" spc="-40" dirty="0">
                <a:solidFill>
                  <a:srgbClr val="273139"/>
                </a:solidFill>
                <a:latin typeface="Calibri"/>
                <a:cs typeface="Calibri"/>
              </a:rPr>
              <a:t> </a:t>
            </a:r>
            <a:r>
              <a:rPr sz="1400" spc="-25" dirty="0">
                <a:solidFill>
                  <a:srgbClr val="273139"/>
                </a:solidFill>
                <a:latin typeface="Calibri"/>
                <a:cs typeface="Calibri"/>
              </a:rPr>
              <a:t>65.</a:t>
            </a:r>
            <a:endParaRPr sz="1400">
              <a:latin typeface="Calibri"/>
              <a:cs typeface="Calibri"/>
            </a:endParaRPr>
          </a:p>
          <a:p>
            <a:pPr marL="74930" indent="-69850">
              <a:lnSpc>
                <a:spcPct val="100000"/>
              </a:lnSpc>
              <a:spcBef>
                <a:spcPts val="840"/>
              </a:spcBef>
              <a:buSzPct val="92857"/>
              <a:buFont typeface="Arial MT"/>
              <a:buChar char="•"/>
              <a:tabLst>
                <a:tab pos="74930" algn="l"/>
              </a:tabLst>
            </a:pPr>
            <a:r>
              <a:rPr sz="1400" dirty="0">
                <a:solidFill>
                  <a:srgbClr val="273139"/>
                </a:solidFill>
                <a:latin typeface="Calibri"/>
                <a:cs typeface="Calibri"/>
              </a:rPr>
              <a:t>The</a:t>
            </a:r>
            <a:r>
              <a:rPr sz="1400" spc="-45" dirty="0">
                <a:solidFill>
                  <a:srgbClr val="273139"/>
                </a:solidFill>
                <a:latin typeface="Calibri"/>
                <a:cs typeface="Calibri"/>
              </a:rPr>
              <a:t> </a:t>
            </a:r>
            <a:r>
              <a:rPr sz="1400" dirty="0">
                <a:solidFill>
                  <a:srgbClr val="273139"/>
                </a:solidFill>
                <a:latin typeface="Calibri"/>
                <a:cs typeface="Calibri"/>
              </a:rPr>
              <a:t>valid</a:t>
            </a:r>
            <a:r>
              <a:rPr sz="1400" spc="-35" dirty="0">
                <a:solidFill>
                  <a:srgbClr val="273139"/>
                </a:solidFill>
                <a:latin typeface="Calibri"/>
                <a:cs typeface="Calibri"/>
              </a:rPr>
              <a:t> </a:t>
            </a:r>
            <a:r>
              <a:rPr sz="1400" dirty="0">
                <a:solidFill>
                  <a:srgbClr val="273139"/>
                </a:solidFill>
                <a:latin typeface="Calibri"/>
                <a:cs typeface="Calibri"/>
              </a:rPr>
              <a:t>inputs</a:t>
            </a:r>
            <a:r>
              <a:rPr sz="1400" spc="-25" dirty="0">
                <a:solidFill>
                  <a:srgbClr val="273139"/>
                </a:solidFill>
                <a:latin typeface="Calibri"/>
                <a:cs typeface="Calibri"/>
              </a:rPr>
              <a:t> </a:t>
            </a:r>
            <a:r>
              <a:rPr sz="1400" dirty="0">
                <a:solidFill>
                  <a:srgbClr val="273139"/>
                </a:solidFill>
                <a:latin typeface="Calibri"/>
                <a:cs typeface="Calibri"/>
              </a:rPr>
              <a:t>for</a:t>
            </a:r>
            <a:r>
              <a:rPr sz="1400" spc="-65" dirty="0">
                <a:solidFill>
                  <a:srgbClr val="273139"/>
                </a:solidFill>
                <a:latin typeface="Calibri"/>
                <a:cs typeface="Calibri"/>
              </a:rPr>
              <a:t> </a:t>
            </a:r>
            <a:r>
              <a:rPr sz="1400" dirty="0">
                <a:solidFill>
                  <a:srgbClr val="273139"/>
                </a:solidFill>
                <a:latin typeface="Calibri"/>
                <a:cs typeface="Calibri"/>
              </a:rPr>
              <a:t>testing</a:t>
            </a:r>
            <a:r>
              <a:rPr sz="1400" spc="-25" dirty="0">
                <a:solidFill>
                  <a:srgbClr val="273139"/>
                </a:solidFill>
                <a:latin typeface="Calibri"/>
                <a:cs typeface="Calibri"/>
              </a:rPr>
              <a:t> </a:t>
            </a:r>
            <a:r>
              <a:rPr sz="1400" dirty="0">
                <a:solidFill>
                  <a:srgbClr val="273139"/>
                </a:solidFill>
                <a:latin typeface="Calibri"/>
                <a:cs typeface="Calibri"/>
              </a:rPr>
              <a:t>purposes</a:t>
            </a:r>
            <a:r>
              <a:rPr sz="1400" spc="-30" dirty="0">
                <a:solidFill>
                  <a:srgbClr val="273139"/>
                </a:solidFill>
                <a:latin typeface="Calibri"/>
                <a:cs typeface="Calibri"/>
              </a:rPr>
              <a:t> </a:t>
            </a:r>
            <a:r>
              <a:rPr sz="1400" dirty="0">
                <a:solidFill>
                  <a:srgbClr val="273139"/>
                </a:solidFill>
                <a:latin typeface="Calibri"/>
                <a:cs typeface="Calibri"/>
              </a:rPr>
              <a:t>are</a:t>
            </a:r>
            <a:r>
              <a:rPr sz="1400" spc="-50" dirty="0">
                <a:solidFill>
                  <a:srgbClr val="273139"/>
                </a:solidFill>
                <a:latin typeface="Calibri"/>
                <a:cs typeface="Calibri"/>
              </a:rPr>
              <a:t> </a:t>
            </a:r>
            <a:r>
              <a:rPr sz="1400" dirty="0">
                <a:solidFill>
                  <a:srgbClr val="273139"/>
                </a:solidFill>
                <a:latin typeface="Calibri"/>
                <a:cs typeface="Calibri"/>
              </a:rPr>
              <a:t>21,</a:t>
            </a:r>
            <a:r>
              <a:rPr sz="1400" spc="-40" dirty="0">
                <a:solidFill>
                  <a:srgbClr val="273139"/>
                </a:solidFill>
                <a:latin typeface="Calibri"/>
                <a:cs typeface="Calibri"/>
              </a:rPr>
              <a:t> </a:t>
            </a:r>
            <a:r>
              <a:rPr sz="1400" dirty="0">
                <a:solidFill>
                  <a:srgbClr val="273139"/>
                </a:solidFill>
                <a:latin typeface="Calibri"/>
                <a:cs typeface="Calibri"/>
              </a:rPr>
              <a:t>22,</a:t>
            </a:r>
            <a:r>
              <a:rPr sz="1400" spc="-35" dirty="0">
                <a:solidFill>
                  <a:srgbClr val="273139"/>
                </a:solidFill>
                <a:latin typeface="Calibri"/>
                <a:cs typeface="Calibri"/>
              </a:rPr>
              <a:t> </a:t>
            </a:r>
            <a:r>
              <a:rPr sz="1400" dirty="0">
                <a:solidFill>
                  <a:srgbClr val="273139"/>
                </a:solidFill>
                <a:latin typeface="Calibri"/>
                <a:cs typeface="Calibri"/>
              </a:rPr>
              <a:t>64</a:t>
            </a:r>
            <a:r>
              <a:rPr sz="1400" spc="-40" dirty="0">
                <a:solidFill>
                  <a:srgbClr val="273139"/>
                </a:solidFill>
                <a:latin typeface="Calibri"/>
                <a:cs typeface="Calibri"/>
              </a:rPr>
              <a:t> </a:t>
            </a:r>
            <a:r>
              <a:rPr sz="1400" dirty="0">
                <a:solidFill>
                  <a:srgbClr val="273139"/>
                </a:solidFill>
                <a:latin typeface="Calibri"/>
                <a:cs typeface="Calibri"/>
              </a:rPr>
              <a:t>and</a:t>
            </a:r>
            <a:r>
              <a:rPr sz="1400" spc="-45" dirty="0">
                <a:solidFill>
                  <a:srgbClr val="273139"/>
                </a:solidFill>
                <a:latin typeface="Calibri"/>
                <a:cs typeface="Calibri"/>
              </a:rPr>
              <a:t> </a:t>
            </a:r>
            <a:r>
              <a:rPr sz="1400" spc="-25" dirty="0">
                <a:solidFill>
                  <a:srgbClr val="273139"/>
                </a:solidFill>
                <a:latin typeface="Calibri"/>
                <a:cs typeface="Calibri"/>
              </a:rPr>
              <a:t>65.</a:t>
            </a:r>
            <a:endParaRPr sz="1400">
              <a:latin typeface="Calibri"/>
              <a:cs typeface="Calibri"/>
            </a:endParaRPr>
          </a:p>
          <a:p>
            <a:pPr marL="74930" indent="-69850">
              <a:lnSpc>
                <a:spcPct val="100000"/>
              </a:lnSpc>
              <a:spcBef>
                <a:spcPts val="840"/>
              </a:spcBef>
              <a:buSzPct val="92857"/>
              <a:buFont typeface="Arial MT"/>
              <a:buChar char="•"/>
              <a:tabLst>
                <a:tab pos="74930" algn="l"/>
              </a:tabLst>
            </a:pPr>
            <a:r>
              <a:rPr sz="1400" dirty="0">
                <a:solidFill>
                  <a:srgbClr val="273139"/>
                </a:solidFill>
                <a:latin typeface="Calibri"/>
                <a:cs typeface="Calibri"/>
              </a:rPr>
              <a:t>The</a:t>
            </a:r>
            <a:r>
              <a:rPr sz="1400" spc="-50" dirty="0">
                <a:solidFill>
                  <a:srgbClr val="273139"/>
                </a:solidFill>
                <a:latin typeface="Calibri"/>
                <a:cs typeface="Calibri"/>
              </a:rPr>
              <a:t> </a:t>
            </a:r>
            <a:r>
              <a:rPr sz="1400" spc="-10" dirty="0">
                <a:solidFill>
                  <a:srgbClr val="273139"/>
                </a:solidFill>
                <a:latin typeface="Calibri"/>
                <a:cs typeface="Calibri"/>
              </a:rPr>
              <a:t>invalid</a:t>
            </a:r>
            <a:r>
              <a:rPr sz="1400" spc="-30" dirty="0">
                <a:solidFill>
                  <a:srgbClr val="273139"/>
                </a:solidFill>
                <a:latin typeface="Calibri"/>
                <a:cs typeface="Calibri"/>
              </a:rPr>
              <a:t> </a:t>
            </a:r>
            <a:r>
              <a:rPr sz="1400" dirty="0">
                <a:solidFill>
                  <a:srgbClr val="273139"/>
                </a:solidFill>
                <a:latin typeface="Calibri"/>
                <a:cs typeface="Calibri"/>
              </a:rPr>
              <a:t>inputs</a:t>
            </a:r>
            <a:r>
              <a:rPr sz="1400" spc="-20" dirty="0">
                <a:solidFill>
                  <a:srgbClr val="273139"/>
                </a:solidFill>
                <a:latin typeface="Calibri"/>
                <a:cs typeface="Calibri"/>
              </a:rPr>
              <a:t> </a:t>
            </a:r>
            <a:r>
              <a:rPr sz="1400" dirty="0">
                <a:solidFill>
                  <a:srgbClr val="273139"/>
                </a:solidFill>
                <a:latin typeface="Calibri"/>
                <a:cs typeface="Calibri"/>
              </a:rPr>
              <a:t>for</a:t>
            </a:r>
            <a:r>
              <a:rPr sz="1400" spc="-65" dirty="0">
                <a:solidFill>
                  <a:srgbClr val="273139"/>
                </a:solidFill>
                <a:latin typeface="Calibri"/>
                <a:cs typeface="Calibri"/>
              </a:rPr>
              <a:t> </a:t>
            </a:r>
            <a:r>
              <a:rPr sz="1400" dirty="0">
                <a:solidFill>
                  <a:srgbClr val="273139"/>
                </a:solidFill>
                <a:latin typeface="Calibri"/>
                <a:cs typeface="Calibri"/>
              </a:rPr>
              <a:t>test</a:t>
            </a:r>
            <a:r>
              <a:rPr sz="1400" spc="-35" dirty="0">
                <a:solidFill>
                  <a:srgbClr val="273139"/>
                </a:solidFill>
                <a:latin typeface="Calibri"/>
                <a:cs typeface="Calibri"/>
              </a:rPr>
              <a:t> </a:t>
            </a:r>
            <a:r>
              <a:rPr sz="1400" dirty="0">
                <a:solidFill>
                  <a:srgbClr val="273139"/>
                </a:solidFill>
                <a:latin typeface="Calibri"/>
                <a:cs typeface="Calibri"/>
              </a:rPr>
              <a:t>cases</a:t>
            </a:r>
            <a:r>
              <a:rPr sz="1400" spc="-45" dirty="0">
                <a:solidFill>
                  <a:srgbClr val="273139"/>
                </a:solidFill>
                <a:latin typeface="Calibri"/>
                <a:cs typeface="Calibri"/>
              </a:rPr>
              <a:t> </a:t>
            </a:r>
            <a:r>
              <a:rPr sz="1400" dirty="0">
                <a:solidFill>
                  <a:srgbClr val="273139"/>
                </a:solidFill>
                <a:latin typeface="Calibri"/>
                <a:cs typeface="Calibri"/>
              </a:rPr>
              <a:t>are</a:t>
            </a:r>
            <a:r>
              <a:rPr sz="1400" spc="-40" dirty="0">
                <a:solidFill>
                  <a:srgbClr val="273139"/>
                </a:solidFill>
                <a:latin typeface="Calibri"/>
                <a:cs typeface="Calibri"/>
              </a:rPr>
              <a:t> </a:t>
            </a:r>
            <a:r>
              <a:rPr sz="1400" dirty="0">
                <a:solidFill>
                  <a:srgbClr val="273139"/>
                </a:solidFill>
                <a:latin typeface="Calibri"/>
                <a:cs typeface="Calibri"/>
              </a:rPr>
              <a:t>20</a:t>
            </a:r>
            <a:r>
              <a:rPr sz="1400" spc="-40" dirty="0">
                <a:solidFill>
                  <a:srgbClr val="273139"/>
                </a:solidFill>
                <a:latin typeface="Calibri"/>
                <a:cs typeface="Calibri"/>
              </a:rPr>
              <a:t> </a:t>
            </a:r>
            <a:r>
              <a:rPr sz="1400" dirty="0">
                <a:solidFill>
                  <a:srgbClr val="273139"/>
                </a:solidFill>
                <a:latin typeface="Calibri"/>
                <a:cs typeface="Calibri"/>
              </a:rPr>
              <a:t>and</a:t>
            </a:r>
            <a:r>
              <a:rPr sz="1400" spc="-35" dirty="0">
                <a:solidFill>
                  <a:srgbClr val="273139"/>
                </a:solidFill>
                <a:latin typeface="Calibri"/>
                <a:cs typeface="Calibri"/>
              </a:rPr>
              <a:t> </a:t>
            </a:r>
            <a:r>
              <a:rPr sz="1400" spc="-25" dirty="0">
                <a:solidFill>
                  <a:srgbClr val="273139"/>
                </a:solidFill>
                <a:latin typeface="Calibri"/>
                <a:cs typeface="Calibri"/>
              </a:rPr>
              <a:t>66.</a:t>
            </a:r>
            <a:endParaRPr sz="1400">
              <a:latin typeface="Calibri"/>
              <a:cs typeface="Calibri"/>
            </a:endParaRPr>
          </a:p>
        </p:txBody>
      </p:sp>
      <p:sp>
        <p:nvSpPr>
          <p:cNvPr id="11" name="object 11"/>
          <p:cNvSpPr txBox="1"/>
          <p:nvPr/>
        </p:nvSpPr>
        <p:spPr>
          <a:xfrm>
            <a:off x="7074789" y="3290442"/>
            <a:ext cx="3148330" cy="453390"/>
          </a:xfrm>
          <a:prstGeom prst="rect">
            <a:avLst/>
          </a:prstGeom>
        </p:spPr>
        <p:txBody>
          <a:bodyPr vert="horz" wrap="square" lIns="0" tIns="13335" rIns="0" bIns="0" rtlCol="0">
            <a:spAutoFit/>
          </a:bodyPr>
          <a:lstStyle/>
          <a:p>
            <a:pPr marL="12700">
              <a:lnSpc>
                <a:spcPct val="100000"/>
              </a:lnSpc>
              <a:spcBef>
                <a:spcPts val="105"/>
              </a:spcBef>
            </a:pPr>
            <a:r>
              <a:rPr sz="1400" b="1" spc="-30" dirty="0">
                <a:solidFill>
                  <a:srgbClr val="0F646C"/>
                </a:solidFill>
                <a:latin typeface="Calibri"/>
                <a:cs typeface="Calibri"/>
              </a:rPr>
              <a:t>Test </a:t>
            </a:r>
            <a:r>
              <a:rPr sz="1400" b="1" dirty="0">
                <a:solidFill>
                  <a:srgbClr val="0F646C"/>
                </a:solidFill>
                <a:latin typeface="Calibri"/>
                <a:cs typeface="Calibri"/>
              </a:rPr>
              <a:t>Case</a:t>
            </a:r>
            <a:r>
              <a:rPr sz="1400" b="1" spc="-35" dirty="0">
                <a:solidFill>
                  <a:srgbClr val="0F646C"/>
                </a:solidFill>
                <a:latin typeface="Calibri"/>
                <a:cs typeface="Calibri"/>
              </a:rPr>
              <a:t> </a:t>
            </a:r>
            <a:r>
              <a:rPr sz="1400" b="1" spc="-10" dirty="0">
                <a:solidFill>
                  <a:srgbClr val="0F646C"/>
                </a:solidFill>
                <a:latin typeface="Calibri"/>
                <a:cs typeface="Calibri"/>
              </a:rPr>
              <a:t>Scenarios</a:t>
            </a:r>
            <a:endParaRPr sz="1400">
              <a:latin typeface="Calibri"/>
              <a:cs typeface="Calibri"/>
            </a:endParaRPr>
          </a:p>
          <a:p>
            <a:pPr marL="12700">
              <a:lnSpc>
                <a:spcPct val="100000"/>
              </a:lnSpc>
            </a:pPr>
            <a:r>
              <a:rPr sz="1400" b="1" dirty="0">
                <a:solidFill>
                  <a:srgbClr val="4D5868"/>
                </a:solidFill>
                <a:latin typeface="Calibri"/>
                <a:cs typeface="Calibri"/>
              </a:rPr>
              <a:t>1.</a:t>
            </a:r>
            <a:r>
              <a:rPr sz="1400" b="1" spc="-40" dirty="0">
                <a:solidFill>
                  <a:srgbClr val="4D5868"/>
                </a:solidFill>
                <a:latin typeface="Calibri"/>
                <a:cs typeface="Calibri"/>
              </a:rPr>
              <a:t> </a:t>
            </a:r>
            <a:r>
              <a:rPr sz="1400" dirty="0">
                <a:solidFill>
                  <a:srgbClr val="4D5868"/>
                </a:solidFill>
                <a:latin typeface="Calibri"/>
                <a:cs typeface="Calibri"/>
              </a:rPr>
              <a:t>Input:</a:t>
            </a:r>
            <a:r>
              <a:rPr sz="1400" spc="-15" dirty="0">
                <a:solidFill>
                  <a:srgbClr val="4D5868"/>
                </a:solidFill>
                <a:latin typeface="Calibri"/>
                <a:cs typeface="Calibri"/>
              </a:rPr>
              <a:t> </a:t>
            </a:r>
            <a:r>
              <a:rPr sz="1400" dirty="0">
                <a:solidFill>
                  <a:srgbClr val="4D5868"/>
                </a:solidFill>
                <a:latin typeface="Calibri"/>
                <a:cs typeface="Calibri"/>
              </a:rPr>
              <a:t>Enter</a:t>
            </a:r>
            <a:r>
              <a:rPr sz="1400" spc="-25" dirty="0">
                <a:solidFill>
                  <a:srgbClr val="4D5868"/>
                </a:solidFill>
                <a:latin typeface="Calibri"/>
                <a:cs typeface="Calibri"/>
              </a:rPr>
              <a:t> </a:t>
            </a:r>
            <a:r>
              <a:rPr sz="1400" dirty="0">
                <a:solidFill>
                  <a:srgbClr val="4D5868"/>
                </a:solidFill>
                <a:latin typeface="Calibri"/>
                <a:cs typeface="Calibri"/>
              </a:rPr>
              <a:t>the</a:t>
            </a:r>
            <a:r>
              <a:rPr sz="1400" spc="-30" dirty="0">
                <a:solidFill>
                  <a:srgbClr val="4D5868"/>
                </a:solidFill>
                <a:latin typeface="Calibri"/>
                <a:cs typeface="Calibri"/>
              </a:rPr>
              <a:t> </a:t>
            </a:r>
            <a:r>
              <a:rPr sz="1400" dirty="0">
                <a:solidFill>
                  <a:srgbClr val="4D5868"/>
                </a:solidFill>
                <a:latin typeface="Calibri"/>
                <a:cs typeface="Calibri"/>
              </a:rPr>
              <a:t>value</a:t>
            </a:r>
            <a:r>
              <a:rPr sz="1400" spc="-15" dirty="0">
                <a:solidFill>
                  <a:srgbClr val="4D5868"/>
                </a:solidFill>
                <a:latin typeface="Calibri"/>
                <a:cs typeface="Calibri"/>
              </a:rPr>
              <a:t> </a:t>
            </a:r>
            <a:r>
              <a:rPr sz="1400" dirty="0">
                <a:solidFill>
                  <a:srgbClr val="4D5868"/>
                </a:solidFill>
                <a:latin typeface="Calibri"/>
                <a:cs typeface="Calibri"/>
              </a:rPr>
              <a:t>of</a:t>
            </a:r>
            <a:r>
              <a:rPr sz="1400" spc="-40" dirty="0">
                <a:solidFill>
                  <a:srgbClr val="4D5868"/>
                </a:solidFill>
                <a:latin typeface="Calibri"/>
                <a:cs typeface="Calibri"/>
              </a:rPr>
              <a:t> </a:t>
            </a:r>
            <a:r>
              <a:rPr sz="1400" dirty="0">
                <a:solidFill>
                  <a:srgbClr val="4D5868"/>
                </a:solidFill>
                <a:latin typeface="Calibri"/>
                <a:cs typeface="Calibri"/>
              </a:rPr>
              <a:t>age</a:t>
            </a:r>
            <a:r>
              <a:rPr sz="1400" spc="-30" dirty="0">
                <a:solidFill>
                  <a:srgbClr val="4D5868"/>
                </a:solidFill>
                <a:latin typeface="Calibri"/>
                <a:cs typeface="Calibri"/>
              </a:rPr>
              <a:t> </a:t>
            </a:r>
            <a:r>
              <a:rPr sz="1400" dirty="0">
                <a:solidFill>
                  <a:srgbClr val="4D5868"/>
                </a:solidFill>
                <a:latin typeface="Calibri"/>
                <a:cs typeface="Calibri"/>
              </a:rPr>
              <a:t>as</a:t>
            </a:r>
            <a:r>
              <a:rPr sz="1400" spc="-35" dirty="0">
                <a:solidFill>
                  <a:srgbClr val="4D5868"/>
                </a:solidFill>
                <a:latin typeface="Calibri"/>
                <a:cs typeface="Calibri"/>
              </a:rPr>
              <a:t> </a:t>
            </a:r>
            <a:r>
              <a:rPr sz="1400" dirty="0">
                <a:solidFill>
                  <a:srgbClr val="4D5868"/>
                </a:solidFill>
                <a:latin typeface="Calibri"/>
                <a:cs typeface="Calibri"/>
              </a:rPr>
              <a:t>20</a:t>
            </a:r>
            <a:r>
              <a:rPr sz="1400" spc="-25" dirty="0">
                <a:solidFill>
                  <a:srgbClr val="4D5868"/>
                </a:solidFill>
                <a:latin typeface="Calibri"/>
                <a:cs typeface="Calibri"/>
              </a:rPr>
              <a:t> </a:t>
            </a:r>
            <a:r>
              <a:rPr sz="1400" spc="-10" dirty="0">
                <a:solidFill>
                  <a:srgbClr val="4D5868"/>
                </a:solidFill>
                <a:latin typeface="Calibri"/>
                <a:cs typeface="Calibri"/>
              </a:rPr>
              <a:t>(21-</a:t>
            </a:r>
            <a:r>
              <a:rPr sz="1400" spc="-25" dirty="0">
                <a:solidFill>
                  <a:srgbClr val="4D5868"/>
                </a:solidFill>
                <a:latin typeface="Calibri"/>
                <a:cs typeface="Calibri"/>
              </a:rPr>
              <a:t>1)</a:t>
            </a:r>
            <a:endParaRPr sz="1400">
              <a:latin typeface="Calibri"/>
              <a:cs typeface="Calibri"/>
            </a:endParaRPr>
          </a:p>
        </p:txBody>
      </p:sp>
      <p:sp>
        <p:nvSpPr>
          <p:cNvPr id="12" name="object 12"/>
          <p:cNvSpPr txBox="1"/>
          <p:nvPr/>
        </p:nvSpPr>
        <p:spPr>
          <a:xfrm>
            <a:off x="7074789" y="3930777"/>
            <a:ext cx="1116965"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4D5868"/>
                </a:solidFill>
                <a:latin typeface="Calibri"/>
                <a:cs typeface="Calibri"/>
              </a:rPr>
              <a:t>Output:</a:t>
            </a:r>
            <a:r>
              <a:rPr sz="1400" b="1" spc="-30" dirty="0">
                <a:solidFill>
                  <a:srgbClr val="4D5868"/>
                </a:solidFill>
                <a:latin typeface="Calibri"/>
                <a:cs typeface="Calibri"/>
              </a:rPr>
              <a:t> </a:t>
            </a:r>
            <a:r>
              <a:rPr sz="1400" spc="-10" dirty="0">
                <a:solidFill>
                  <a:srgbClr val="4D5868"/>
                </a:solidFill>
                <a:latin typeface="Calibri"/>
                <a:cs typeface="Calibri"/>
              </a:rPr>
              <a:t>Invalid</a:t>
            </a:r>
            <a:endParaRPr sz="1400">
              <a:latin typeface="Calibri"/>
              <a:cs typeface="Calibri"/>
            </a:endParaRPr>
          </a:p>
        </p:txBody>
      </p:sp>
      <p:sp>
        <p:nvSpPr>
          <p:cNvPr id="13" name="object 13"/>
          <p:cNvSpPr txBox="1"/>
          <p:nvPr/>
        </p:nvSpPr>
        <p:spPr>
          <a:xfrm>
            <a:off x="7074789" y="4357496"/>
            <a:ext cx="4252595" cy="1526540"/>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4D5868"/>
                </a:solidFill>
                <a:latin typeface="Calibri"/>
                <a:cs typeface="Calibri"/>
              </a:rPr>
              <a:t>2.</a:t>
            </a:r>
            <a:r>
              <a:rPr sz="1400" b="1" spc="-45" dirty="0">
                <a:solidFill>
                  <a:srgbClr val="4D5868"/>
                </a:solidFill>
                <a:latin typeface="Calibri"/>
                <a:cs typeface="Calibri"/>
              </a:rPr>
              <a:t> </a:t>
            </a:r>
            <a:r>
              <a:rPr sz="1400" dirty="0">
                <a:solidFill>
                  <a:srgbClr val="4D5868"/>
                </a:solidFill>
                <a:latin typeface="Calibri"/>
                <a:cs typeface="Calibri"/>
              </a:rPr>
              <a:t>Input:</a:t>
            </a:r>
            <a:r>
              <a:rPr sz="1400" spc="-25" dirty="0">
                <a:solidFill>
                  <a:srgbClr val="4D5868"/>
                </a:solidFill>
                <a:latin typeface="Calibri"/>
                <a:cs typeface="Calibri"/>
              </a:rPr>
              <a:t> </a:t>
            </a:r>
            <a:r>
              <a:rPr sz="1400" dirty="0">
                <a:solidFill>
                  <a:srgbClr val="4D5868"/>
                </a:solidFill>
                <a:latin typeface="Calibri"/>
                <a:cs typeface="Calibri"/>
              </a:rPr>
              <a:t>Enter</a:t>
            </a:r>
            <a:r>
              <a:rPr sz="1400" spc="-30" dirty="0">
                <a:solidFill>
                  <a:srgbClr val="4D5868"/>
                </a:solidFill>
                <a:latin typeface="Calibri"/>
                <a:cs typeface="Calibri"/>
              </a:rPr>
              <a:t> </a:t>
            </a:r>
            <a:r>
              <a:rPr sz="1400" dirty="0">
                <a:solidFill>
                  <a:srgbClr val="4D5868"/>
                </a:solidFill>
                <a:latin typeface="Calibri"/>
                <a:cs typeface="Calibri"/>
              </a:rPr>
              <a:t>the</a:t>
            </a:r>
            <a:r>
              <a:rPr sz="1400" spc="-40" dirty="0">
                <a:solidFill>
                  <a:srgbClr val="4D5868"/>
                </a:solidFill>
                <a:latin typeface="Calibri"/>
                <a:cs typeface="Calibri"/>
              </a:rPr>
              <a:t> </a:t>
            </a:r>
            <a:r>
              <a:rPr sz="1400" dirty="0">
                <a:solidFill>
                  <a:srgbClr val="4D5868"/>
                </a:solidFill>
                <a:latin typeface="Calibri"/>
                <a:cs typeface="Calibri"/>
              </a:rPr>
              <a:t>value</a:t>
            </a:r>
            <a:r>
              <a:rPr sz="1400" spc="-25" dirty="0">
                <a:solidFill>
                  <a:srgbClr val="4D5868"/>
                </a:solidFill>
                <a:latin typeface="Calibri"/>
                <a:cs typeface="Calibri"/>
              </a:rPr>
              <a:t> </a:t>
            </a:r>
            <a:r>
              <a:rPr sz="1400" dirty="0">
                <a:solidFill>
                  <a:srgbClr val="4D5868"/>
                </a:solidFill>
                <a:latin typeface="Calibri"/>
                <a:cs typeface="Calibri"/>
              </a:rPr>
              <a:t>of</a:t>
            </a:r>
            <a:r>
              <a:rPr sz="1400" spc="-50" dirty="0">
                <a:solidFill>
                  <a:srgbClr val="4D5868"/>
                </a:solidFill>
                <a:latin typeface="Calibri"/>
                <a:cs typeface="Calibri"/>
              </a:rPr>
              <a:t> </a:t>
            </a:r>
            <a:r>
              <a:rPr sz="1400" dirty="0">
                <a:solidFill>
                  <a:srgbClr val="4D5868"/>
                </a:solidFill>
                <a:latin typeface="Calibri"/>
                <a:cs typeface="Calibri"/>
              </a:rPr>
              <a:t>age</a:t>
            </a:r>
            <a:r>
              <a:rPr sz="1400" spc="-35" dirty="0">
                <a:solidFill>
                  <a:srgbClr val="4D5868"/>
                </a:solidFill>
                <a:latin typeface="Calibri"/>
                <a:cs typeface="Calibri"/>
              </a:rPr>
              <a:t> </a:t>
            </a:r>
            <a:r>
              <a:rPr sz="1400" dirty="0">
                <a:solidFill>
                  <a:srgbClr val="4D5868"/>
                </a:solidFill>
                <a:latin typeface="Calibri"/>
                <a:cs typeface="Calibri"/>
              </a:rPr>
              <a:t>as</a:t>
            </a:r>
            <a:r>
              <a:rPr sz="1400" spc="-45" dirty="0">
                <a:solidFill>
                  <a:srgbClr val="4D5868"/>
                </a:solidFill>
                <a:latin typeface="Calibri"/>
                <a:cs typeface="Calibri"/>
              </a:rPr>
              <a:t> </a:t>
            </a:r>
            <a:r>
              <a:rPr sz="1400" spc="-25" dirty="0">
                <a:solidFill>
                  <a:srgbClr val="4D5868"/>
                </a:solidFill>
                <a:latin typeface="Calibri"/>
                <a:cs typeface="Calibri"/>
              </a:rPr>
              <a:t>21</a:t>
            </a:r>
            <a:endParaRPr sz="1400">
              <a:latin typeface="Calibri"/>
              <a:cs typeface="Calibri"/>
            </a:endParaRPr>
          </a:p>
          <a:p>
            <a:pPr marL="12700">
              <a:lnSpc>
                <a:spcPct val="100000"/>
              </a:lnSpc>
              <a:spcBef>
                <a:spcPts val="1685"/>
              </a:spcBef>
            </a:pPr>
            <a:r>
              <a:rPr sz="1400" b="1" dirty="0">
                <a:solidFill>
                  <a:srgbClr val="4D5868"/>
                </a:solidFill>
                <a:latin typeface="Calibri"/>
                <a:cs typeface="Calibri"/>
              </a:rPr>
              <a:t>Output:</a:t>
            </a:r>
            <a:r>
              <a:rPr sz="1400" b="1" spc="-30" dirty="0">
                <a:solidFill>
                  <a:srgbClr val="4D5868"/>
                </a:solidFill>
                <a:latin typeface="Calibri"/>
                <a:cs typeface="Calibri"/>
              </a:rPr>
              <a:t> </a:t>
            </a:r>
            <a:r>
              <a:rPr sz="1400" spc="-10" dirty="0">
                <a:solidFill>
                  <a:srgbClr val="4D5868"/>
                </a:solidFill>
                <a:latin typeface="Calibri"/>
                <a:cs typeface="Calibri"/>
              </a:rPr>
              <a:t>Valid</a:t>
            </a:r>
            <a:endParaRPr sz="1400">
              <a:latin typeface="Calibri"/>
              <a:cs typeface="Calibri"/>
            </a:endParaRPr>
          </a:p>
          <a:p>
            <a:pPr>
              <a:lnSpc>
                <a:spcPct val="100000"/>
              </a:lnSpc>
              <a:spcBef>
                <a:spcPts val="1700"/>
              </a:spcBef>
            </a:pPr>
            <a:endParaRPr sz="1400">
              <a:latin typeface="Calibri"/>
              <a:cs typeface="Calibri"/>
            </a:endParaRPr>
          </a:p>
          <a:p>
            <a:pPr marL="12700" marR="5080">
              <a:lnSpc>
                <a:spcPct val="100000"/>
              </a:lnSpc>
            </a:pPr>
            <a:r>
              <a:rPr sz="1400" dirty="0">
                <a:solidFill>
                  <a:srgbClr val="4D5868"/>
                </a:solidFill>
                <a:latin typeface="Arial MT"/>
                <a:cs typeface="Arial MT"/>
              </a:rPr>
              <a:t>Assignment</a:t>
            </a:r>
            <a:r>
              <a:rPr sz="1400" spc="-55" dirty="0">
                <a:solidFill>
                  <a:srgbClr val="4D5868"/>
                </a:solidFill>
                <a:latin typeface="Arial MT"/>
                <a:cs typeface="Arial MT"/>
              </a:rPr>
              <a:t> </a:t>
            </a:r>
            <a:r>
              <a:rPr sz="1400" dirty="0">
                <a:solidFill>
                  <a:srgbClr val="4D5868"/>
                </a:solidFill>
                <a:latin typeface="Arial MT"/>
                <a:cs typeface="Arial MT"/>
              </a:rPr>
              <a:t>Q1:</a:t>
            </a:r>
            <a:r>
              <a:rPr sz="1400" spc="-45" dirty="0">
                <a:solidFill>
                  <a:srgbClr val="4D5868"/>
                </a:solidFill>
                <a:latin typeface="Arial MT"/>
                <a:cs typeface="Arial MT"/>
              </a:rPr>
              <a:t> </a:t>
            </a:r>
            <a:r>
              <a:rPr sz="1400" dirty="0">
                <a:solidFill>
                  <a:srgbClr val="4D5868"/>
                </a:solidFill>
                <a:latin typeface="Arial MT"/>
                <a:cs typeface="Arial MT"/>
              </a:rPr>
              <a:t>explain</a:t>
            </a:r>
            <a:r>
              <a:rPr sz="1400" spc="-25" dirty="0">
                <a:solidFill>
                  <a:srgbClr val="4D5868"/>
                </a:solidFill>
                <a:latin typeface="Arial MT"/>
                <a:cs typeface="Arial MT"/>
              </a:rPr>
              <a:t> </a:t>
            </a:r>
            <a:r>
              <a:rPr sz="1400" dirty="0">
                <a:solidFill>
                  <a:srgbClr val="4D5868"/>
                </a:solidFill>
                <a:latin typeface="Arial MT"/>
                <a:cs typeface="Arial MT"/>
              </a:rPr>
              <a:t>drawbacks</a:t>
            </a:r>
            <a:r>
              <a:rPr sz="1400" spc="-45" dirty="0">
                <a:solidFill>
                  <a:srgbClr val="4D5868"/>
                </a:solidFill>
                <a:latin typeface="Arial MT"/>
                <a:cs typeface="Arial MT"/>
              </a:rPr>
              <a:t> </a:t>
            </a:r>
            <a:r>
              <a:rPr sz="1400" dirty="0">
                <a:solidFill>
                  <a:srgbClr val="4D5868"/>
                </a:solidFill>
                <a:latin typeface="Arial MT"/>
                <a:cs typeface="Arial MT"/>
              </a:rPr>
              <a:t>of</a:t>
            </a:r>
            <a:r>
              <a:rPr sz="1400" spc="-30" dirty="0">
                <a:solidFill>
                  <a:srgbClr val="4D5868"/>
                </a:solidFill>
                <a:latin typeface="Arial MT"/>
                <a:cs typeface="Arial MT"/>
              </a:rPr>
              <a:t> </a:t>
            </a:r>
            <a:r>
              <a:rPr sz="1400" dirty="0">
                <a:solidFill>
                  <a:srgbClr val="4D5868"/>
                </a:solidFill>
                <a:latin typeface="Arial MT"/>
                <a:cs typeface="Arial MT"/>
              </a:rPr>
              <a:t>boundary</a:t>
            </a:r>
            <a:r>
              <a:rPr sz="1400" spc="-50" dirty="0">
                <a:solidFill>
                  <a:srgbClr val="4D5868"/>
                </a:solidFill>
                <a:latin typeface="Arial MT"/>
                <a:cs typeface="Arial MT"/>
              </a:rPr>
              <a:t> </a:t>
            </a:r>
            <a:r>
              <a:rPr sz="1400" spc="-10" dirty="0">
                <a:solidFill>
                  <a:srgbClr val="4D5868"/>
                </a:solidFill>
                <a:latin typeface="Arial MT"/>
                <a:cs typeface="Arial MT"/>
              </a:rPr>
              <a:t>value analysis</a:t>
            </a:r>
            <a:endParaRPr sz="1400">
              <a:latin typeface="Arial MT"/>
              <a:cs typeface="Arial M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E384BB-2947-7385-6A50-E7D8AB470D86}"/>
              </a:ext>
            </a:extLst>
          </p:cNvPr>
          <p:cNvPicPr>
            <a:picLocks noChangeAspect="1"/>
          </p:cNvPicPr>
          <p:nvPr/>
        </p:nvPicPr>
        <p:blipFill>
          <a:blip r:embed="rId2"/>
          <a:stretch>
            <a:fillRect/>
          </a:stretch>
        </p:blipFill>
        <p:spPr>
          <a:xfrm>
            <a:off x="4495800" y="3657600"/>
            <a:ext cx="2339543" cy="2072820"/>
          </a:xfrm>
          <a:prstGeom prst="rect">
            <a:avLst/>
          </a:prstGeom>
        </p:spPr>
      </p:pic>
      <p:sp>
        <p:nvSpPr>
          <p:cNvPr id="5" name="TextBox 4">
            <a:extLst>
              <a:ext uri="{FF2B5EF4-FFF2-40B4-BE49-F238E27FC236}">
                <a16:creationId xmlns:a16="http://schemas.microsoft.com/office/drawing/2014/main" id="{4F870D9E-28F0-1859-5D28-730AAC2F2351}"/>
              </a:ext>
            </a:extLst>
          </p:cNvPr>
          <p:cNvSpPr txBox="1"/>
          <p:nvPr/>
        </p:nvSpPr>
        <p:spPr>
          <a:xfrm>
            <a:off x="838200" y="533400"/>
            <a:ext cx="10896600" cy="1754326"/>
          </a:xfrm>
          <a:prstGeom prst="rect">
            <a:avLst/>
          </a:prstGeom>
          <a:noFill/>
        </p:spPr>
        <p:txBody>
          <a:bodyPr wrap="square">
            <a:spAutoFit/>
          </a:bodyPr>
          <a:lstStyle/>
          <a:p>
            <a:r>
              <a:rPr lang="en-US" b="0" i="0" dirty="0">
                <a:solidFill>
                  <a:srgbClr val="0F0F0F"/>
                </a:solidFill>
                <a:effectLst/>
                <a:latin typeface="Roboto" panose="02000000000000000000" pitchFamily="2" charset="0"/>
              </a:rPr>
              <a:t>Easiest Test Design Technique-</a:t>
            </a:r>
          </a:p>
          <a:p>
            <a:r>
              <a:rPr lang="en-US" b="0" i="0" dirty="0">
                <a:solidFill>
                  <a:srgbClr val="0F0F0F"/>
                </a:solidFill>
                <a:effectLst/>
                <a:latin typeface="Roboto" panose="02000000000000000000" pitchFamily="2" charset="0"/>
              </a:rPr>
              <a:t> 2 ranges are given-Min value and Max value are given:</a:t>
            </a:r>
          </a:p>
          <a:p>
            <a:r>
              <a:rPr lang="en-US" b="0" i="0" dirty="0">
                <a:solidFill>
                  <a:srgbClr val="0F0F0F"/>
                </a:solidFill>
                <a:effectLst/>
                <a:latin typeface="Roboto" panose="02000000000000000000" pitchFamily="2" charset="0"/>
              </a:rPr>
              <a:t> Lets assume password field -End user can enter min 6-max 30 characters. </a:t>
            </a:r>
          </a:p>
          <a:p>
            <a:r>
              <a:rPr lang="en-US" b="0" i="0" dirty="0">
                <a:solidFill>
                  <a:srgbClr val="0F0F0F"/>
                </a:solidFill>
                <a:effectLst/>
                <a:latin typeface="Roboto" panose="02000000000000000000" pitchFamily="2" charset="0"/>
              </a:rPr>
              <a:t>Lets assume x and y .</a:t>
            </a:r>
          </a:p>
          <a:p>
            <a:r>
              <a:rPr lang="en-US" b="0" i="0" dirty="0">
                <a:solidFill>
                  <a:srgbClr val="0F0F0F"/>
                </a:solidFill>
                <a:effectLst/>
                <a:latin typeface="Roboto" panose="02000000000000000000" pitchFamily="2" charset="0"/>
              </a:rPr>
              <a:t>Front end side-client side we have to test x-1.x.x+1 at min side: y-1,y,y+1 at max side. It should accept 31,32 and 6,7. </a:t>
            </a:r>
            <a:endParaRPr lang="en-IN" dirty="0"/>
          </a:p>
        </p:txBody>
      </p:sp>
    </p:spTree>
    <p:extLst>
      <p:ext uri="{BB962C8B-B14F-4D97-AF65-F5344CB8AC3E}">
        <p14:creationId xmlns:p14="http://schemas.microsoft.com/office/powerpoint/2010/main" val="5355315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9601DE2-22C4-E0E5-39F5-8E46CDE30D59}"/>
              </a:ext>
            </a:extLst>
          </p:cNvPr>
          <p:cNvGraphicFramePr>
            <a:graphicFrameLocks noGrp="1"/>
          </p:cNvGraphicFramePr>
          <p:nvPr>
            <p:extLst>
              <p:ext uri="{D42A27DB-BD31-4B8C-83A1-F6EECF244321}">
                <p14:modId xmlns:p14="http://schemas.microsoft.com/office/powerpoint/2010/main" val="1011162534"/>
              </p:ext>
            </p:extLst>
          </p:nvPr>
        </p:nvGraphicFramePr>
        <p:xfrm>
          <a:off x="685800" y="457200"/>
          <a:ext cx="11049000" cy="6805280"/>
        </p:xfrm>
        <a:graphic>
          <a:graphicData uri="http://schemas.openxmlformats.org/drawingml/2006/table">
            <a:tbl>
              <a:tblPr/>
              <a:tblGrid>
                <a:gridCol w="11049000">
                  <a:extLst>
                    <a:ext uri="{9D8B030D-6E8A-4147-A177-3AD203B41FA5}">
                      <a16:colId xmlns:a16="http://schemas.microsoft.com/office/drawing/2014/main" val="1068027940"/>
                    </a:ext>
                  </a:extLst>
                </a:gridCol>
              </a:tblGrid>
              <a:tr h="4772813">
                <a:tc>
                  <a:txBody>
                    <a:bodyPr/>
                    <a:lstStyle/>
                    <a:p>
                      <a:pPr fontAlgn="t">
                        <a:lnSpc>
                          <a:spcPts val="1500"/>
                        </a:lnSpc>
                        <a:buNone/>
                      </a:pPr>
                      <a:r>
                        <a:rPr lang="en-US" sz="2400" b="1" i="0" dirty="0">
                          <a:effectLst/>
                          <a:latin typeface="Segoe UI" panose="020B0502040204020203" pitchFamily="34" charset="0"/>
                        </a:rPr>
                        <a:t>Drawbacks of Boundary Value Analysis (BVA)</a:t>
                      </a:r>
                    </a:p>
                    <a:p>
                      <a:pPr fontAlgn="t">
                        <a:lnSpc>
                          <a:spcPts val="1500"/>
                        </a:lnSpc>
                        <a:buNone/>
                      </a:pPr>
                      <a:endParaRPr lang="en-US" sz="2400" b="1" i="0" dirty="0">
                        <a:effectLst/>
                        <a:latin typeface="Segoe UI" panose="020B0502040204020203" pitchFamily="34" charset="0"/>
                      </a:endParaRPr>
                    </a:p>
                    <a:p>
                      <a:pPr fontAlgn="t">
                        <a:lnSpc>
                          <a:spcPts val="1500"/>
                        </a:lnSpc>
                        <a:buNone/>
                      </a:pPr>
                      <a:r>
                        <a:rPr lang="en-US" sz="2400" b="0" i="0" dirty="0">
                          <a:effectLst/>
                          <a:latin typeface="Segoe UI" panose="020B0502040204020203" pitchFamily="34" charset="0"/>
                        </a:rPr>
                        <a:t>Boundary Value Analysis is a useful test design technique, but it has some </a:t>
                      </a:r>
                    </a:p>
                    <a:p>
                      <a:pPr fontAlgn="t">
                        <a:lnSpc>
                          <a:spcPts val="1500"/>
                        </a:lnSpc>
                        <a:buNone/>
                      </a:pPr>
                      <a:endParaRPr lang="en-US" sz="2400" b="0" i="0" dirty="0">
                        <a:effectLst/>
                        <a:latin typeface="Segoe UI" panose="020B0502040204020203" pitchFamily="34" charset="0"/>
                      </a:endParaRPr>
                    </a:p>
                    <a:p>
                      <a:pPr fontAlgn="t">
                        <a:lnSpc>
                          <a:spcPts val="1500"/>
                        </a:lnSpc>
                        <a:buNone/>
                      </a:pPr>
                      <a:r>
                        <a:rPr lang="en-US" sz="2400" b="0" i="0" dirty="0">
                          <a:effectLst/>
                          <a:latin typeface="Segoe UI" panose="020B0502040204020203" pitchFamily="34" charset="0"/>
                        </a:rPr>
                        <a:t>limitations.</a:t>
                      </a:r>
                    </a:p>
                    <a:p>
                      <a:pPr fontAlgn="t">
                        <a:lnSpc>
                          <a:spcPts val="1500"/>
                        </a:lnSpc>
                        <a:buNone/>
                      </a:pPr>
                      <a:endParaRPr lang="en-US" sz="2400" b="1" i="0" dirty="0">
                        <a:effectLst/>
                        <a:latin typeface="Segoe UI" panose="020B0502040204020203" pitchFamily="34" charset="0"/>
                      </a:endParaRPr>
                    </a:p>
                    <a:p>
                      <a:pPr fontAlgn="t">
                        <a:lnSpc>
                          <a:spcPts val="1500"/>
                        </a:lnSpc>
                        <a:buNone/>
                      </a:pPr>
                      <a:r>
                        <a:rPr lang="en-US" sz="2400" b="1" i="0" dirty="0">
                          <a:effectLst/>
                          <a:latin typeface="Segoe UI" panose="020B0502040204020203" pitchFamily="34" charset="0"/>
                        </a:rPr>
                        <a:t>Drawbacks:</a:t>
                      </a:r>
                    </a:p>
                    <a:p>
                      <a:pPr fontAlgn="t">
                        <a:lnSpc>
                          <a:spcPts val="1500"/>
                        </a:lnSpc>
                        <a:buNone/>
                      </a:pPr>
                      <a:endParaRPr lang="en-US" sz="2400" b="1" i="0" dirty="0">
                        <a:effectLst/>
                        <a:latin typeface="Segoe UI" panose="020B0502040204020203" pitchFamily="34" charset="0"/>
                      </a:endParaRPr>
                    </a:p>
                    <a:p>
                      <a:pPr fontAlgn="t">
                        <a:lnSpc>
                          <a:spcPts val="1500"/>
                        </a:lnSpc>
                        <a:buFont typeface="+mj-lt"/>
                        <a:buAutoNum type="arabicPeriod"/>
                      </a:pPr>
                      <a:r>
                        <a:rPr lang="en-US" sz="2400" b="1" i="0" dirty="0">
                          <a:effectLst/>
                          <a:latin typeface="Segoe UI" panose="020B0502040204020203" pitchFamily="34" charset="0"/>
                        </a:rPr>
                        <a:t>Only boundary values are tested</a:t>
                      </a:r>
                      <a:br>
                        <a:rPr lang="en-US" sz="2400" b="0" i="0" dirty="0">
                          <a:effectLst/>
                          <a:latin typeface="Segoe UI" panose="020B0502040204020203" pitchFamily="34" charset="0"/>
                        </a:rPr>
                      </a:br>
                      <a:endParaRPr lang="en-US" sz="2400" b="0" i="0" dirty="0">
                        <a:effectLst/>
                        <a:latin typeface="Segoe UI" panose="020B0502040204020203" pitchFamily="34" charset="0"/>
                      </a:endParaRPr>
                    </a:p>
                    <a:p>
                      <a:pPr fontAlgn="t">
                        <a:lnSpc>
                          <a:spcPts val="1500"/>
                        </a:lnSpc>
                        <a:buFont typeface="+mj-lt"/>
                        <a:buNone/>
                      </a:pPr>
                      <a:r>
                        <a:rPr lang="en-US" sz="2400" b="0" i="0" dirty="0">
                          <a:effectLst/>
                          <a:latin typeface="Segoe UI" panose="020B0502040204020203" pitchFamily="34" charset="0"/>
                        </a:rPr>
                        <a:t>It does not test the values in the middle of the input range, where defects may </a:t>
                      </a:r>
                    </a:p>
                    <a:p>
                      <a:pPr fontAlgn="t">
                        <a:lnSpc>
                          <a:spcPts val="1500"/>
                        </a:lnSpc>
                        <a:buFont typeface="+mj-lt"/>
                        <a:buNone/>
                      </a:pPr>
                      <a:endParaRPr lang="en-US" sz="2400" b="0" i="0" dirty="0">
                        <a:effectLst/>
                        <a:latin typeface="Segoe UI" panose="020B0502040204020203" pitchFamily="34" charset="0"/>
                      </a:endParaRPr>
                    </a:p>
                    <a:p>
                      <a:pPr fontAlgn="t">
                        <a:lnSpc>
                          <a:spcPts val="1500"/>
                        </a:lnSpc>
                        <a:buFont typeface="+mj-lt"/>
                        <a:buNone/>
                      </a:pPr>
                      <a:r>
                        <a:rPr lang="en-US" sz="2400" b="0" i="0" dirty="0">
                          <a:effectLst/>
                          <a:latin typeface="Segoe UI" panose="020B0502040204020203" pitchFamily="34" charset="0"/>
                        </a:rPr>
                        <a:t>also exist.</a:t>
                      </a:r>
                    </a:p>
                    <a:p>
                      <a:pPr fontAlgn="t">
                        <a:lnSpc>
                          <a:spcPts val="1500"/>
                        </a:lnSpc>
                        <a:buFont typeface="+mj-lt"/>
                        <a:buNone/>
                      </a:pPr>
                      <a:endParaRPr lang="en-US" sz="2400" b="0" i="0" dirty="0">
                        <a:effectLst/>
                        <a:latin typeface="Segoe UI" panose="020B0502040204020203" pitchFamily="34" charset="0"/>
                      </a:endParaRPr>
                    </a:p>
                    <a:p>
                      <a:pPr fontAlgn="t">
                        <a:lnSpc>
                          <a:spcPts val="1500"/>
                        </a:lnSpc>
                        <a:buFont typeface="+mj-lt"/>
                        <a:buNone/>
                      </a:pPr>
                      <a:r>
                        <a:rPr lang="en-US" sz="2400" b="1" i="0" dirty="0">
                          <a:effectLst/>
                          <a:latin typeface="Segoe UI" panose="020B0502040204020203" pitchFamily="34" charset="0"/>
                        </a:rPr>
                        <a:t>Not suitable for complex logic</a:t>
                      </a:r>
                    </a:p>
                    <a:p>
                      <a:pPr fontAlgn="t">
                        <a:lnSpc>
                          <a:spcPts val="1500"/>
                        </a:lnSpc>
                        <a:buFont typeface="+mj-lt"/>
                        <a:buNone/>
                      </a:pPr>
                      <a:br>
                        <a:rPr lang="en-US" sz="2400" b="0" i="0" dirty="0">
                          <a:effectLst/>
                          <a:latin typeface="Segoe UI" panose="020B0502040204020203" pitchFamily="34" charset="0"/>
                        </a:rPr>
                      </a:br>
                      <a:r>
                        <a:rPr lang="en-US" sz="2400" b="0" i="0" dirty="0">
                          <a:effectLst/>
                          <a:latin typeface="Segoe UI" panose="020B0502040204020203" pitchFamily="34" charset="0"/>
                        </a:rPr>
                        <a:t>BVA works well only when input ranges are clearly defined. It is not effective for </a:t>
                      </a:r>
                    </a:p>
                    <a:p>
                      <a:pPr fontAlgn="t">
                        <a:lnSpc>
                          <a:spcPts val="1500"/>
                        </a:lnSpc>
                        <a:buFont typeface="+mj-lt"/>
                        <a:buNone/>
                      </a:pPr>
                      <a:endParaRPr lang="en-US" sz="2400" b="0" i="0" dirty="0">
                        <a:effectLst/>
                        <a:latin typeface="Segoe UI" panose="020B0502040204020203" pitchFamily="34" charset="0"/>
                      </a:endParaRPr>
                    </a:p>
                    <a:p>
                      <a:pPr fontAlgn="t">
                        <a:lnSpc>
                          <a:spcPts val="1500"/>
                        </a:lnSpc>
                        <a:buFont typeface="+mj-lt"/>
                        <a:buNone/>
                      </a:pPr>
                      <a:r>
                        <a:rPr lang="en-US" sz="2400" b="0" i="0" dirty="0">
                          <a:effectLst/>
                          <a:latin typeface="Segoe UI" panose="020B0502040204020203" pitchFamily="34" charset="0"/>
                        </a:rPr>
                        <a:t>complex calculations or business rules.</a:t>
                      </a:r>
                    </a:p>
                    <a:p>
                      <a:pPr fontAlgn="t">
                        <a:lnSpc>
                          <a:spcPts val="1500"/>
                        </a:lnSpc>
                        <a:buFont typeface="+mj-lt"/>
                        <a:buNone/>
                      </a:pPr>
                      <a:endParaRPr lang="en-US" sz="2400" b="0" i="0" dirty="0">
                        <a:effectLst/>
                        <a:latin typeface="Segoe UI" panose="020B0502040204020203" pitchFamily="34" charset="0"/>
                      </a:endParaRPr>
                    </a:p>
                    <a:p>
                      <a:pPr fontAlgn="t">
                        <a:lnSpc>
                          <a:spcPts val="1500"/>
                        </a:lnSpc>
                        <a:buFont typeface="+mj-lt"/>
                        <a:buNone/>
                      </a:pPr>
                      <a:r>
                        <a:rPr lang="en-US" sz="2400" b="1" i="0" dirty="0">
                          <a:effectLst/>
                          <a:latin typeface="Segoe UI" panose="020B0502040204020203" pitchFamily="34" charset="0"/>
                        </a:rPr>
                        <a:t>Ignores internal structure</a:t>
                      </a:r>
                      <a:br>
                        <a:rPr lang="en-US" sz="2400" b="0" i="0" dirty="0">
                          <a:effectLst/>
                          <a:latin typeface="Segoe UI" panose="020B0502040204020203" pitchFamily="34" charset="0"/>
                        </a:rPr>
                      </a:br>
                      <a:endParaRPr lang="en-US" sz="2400" b="0" i="0" dirty="0">
                        <a:effectLst/>
                        <a:latin typeface="Segoe UI" panose="020B0502040204020203" pitchFamily="34" charset="0"/>
                      </a:endParaRPr>
                    </a:p>
                    <a:p>
                      <a:pPr fontAlgn="t">
                        <a:lnSpc>
                          <a:spcPts val="1500"/>
                        </a:lnSpc>
                        <a:buFont typeface="+mj-lt"/>
                        <a:buNone/>
                      </a:pPr>
                      <a:r>
                        <a:rPr lang="en-US" sz="2400" b="0" i="0" dirty="0">
                          <a:effectLst/>
                          <a:latin typeface="Segoe UI" panose="020B0502040204020203" pitchFamily="34" charset="0"/>
                        </a:rPr>
                        <a:t>Since BVA is a black‑box technique, internal program logic is not tested.</a:t>
                      </a:r>
                    </a:p>
                    <a:p>
                      <a:pPr fontAlgn="t">
                        <a:lnSpc>
                          <a:spcPts val="1500"/>
                        </a:lnSpc>
                        <a:buFont typeface="+mj-lt"/>
                        <a:buNone/>
                      </a:pPr>
                      <a:endParaRPr lang="en-US" sz="2400" b="0" i="0" dirty="0">
                        <a:effectLst/>
                        <a:latin typeface="Segoe UI" panose="020B0502040204020203" pitchFamily="34" charset="0"/>
                      </a:endParaRPr>
                    </a:p>
                    <a:p>
                      <a:pPr fontAlgn="t">
                        <a:lnSpc>
                          <a:spcPts val="1500"/>
                        </a:lnSpc>
                        <a:buFont typeface="+mj-lt"/>
                        <a:buNone/>
                      </a:pPr>
                      <a:r>
                        <a:rPr lang="en-US" sz="2400" b="1" i="0" dirty="0">
                          <a:effectLst/>
                          <a:latin typeface="Segoe UI" panose="020B0502040204020203" pitchFamily="34" charset="0"/>
                        </a:rPr>
                        <a:t>Does not test combinations of inputs</a:t>
                      </a:r>
                    </a:p>
                    <a:p>
                      <a:pPr fontAlgn="t">
                        <a:lnSpc>
                          <a:spcPts val="1500"/>
                        </a:lnSpc>
                        <a:buFont typeface="+mj-lt"/>
                        <a:buNone/>
                      </a:pPr>
                      <a:br>
                        <a:rPr lang="en-US" sz="2400" b="0" i="0" dirty="0">
                          <a:effectLst/>
                          <a:latin typeface="Segoe UI" panose="020B0502040204020203" pitchFamily="34" charset="0"/>
                        </a:rPr>
                      </a:br>
                      <a:r>
                        <a:rPr lang="en-US" sz="2400" b="0" i="0" dirty="0">
                          <a:effectLst/>
                          <a:latin typeface="Segoe UI" panose="020B0502040204020203" pitchFamily="34" charset="0"/>
                        </a:rPr>
                        <a:t>It focuses on one variable at a time and ignores interaction between multiple</a:t>
                      </a:r>
                    </a:p>
                    <a:p>
                      <a:pPr fontAlgn="t">
                        <a:lnSpc>
                          <a:spcPts val="1500"/>
                        </a:lnSpc>
                        <a:buFont typeface="+mj-lt"/>
                        <a:buNone/>
                      </a:pPr>
                      <a:endParaRPr lang="en-US" sz="2400" b="0" i="0" dirty="0">
                        <a:effectLst/>
                        <a:latin typeface="Segoe UI" panose="020B0502040204020203" pitchFamily="34" charset="0"/>
                      </a:endParaRPr>
                    </a:p>
                    <a:p>
                      <a:pPr fontAlgn="t">
                        <a:lnSpc>
                          <a:spcPts val="1500"/>
                        </a:lnSpc>
                        <a:buFont typeface="+mj-lt"/>
                        <a:buNone/>
                      </a:pPr>
                      <a:r>
                        <a:rPr lang="en-US" sz="2400" b="0" i="0" dirty="0">
                          <a:effectLst/>
                          <a:latin typeface="Segoe UI" panose="020B0502040204020203" pitchFamily="34" charset="0"/>
                        </a:rPr>
                        <a:t> input variables.</a:t>
                      </a:r>
                    </a:p>
                    <a:p>
                      <a:pPr fontAlgn="t">
                        <a:lnSpc>
                          <a:spcPts val="1500"/>
                        </a:lnSpc>
                        <a:buFont typeface="+mj-lt"/>
                        <a:buNone/>
                      </a:pPr>
                      <a:endParaRPr lang="en-US" sz="2400" b="0" i="0" dirty="0">
                        <a:effectLst/>
                        <a:latin typeface="Segoe UI" panose="020B0502040204020203" pitchFamily="34" charset="0"/>
                      </a:endParaRPr>
                    </a:p>
                    <a:p>
                      <a:pPr fontAlgn="t">
                        <a:lnSpc>
                          <a:spcPts val="1500"/>
                        </a:lnSpc>
                        <a:buFont typeface="+mj-lt"/>
                        <a:buNone/>
                      </a:pPr>
                      <a:r>
                        <a:rPr lang="en-US" sz="2400" b="1" i="0" dirty="0">
                          <a:effectLst/>
                          <a:latin typeface="Segoe UI" panose="020B0502040204020203" pitchFamily="34" charset="0"/>
                        </a:rPr>
                        <a:t>May miss logical errors</a:t>
                      </a:r>
                      <a:br>
                        <a:rPr lang="en-US" sz="2400" b="0" i="0" dirty="0">
                          <a:effectLst/>
                          <a:latin typeface="Segoe UI" panose="020B0502040204020203" pitchFamily="34" charset="0"/>
                        </a:rPr>
                      </a:br>
                      <a:endParaRPr lang="en-US" sz="2400" b="0" i="0" dirty="0">
                        <a:effectLst/>
                        <a:latin typeface="Segoe UI" panose="020B0502040204020203" pitchFamily="34" charset="0"/>
                      </a:endParaRPr>
                    </a:p>
                    <a:p>
                      <a:pPr fontAlgn="t">
                        <a:lnSpc>
                          <a:spcPts val="1500"/>
                        </a:lnSpc>
                        <a:buFont typeface="+mj-lt"/>
                        <a:buNone/>
                      </a:pPr>
                      <a:r>
                        <a:rPr lang="en-US" sz="2400" b="0" i="0" dirty="0">
                          <a:effectLst/>
                          <a:latin typeface="Segoe UI" panose="020B0502040204020203" pitchFamily="34" charset="0"/>
                        </a:rPr>
                        <a:t>If a defect is not related to boundary values, BVA will not detect it.</a:t>
                      </a:r>
                    </a:p>
                  </a:txBody>
                  <a:tcPr marL="55077" marR="55077" marT="27538" marB="27538">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2283461546"/>
                  </a:ext>
                </a:extLst>
              </a:tr>
              <a:tr h="419889">
                <a:tc>
                  <a:txBody>
                    <a:bodyPr/>
                    <a:lstStyle/>
                    <a:p>
                      <a:endParaRPr lang="en-IN" sz="1100" dirty="0"/>
                    </a:p>
                  </a:txBody>
                  <a:tcPr marL="55077" marR="55077" marT="27538" marB="27538">
                    <a:lnT w="7620" cap="flat" cmpd="sng" algn="ctr">
                      <a:solidFill>
                        <a:srgbClr val="E6E6E6"/>
                      </a:solidFill>
                      <a:prstDash val="solid"/>
                      <a:round/>
                      <a:headEnd type="none" w="med" len="med"/>
                      <a:tailEnd type="none" w="med" len="med"/>
                    </a:lnT>
                  </a:tcPr>
                </a:tc>
                <a:extLst>
                  <a:ext uri="{0D108BD9-81ED-4DB2-BD59-A6C34878D82A}">
                    <a16:rowId xmlns:a16="http://schemas.microsoft.com/office/drawing/2014/main" val="919587548"/>
                  </a:ext>
                </a:extLst>
              </a:tr>
            </a:tbl>
          </a:graphicData>
        </a:graphic>
      </p:graphicFrame>
    </p:spTree>
    <p:extLst>
      <p:ext uri="{BB962C8B-B14F-4D97-AF65-F5344CB8AC3E}">
        <p14:creationId xmlns:p14="http://schemas.microsoft.com/office/powerpoint/2010/main" val="19942509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6FFAFC2-9ADB-FCF7-95D9-F8E691A27B16}"/>
              </a:ext>
            </a:extLst>
          </p:cNvPr>
          <p:cNvGraphicFramePr>
            <a:graphicFrameLocks noGrp="1"/>
          </p:cNvGraphicFramePr>
          <p:nvPr>
            <p:extLst>
              <p:ext uri="{D42A27DB-BD31-4B8C-83A1-F6EECF244321}">
                <p14:modId xmlns:p14="http://schemas.microsoft.com/office/powerpoint/2010/main" val="1319421665"/>
              </p:ext>
            </p:extLst>
          </p:nvPr>
        </p:nvGraphicFramePr>
        <p:xfrm>
          <a:off x="1177159" y="120339"/>
          <a:ext cx="5502276" cy="1087755"/>
        </p:xfrm>
        <a:graphic>
          <a:graphicData uri="http://schemas.openxmlformats.org/drawingml/2006/table">
            <a:tbl>
              <a:tblPr/>
              <a:tblGrid>
                <a:gridCol w="5502276">
                  <a:extLst>
                    <a:ext uri="{9D8B030D-6E8A-4147-A177-3AD203B41FA5}">
                      <a16:colId xmlns:a16="http://schemas.microsoft.com/office/drawing/2014/main" val="3261633831"/>
                    </a:ext>
                  </a:extLst>
                </a:gridCol>
              </a:tblGrid>
              <a:tr h="407921">
                <a:tc>
                  <a:txBody>
                    <a:bodyPr/>
                    <a:lstStyle/>
                    <a:p>
                      <a:pPr fontAlgn="t">
                        <a:lnSpc>
                          <a:spcPts val="1500"/>
                        </a:lnSpc>
                        <a:buNone/>
                      </a:pPr>
                      <a:r>
                        <a:rPr lang="en-US" sz="2000" b="1" i="0" dirty="0">
                          <a:effectLst/>
                          <a:latin typeface="Segoe UI" panose="020B0502040204020203" pitchFamily="34" charset="0"/>
                        </a:rPr>
                        <a:t>Write Test Cases for DATE Function</a:t>
                      </a:r>
                    </a:p>
                    <a:p>
                      <a:pPr fontAlgn="t">
                        <a:lnSpc>
                          <a:spcPts val="1500"/>
                        </a:lnSpc>
                        <a:buNone/>
                      </a:pPr>
                      <a:r>
                        <a:rPr lang="en-US" sz="2000" b="1" i="0" dirty="0">
                          <a:effectLst/>
                          <a:latin typeface="Segoe UI" panose="020B0502040204020203" pitchFamily="34" charset="0"/>
                        </a:rPr>
                        <a:t>Inputs: Day (DD), Month (MM), Year (YYYY)</a:t>
                      </a:r>
                    </a:p>
                    <a:p>
                      <a:pPr fontAlgn="t">
                        <a:lnSpc>
                          <a:spcPts val="1500"/>
                        </a:lnSpc>
                        <a:buNone/>
                      </a:pPr>
                      <a:r>
                        <a:rPr lang="en-US" sz="2000" b="1" i="0" dirty="0">
                          <a:effectLst/>
                          <a:latin typeface="Segoe UI" panose="020B0502040204020203" pitchFamily="34" charset="0"/>
                        </a:rPr>
                        <a:t>Output: Valid Date / Invalid Date</a:t>
                      </a:r>
                    </a:p>
                  </a:txBody>
                  <a:tcP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511115338"/>
                  </a:ext>
                </a:extLst>
              </a:tr>
              <a:tr h="233740">
                <a:tc>
                  <a:txBody>
                    <a:bodyPr/>
                    <a:lstStyle/>
                    <a:p>
                      <a:endParaRPr lang="en-IN" sz="2000" dirty="0"/>
                    </a:p>
                  </a:txBody>
                  <a:tcPr>
                    <a:lnT w="7620" cap="flat" cmpd="sng" algn="ctr">
                      <a:solidFill>
                        <a:srgbClr val="E6E6E6"/>
                      </a:solidFill>
                      <a:prstDash val="solid"/>
                      <a:round/>
                      <a:headEnd type="none" w="med" len="med"/>
                      <a:tailEnd type="none" w="med" len="med"/>
                    </a:lnT>
                  </a:tcPr>
                </a:tc>
                <a:extLst>
                  <a:ext uri="{0D108BD9-81ED-4DB2-BD59-A6C34878D82A}">
                    <a16:rowId xmlns:a16="http://schemas.microsoft.com/office/drawing/2014/main" val="1440057949"/>
                  </a:ext>
                </a:extLst>
              </a:tr>
            </a:tbl>
          </a:graphicData>
        </a:graphic>
      </p:graphicFrame>
      <p:graphicFrame>
        <p:nvGraphicFramePr>
          <p:cNvPr id="3" name="Table 2">
            <a:extLst>
              <a:ext uri="{FF2B5EF4-FFF2-40B4-BE49-F238E27FC236}">
                <a16:creationId xmlns:a16="http://schemas.microsoft.com/office/drawing/2014/main" id="{63A93AEF-E368-FCED-2A39-8DF3D20DF6CB}"/>
              </a:ext>
            </a:extLst>
          </p:cNvPr>
          <p:cNvGraphicFramePr>
            <a:graphicFrameLocks noGrp="1"/>
          </p:cNvGraphicFramePr>
          <p:nvPr>
            <p:extLst>
              <p:ext uri="{D42A27DB-BD31-4B8C-83A1-F6EECF244321}">
                <p14:modId xmlns:p14="http://schemas.microsoft.com/office/powerpoint/2010/main" val="778227946"/>
              </p:ext>
            </p:extLst>
          </p:nvPr>
        </p:nvGraphicFramePr>
        <p:xfrm>
          <a:off x="457200" y="1371600"/>
          <a:ext cx="5502276" cy="2322195"/>
        </p:xfrm>
        <a:graphic>
          <a:graphicData uri="http://schemas.openxmlformats.org/drawingml/2006/table">
            <a:tbl>
              <a:tblPr/>
              <a:tblGrid>
                <a:gridCol w="1834092">
                  <a:extLst>
                    <a:ext uri="{9D8B030D-6E8A-4147-A177-3AD203B41FA5}">
                      <a16:colId xmlns:a16="http://schemas.microsoft.com/office/drawing/2014/main" val="630533137"/>
                    </a:ext>
                  </a:extLst>
                </a:gridCol>
                <a:gridCol w="1834092">
                  <a:extLst>
                    <a:ext uri="{9D8B030D-6E8A-4147-A177-3AD203B41FA5}">
                      <a16:colId xmlns:a16="http://schemas.microsoft.com/office/drawing/2014/main" val="2569836380"/>
                    </a:ext>
                  </a:extLst>
                </a:gridCol>
                <a:gridCol w="1834092">
                  <a:extLst>
                    <a:ext uri="{9D8B030D-6E8A-4147-A177-3AD203B41FA5}">
                      <a16:colId xmlns:a16="http://schemas.microsoft.com/office/drawing/2014/main" val="3168020254"/>
                    </a:ext>
                  </a:extLst>
                </a:gridCol>
              </a:tblGrid>
              <a:tr h="493395">
                <a:tc>
                  <a:txBody>
                    <a:bodyPr/>
                    <a:lstStyle/>
                    <a:p>
                      <a:pPr fontAlgn="t">
                        <a:lnSpc>
                          <a:spcPts val="1500"/>
                        </a:lnSpc>
                        <a:buNone/>
                      </a:pPr>
                      <a:r>
                        <a:rPr lang="en-IN" sz="1800" b="1" i="0">
                          <a:effectLst/>
                          <a:latin typeface="Segoe UI" panose="020B0502040204020203" pitchFamily="34" charset="0"/>
                        </a:rPr>
                        <a:t>Positive Test Cases</a:t>
                      </a:r>
                    </a:p>
                  </a:txBody>
                  <a:tcP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endParaRPr lang="en-IN" sz="1800"/>
                    </a:p>
                  </a:txBody>
                  <a:tcPr>
                    <a:lnL w="7620" cap="flat" cmpd="sng" algn="ctr">
                      <a:solidFill>
                        <a:srgbClr val="E6E6E6"/>
                      </a:solidFill>
                      <a:prstDash val="solid"/>
                      <a:round/>
                      <a:headEnd type="none" w="med" len="med"/>
                      <a:tailEnd type="none" w="med" len="med"/>
                    </a:lnL>
                    <a:lnB w="7620" cap="flat" cmpd="sng" algn="ctr">
                      <a:solidFill>
                        <a:srgbClr val="E6E6E6"/>
                      </a:solidFill>
                      <a:prstDash val="solid"/>
                      <a:round/>
                      <a:headEnd type="none" w="med" len="med"/>
                      <a:tailEnd type="none" w="med" len="med"/>
                    </a:lnB>
                  </a:tcPr>
                </a:tc>
                <a:tc>
                  <a:txBody>
                    <a:bodyPr/>
                    <a:lstStyle/>
                    <a:p>
                      <a:endParaRPr lang="en-IN" sz="1800"/>
                    </a:p>
                  </a:txBody>
                  <a:tcPr>
                    <a:lnB w="7620"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2612362796"/>
                  </a:ext>
                </a:extLst>
              </a:tr>
              <a:tr h="365760">
                <a:tc>
                  <a:txBody>
                    <a:bodyPr/>
                    <a:lstStyle/>
                    <a:p>
                      <a:pPr>
                        <a:buNone/>
                      </a:pPr>
                      <a:r>
                        <a:rPr lang="en-IN" sz="1800">
                          <a:effectLst/>
                        </a:rPr>
                        <a:t>Test Case</a:t>
                      </a: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en-IN" sz="1800" dirty="0">
                          <a:effectLst/>
                        </a:rPr>
                        <a:t>Input</a:t>
                      </a: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en-IN" sz="1800">
                          <a:effectLst/>
                        </a:rPr>
                        <a:t>Expected Result</a:t>
                      </a: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904977281"/>
                  </a:ext>
                </a:extLst>
              </a:tr>
              <a:tr h="365760">
                <a:tc>
                  <a:txBody>
                    <a:bodyPr/>
                    <a:lstStyle/>
                    <a:p>
                      <a:pPr>
                        <a:buNone/>
                      </a:pPr>
                      <a:r>
                        <a:rPr lang="en-IN" sz="1800">
                          <a:effectLst/>
                        </a:rPr>
                        <a:t>TC01</a:t>
                      </a: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en-IN" sz="1800">
                          <a:effectLst/>
                        </a:rPr>
                        <a:t>01‑01‑2024</a:t>
                      </a: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en-IN" sz="1800">
                          <a:effectLst/>
                        </a:rPr>
                        <a:t>Valid date</a:t>
                      </a: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406919758"/>
                  </a:ext>
                </a:extLst>
              </a:tr>
              <a:tr h="365760">
                <a:tc>
                  <a:txBody>
                    <a:bodyPr/>
                    <a:lstStyle/>
                    <a:p>
                      <a:pPr>
                        <a:buNone/>
                      </a:pPr>
                      <a:r>
                        <a:rPr lang="en-IN" sz="1800">
                          <a:effectLst/>
                        </a:rPr>
                        <a:t>TC02</a:t>
                      </a: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en-IN" sz="1800">
                          <a:effectLst/>
                        </a:rPr>
                        <a:t>31‑12‑2025</a:t>
                      </a: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en-IN" sz="1800">
                          <a:effectLst/>
                        </a:rPr>
                        <a:t>Valid date</a:t>
                      </a: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2838557709"/>
                  </a:ext>
                </a:extLst>
              </a:tr>
              <a:tr h="365760">
                <a:tc>
                  <a:txBody>
                    <a:bodyPr/>
                    <a:lstStyle/>
                    <a:p>
                      <a:pPr>
                        <a:buNone/>
                      </a:pPr>
                      <a:r>
                        <a:rPr lang="en-IN" sz="1800">
                          <a:effectLst/>
                        </a:rPr>
                        <a:t>TC03</a:t>
                      </a: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en-IN" sz="1800">
                          <a:effectLst/>
                        </a:rPr>
                        <a:t>29‑02‑2024</a:t>
                      </a: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en-IN" sz="1800">
                          <a:effectLst/>
                        </a:rPr>
                        <a:t>Valid (Leap year)</a:t>
                      </a: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537422127"/>
                  </a:ext>
                </a:extLst>
              </a:tr>
              <a:tr h="365760">
                <a:tc>
                  <a:txBody>
                    <a:bodyPr/>
                    <a:lstStyle/>
                    <a:p>
                      <a:pPr>
                        <a:buNone/>
                      </a:pPr>
                      <a:r>
                        <a:rPr lang="en-IN" sz="1800">
                          <a:effectLst/>
                        </a:rPr>
                        <a:t>TC04</a:t>
                      </a: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en-IN" sz="1800">
                          <a:effectLst/>
                        </a:rPr>
                        <a:t>30‑06‑2023</a:t>
                      </a: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en-IN" sz="1800" dirty="0">
                          <a:effectLst/>
                        </a:rPr>
                        <a:t>Valid date</a:t>
                      </a: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977706083"/>
                  </a:ext>
                </a:extLst>
              </a:tr>
            </a:tbl>
          </a:graphicData>
        </a:graphic>
      </p:graphicFrame>
      <p:graphicFrame>
        <p:nvGraphicFramePr>
          <p:cNvPr id="4" name="Table 3">
            <a:extLst>
              <a:ext uri="{FF2B5EF4-FFF2-40B4-BE49-F238E27FC236}">
                <a16:creationId xmlns:a16="http://schemas.microsoft.com/office/drawing/2014/main" id="{08500E50-A1CA-87B3-4026-E8420949F551}"/>
              </a:ext>
            </a:extLst>
          </p:cNvPr>
          <p:cNvGraphicFramePr>
            <a:graphicFrameLocks noGrp="1"/>
          </p:cNvGraphicFramePr>
          <p:nvPr>
            <p:extLst>
              <p:ext uri="{D42A27DB-BD31-4B8C-83A1-F6EECF244321}">
                <p14:modId xmlns:p14="http://schemas.microsoft.com/office/powerpoint/2010/main" val="1413527511"/>
              </p:ext>
            </p:extLst>
          </p:nvPr>
        </p:nvGraphicFramePr>
        <p:xfrm>
          <a:off x="6477000" y="1371600"/>
          <a:ext cx="4856880" cy="2598130"/>
        </p:xfrm>
        <a:graphic>
          <a:graphicData uri="http://schemas.openxmlformats.org/drawingml/2006/table">
            <a:tbl>
              <a:tblPr/>
              <a:tblGrid>
                <a:gridCol w="1618960">
                  <a:extLst>
                    <a:ext uri="{9D8B030D-6E8A-4147-A177-3AD203B41FA5}">
                      <a16:colId xmlns:a16="http://schemas.microsoft.com/office/drawing/2014/main" val="862512020"/>
                    </a:ext>
                  </a:extLst>
                </a:gridCol>
                <a:gridCol w="1618960">
                  <a:extLst>
                    <a:ext uri="{9D8B030D-6E8A-4147-A177-3AD203B41FA5}">
                      <a16:colId xmlns:a16="http://schemas.microsoft.com/office/drawing/2014/main" val="2348933512"/>
                    </a:ext>
                  </a:extLst>
                </a:gridCol>
                <a:gridCol w="1618960">
                  <a:extLst>
                    <a:ext uri="{9D8B030D-6E8A-4147-A177-3AD203B41FA5}">
                      <a16:colId xmlns:a16="http://schemas.microsoft.com/office/drawing/2014/main" val="1305172033"/>
                    </a:ext>
                  </a:extLst>
                </a:gridCol>
              </a:tblGrid>
              <a:tr h="322858">
                <a:tc>
                  <a:txBody>
                    <a:bodyPr/>
                    <a:lstStyle/>
                    <a:p>
                      <a:pPr>
                        <a:buNone/>
                      </a:pPr>
                      <a:r>
                        <a:rPr lang="en-IN" sz="1600">
                          <a:effectLst/>
                        </a:rPr>
                        <a:t>Test Case</a:t>
                      </a:r>
                    </a:p>
                  </a:txBody>
                  <a:tcPr marL="80714" marR="80714" marT="40357" marB="40357"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en-IN" sz="1600">
                          <a:effectLst/>
                        </a:rPr>
                        <a:t>Input</a:t>
                      </a:r>
                    </a:p>
                  </a:txBody>
                  <a:tcPr marL="80714" marR="80714" marT="40357" marB="40357"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en-IN" sz="1600" dirty="0">
                          <a:effectLst/>
                        </a:rPr>
                        <a:t>Expected Result</a:t>
                      </a:r>
                    </a:p>
                  </a:txBody>
                  <a:tcPr marL="80714" marR="80714" marT="40357" marB="40357"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611058802"/>
                  </a:ext>
                </a:extLst>
              </a:tr>
              <a:tr h="565001">
                <a:tc>
                  <a:txBody>
                    <a:bodyPr/>
                    <a:lstStyle/>
                    <a:p>
                      <a:pPr>
                        <a:buNone/>
                      </a:pPr>
                      <a:r>
                        <a:rPr lang="en-IN" sz="1600">
                          <a:effectLst/>
                        </a:rPr>
                        <a:t>TC05</a:t>
                      </a:r>
                    </a:p>
                  </a:txBody>
                  <a:tcPr marL="80714" marR="80714" marT="40357" marB="40357"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en-IN" sz="1600">
                          <a:effectLst/>
                        </a:rPr>
                        <a:t>31‑04‑2023</a:t>
                      </a:r>
                    </a:p>
                  </a:txBody>
                  <a:tcPr marL="80714" marR="80714" marT="40357" marB="40357"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en-US" sz="1600">
                          <a:effectLst/>
                        </a:rPr>
                        <a:t>Invalid (April has 30 days)</a:t>
                      </a:r>
                    </a:p>
                  </a:txBody>
                  <a:tcPr marL="80714" marR="80714" marT="40357" marB="40357"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724966798"/>
                  </a:ext>
                </a:extLst>
              </a:tr>
              <a:tr h="565001">
                <a:tc>
                  <a:txBody>
                    <a:bodyPr/>
                    <a:lstStyle/>
                    <a:p>
                      <a:pPr>
                        <a:buNone/>
                      </a:pPr>
                      <a:r>
                        <a:rPr lang="en-IN" sz="1600">
                          <a:effectLst/>
                        </a:rPr>
                        <a:t>TC06</a:t>
                      </a:r>
                    </a:p>
                  </a:txBody>
                  <a:tcPr marL="80714" marR="80714" marT="40357" marB="40357"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en-IN" sz="1600">
                          <a:effectLst/>
                        </a:rPr>
                        <a:t>29‑02‑2023</a:t>
                      </a:r>
                    </a:p>
                  </a:txBody>
                  <a:tcPr marL="80714" marR="80714" marT="40357" marB="40357"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en-IN" sz="1600">
                          <a:effectLst/>
                        </a:rPr>
                        <a:t>Invalid (Not leap year)</a:t>
                      </a:r>
                    </a:p>
                  </a:txBody>
                  <a:tcPr marL="80714" marR="80714" marT="40357" marB="40357"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2746438563"/>
                  </a:ext>
                </a:extLst>
              </a:tr>
              <a:tr h="565001">
                <a:tc>
                  <a:txBody>
                    <a:bodyPr/>
                    <a:lstStyle/>
                    <a:p>
                      <a:pPr>
                        <a:buNone/>
                      </a:pPr>
                      <a:r>
                        <a:rPr lang="en-IN" sz="1600">
                          <a:effectLst/>
                        </a:rPr>
                        <a:t>TC07</a:t>
                      </a:r>
                    </a:p>
                  </a:txBody>
                  <a:tcPr marL="80714" marR="80714" marT="40357" marB="40357"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en-IN" sz="1600">
                          <a:effectLst/>
                        </a:rPr>
                        <a:t>32‑01‑2024</a:t>
                      </a:r>
                    </a:p>
                  </a:txBody>
                  <a:tcPr marL="80714" marR="80714" marT="40357" marB="40357"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en-US" sz="1600">
                          <a:effectLst/>
                        </a:rPr>
                        <a:t>Invalid (Day out of range)</a:t>
                      </a:r>
                    </a:p>
                  </a:txBody>
                  <a:tcPr marL="80714" marR="80714" marT="40357" marB="40357"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4243344152"/>
                  </a:ext>
                </a:extLst>
              </a:tr>
              <a:tr h="565001">
                <a:tc>
                  <a:txBody>
                    <a:bodyPr/>
                    <a:lstStyle/>
                    <a:p>
                      <a:pPr>
                        <a:buNone/>
                      </a:pPr>
                      <a:r>
                        <a:rPr lang="en-IN" sz="1600">
                          <a:effectLst/>
                        </a:rPr>
                        <a:t>TC08</a:t>
                      </a:r>
                    </a:p>
                  </a:txBody>
                  <a:tcPr marL="80714" marR="80714" marT="40357" marB="40357"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en-IN" sz="1600">
                          <a:effectLst/>
                        </a:rPr>
                        <a:t>15‑13‑2024</a:t>
                      </a:r>
                    </a:p>
                  </a:txBody>
                  <a:tcPr marL="80714" marR="80714" marT="40357" marB="40357"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en-US" sz="1600" dirty="0">
                          <a:effectLst/>
                        </a:rPr>
                        <a:t>Invalid (Month out of range)</a:t>
                      </a:r>
                    </a:p>
                  </a:txBody>
                  <a:tcPr marL="80714" marR="80714" marT="40357" marB="40357"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991463311"/>
                  </a:ext>
                </a:extLst>
              </a:tr>
            </a:tbl>
          </a:graphicData>
        </a:graphic>
      </p:graphicFrame>
      <p:graphicFrame>
        <p:nvGraphicFramePr>
          <p:cNvPr id="5" name="Table 4">
            <a:extLst>
              <a:ext uri="{FF2B5EF4-FFF2-40B4-BE49-F238E27FC236}">
                <a16:creationId xmlns:a16="http://schemas.microsoft.com/office/drawing/2014/main" id="{5D270E5C-D516-4354-8311-C9A7CC6D38CB}"/>
              </a:ext>
            </a:extLst>
          </p:cNvPr>
          <p:cNvGraphicFramePr>
            <a:graphicFrameLocks noGrp="1"/>
          </p:cNvGraphicFramePr>
          <p:nvPr>
            <p:extLst>
              <p:ext uri="{D42A27DB-BD31-4B8C-83A1-F6EECF244321}">
                <p14:modId xmlns:p14="http://schemas.microsoft.com/office/powerpoint/2010/main" val="1034455532"/>
              </p:ext>
            </p:extLst>
          </p:nvPr>
        </p:nvGraphicFramePr>
        <p:xfrm>
          <a:off x="11333880" y="3458128"/>
          <a:ext cx="890409" cy="1350216"/>
        </p:xfrm>
        <a:graphic>
          <a:graphicData uri="http://schemas.openxmlformats.org/drawingml/2006/table">
            <a:tbl>
              <a:tblPr/>
              <a:tblGrid>
                <a:gridCol w="140194">
                  <a:extLst>
                    <a:ext uri="{9D8B030D-6E8A-4147-A177-3AD203B41FA5}">
                      <a16:colId xmlns:a16="http://schemas.microsoft.com/office/drawing/2014/main" val="723611237"/>
                    </a:ext>
                  </a:extLst>
                </a:gridCol>
                <a:gridCol w="146544">
                  <a:extLst>
                    <a:ext uri="{9D8B030D-6E8A-4147-A177-3AD203B41FA5}">
                      <a16:colId xmlns:a16="http://schemas.microsoft.com/office/drawing/2014/main" val="1995480449"/>
                    </a:ext>
                  </a:extLst>
                </a:gridCol>
                <a:gridCol w="603671">
                  <a:extLst>
                    <a:ext uri="{9D8B030D-6E8A-4147-A177-3AD203B41FA5}">
                      <a16:colId xmlns:a16="http://schemas.microsoft.com/office/drawing/2014/main" val="3336944183"/>
                    </a:ext>
                  </a:extLst>
                </a:gridCol>
              </a:tblGrid>
              <a:tr h="0">
                <a:tc>
                  <a:txBody>
                    <a:bodyPr/>
                    <a:lstStyle/>
                    <a:p>
                      <a:pPr>
                        <a:buNone/>
                      </a:pPr>
                      <a:endParaRPr lang="en-IN" sz="1100" dirty="0">
                        <a:effectLst/>
                      </a:endParaRPr>
                    </a:p>
                  </a:txBody>
                  <a:tcPr marL="57397" marR="57397" marT="28698" marB="28698"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endParaRPr lang="en-IN" sz="1100" dirty="0">
                        <a:effectLst/>
                      </a:endParaRPr>
                    </a:p>
                  </a:txBody>
                  <a:tcPr marL="57397" marR="57397" marT="28698" marB="28698"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endParaRPr lang="en-IN" sz="1100" dirty="0">
                        <a:effectLst/>
                      </a:endParaRPr>
                    </a:p>
                  </a:txBody>
                  <a:tcPr marL="57397" marR="57397" marT="28698" marB="28698"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712549650"/>
                  </a:ext>
                </a:extLst>
              </a:tr>
              <a:tr h="0">
                <a:tc>
                  <a:txBody>
                    <a:bodyPr/>
                    <a:lstStyle/>
                    <a:p>
                      <a:pPr>
                        <a:buNone/>
                      </a:pPr>
                      <a:endParaRPr lang="en-IN" sz="1100" dirty="0">
                        <a:effectLst/>
                      </a:endParaRPr>
                    </a:p>
                  </a:txBody>
                  <a:tcPr marL="57397" marR="57397" marT="28698" marB="28698"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endParaRPr lang="en-IN" sz="1100" dirty="0">
                        <a:effectLst/>
                      </a:endParaRPr>
                    </a:p>
                  </a:txBody>
                  <a:tcPr marL="57397" marR="57397" marT="28698" marB="28698"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endParaRPr lang="en-US" sz="1100" dirty="0">
                        <a:effectLst/>
                      </a:endParaRPr>
                    </a:p>
                  </a:txBody>
                  <a:tcPr marL="57397" marR="57397" marT="28698" marB="28698"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2000332403"/>
                  </a:ext>
                </a:extLst>
              </a:tr>
              <a:tr h="0">
                <a:tc>
                  <a:txBody>
                    <a:bodyPr/>
                    <a:lstStyle/>
                    <a:p>
                      <a:pPr>
                        <a:buNone/>
                      </a:pPr>
                      <a:endParaRPr lang="en-IN" sz="1100" dirty="0">
                        <a:effectLst/>
                      </a:endParaRPr>
                    </a:p>
                  </a:txBody>
                  <a:tcPr marL="57397" marR="57397" marT="28698" marB="28698"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endParaRPr lang="en-IN" sz="1100" dirty="0">
                        <a:effectLst/>
                      </a:endParaRPr>
                    </a:p>
                  </a:txBody>
                  <a:tcPr marL="57397" marR="57397" marT="28698" marB="28698"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endParaRPr lang="en-IN" sz="1100" dirty="0">
                        <a:effectLst/>
                      </a:endParaRPr>
                    </a:p>
                  </a:txBody>
                  <a:tcPr marL="57397" marR="57397" marT="28698" marB="28698"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613468899"/>
                  </a:ext>
                </a:extLst>
              </a:tr>
              <a:tr h="0">
                <a:tc>
                  <a:txBody>
                    <a:bodyPr/>
                    <a:lstStyle/>
                    <a:p>
                      <a:pPr>
                        <a:buNone/>
                      </a:pPr>
                      <a:endParaRPr lang="en-IN" sz="1100">
                        <a:effectLst/>
                      </a:endParaRPr>
                    </a:p>
                  </a:txBody>
                  <a:tcPr marL="57397" marR="57397" marT="28698" marB="28698"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endParaRPr lang="en-US" sz="1100">
                        <a:effectLst/>
                      </a:endParaRPr>
                    </a:p>
                  </a:txBody>
                  <a:tcPr marL="57397" marR="57397" marT="28698" marB="28698"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endParaRPr lang="en-IN" sz="1100" dirty="0">
                        <a:effectLst/>
                      </a:endParaRPr>
                    </a:p>
                  </a:txBody>
                  <a:tcPr marL="57397" marR="57397" marT="28698" marB="28698"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4232166371"/>
                  </a:ext>
                </a:extLst>
              </a:tr>
              <a:tr h="0">
                <a:tc>
                  <a:txBody>
                    <a:bodyPr/>
                    <a:lstStyle/>
                    <a:p>
                      <a:pPr>
                        <a:buNone/>
                      </a:pPr>
                      <a:endParaRPr lang="en-IN" sz="1100" dirty="0">
                        <a:effectLst/>
                      </a:endParaRPr>
                    </a:p>
                  </a:txBody>
                  <a:tcPr marL="57397" marR="57397" marT="28698" marB="28698"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endParaRPr lang="en-IN" sz="1100" dirty="0">
                        <a:effectLst/>
                      </a:endParaRPr>
                    </a:p>
                  </a:txBody>
                  <a:tcPr marL="57397" marR="57397" marT="28698" marB="28698"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endParaRPr lang="en-IN" sz="1100" dirty="0">
                        <a:effectLst/>
                      </a:endParaRPr>
                    </a:p>
                  </a:txBody>
                  <a:tcPr marL="57397" marR="57397" marT="28698" marB="28698"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993876518"/>
                  </a:ext>
                </a:extLst>
              </a:tr>
              <a:tr h="0">
                <a:tc>
                  <a:txBody>
                    <a:bodyPr/>
                    <a:lstStyle/>
                    <a:p>
                      <a:pPr>
                        <a:buNone/>
                      </a:pPr>
                      <a:endParaRPr lang="en-IN" sz="1100" dirty="0">
                        <a:effectLst/>
                      </a:endParaRPr>
                    </a:p>
                  </a:txBody>
                  <a:tcPr marL="57397" marR="57397" marT="28698" marB="28698"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endParaRPr lang="en-US" sz="1100" dirty="0">
                        <a:effectLst/>
                      </a:endParaRPr>
                    </a:p>
                  </a:txBody>
                  <a:tcPr marL="57397" marR="57397" marT="28698" marB="28698"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endParaRPr lang="en-IN" sz="1100" dirty="0">
                        <a:effectLst/>
                      </a:endParaRPr>
                    </a:p>
                  </a:txBody>
                  <a:tcPr marL="57397" marR="57397" marT="28698" marB="28698"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2926180679"/>
                  </a:ext>
                </a:extLst>
              </a:tr>
            </a:tbl>
          </a:graphicData>
        </a:graphic>
      </p:graphicFrame>
    </p:spTree>
    <p:extLst>
      <p:ext uri="{BB962C8B-B14F-4D97-AF65-F5344CB8AC3E}">
        <p14:creationId xmlns:p14="http://schemas.microsoft.com/office/powerpoint/2010/main" val="33493532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4E977C1-ABE0-4869-F113-546AD8A8EBFA}"/>
              </a:ext>
            </a:extLst>
          </p:cNvPr>
          <p:cNvGraphicFramePr>
            <a:graphicFrameLocks noGrp="1"/>
          </p:cNvGraphicFramePr>
          <p:nvPr>
            <p:extLst>
              <p:ext uri="{D42A27DB-BD31-4B8C-83A1-F6EECF244321}">
                <p14:modId xmlns:p14="http://schemas.microsoft.com/office/powerpoint/2010/main" val="807258511"/>
              </p:ext>
            </p:extLst>
          </p:nvPr>
        </p:nvGraphicFramePr>
        <p:xfrm>
          <a:off x="1981200" y="533400"/>
          <a:ext cx="7467599" cy="4931038"/>
        </p:xfrm>
        <a:graphic>
          <a:graphicData uri="http://schemas.openxmlformats.org/drawingml/2006/table">
            <a:tbl>
              <a:tblPr/>
              <a:tblGrid>
                <a:gridCol w="2460317">
                  <a:extLst>
                    <a:ext uri="{9D8B030D-6E8A-4147-A177-3AD203B41FA5}">
                      <a16:colId xmlns:a16="http://schemas.microsoft.com/office/drawing/2014/main" val="226319698"/>
                    </a:ext>
                  </a:extLst>
                </a:gridCol>
                <a:gridCol w="2503641">
                  <a:extLst>
                    <a:ext uri="{9D8B030D-6E8A-4147-A177-3AD203B41FA5}">
                      <a16:colId xmlns:a16="http://schemas.microsoft.com/office/drawing/2014/main" val="3730708719"/>
                    </a:ext>
                  </a:extLst>
                </a:gridCol>
                <a:gridCol w="2503641">
                  <a:extLst>
                    <a:ext uri="{9D8B030D-6E8A-4147-A177-3AD203B41FA5}">
                      <a16:colId xmlns:a16="http://schemas.microsoft.com/office/drawing/2014/main" val="2783037469"/>
                    </a:ext>
                  </a:extLst>
                </a:gridCol>
              </a:tblGrid>
              <a:tr h="1344240">
                <a:tc>
                  <a:txBody>
                    <a:bodyPr/>
                    <a:lstStyle/>
                    <a:p>
                      <a:pPr algn="ctr" fontAlgn="t">
                        <a:lnSpc>
                          <a:spcPts val="1500"/>
                        </a:lnSpc>
                        <a:buNone/>
                      </a:pPr>
                      <a:r>
                        <a:rPr lang="en-US" sz="1800" b="1" i="0" dirty="0">
                          <a:effectLst/>
                          <a:latin typeface="Segoe UI" panose="020B0502040204020203" pitchFamily="34" charset="0"/>
                        </a:rPr>
                        <a:t>Write Performance Test Cases for a Mobile Application</a:t>
                      </a:r>
                    </a:p>
                    <a:p>
                      <a:pPr algn="ctr" fontAlgn="t">
                        <a:lnSpc>
                          <a:spcPts val="1500"/>
                        </a:lnSpc>
                        <a:buNone/>
                      </a:pPr>
                      <a:r>
                        <a:rPr lang="en-US" sz="1800" b="1" i="0" dirty="0">
                          <a:effectLst/>
                          <a:latin typeface="Segoe UI" panose="020B0502040204020203" pitchFamily="34" charset="0"/>
                        </a:rPr>
                        <a:t>Performance Test Case Examples</a:t>
                      </a:r>
                    </a:p>
                  </a:txBody>
                  <a:tcPr marL="41066" marR="41066" marT="20533" marB="20533">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endParaRPr lang="en-IN" sz="1800" dirty="0"/>
                    </a:p>
                  </a:txBody>
                  <a:tcPr marL="41066" marR="41066" marT="20533" marB="20533">
                    <a:lnL w="7620" cap="flat" cmpd="sng" algn="ctr">
                      <a:solidFill>
                        <a:srgbClr val="E6E6E6"/>
                      </a:solidFill>
                      <a:prstDash val="solid"/>
                      <a:round/>
                      <a:headEnd type="none" w="med" len="med"/>
                      <a:tailEnd type="none" w="med" len="med"/>
                    </a:lnL>
                    <a:lnB w="7620" cap="flat" cmpd="sng" algn="ctr">
                      <a:solidFill>
                        <a:srgbClr val="E6E6E6"/>
                      </a:solidFill>
                      <a:prstDash val="solid"/>
                      <a:round/>
                      <a:headEnd type="none" w="med" len="med"/>
                      <a:tailEnd type="none" w="med" len="med"/>
                    </a:lnB>
                  </a:tcPr>
                </a:tc>
                <a:tc>
                  <a:txBody>
                    <a:bodyPr/>
                    <a:lstStyle/>
                    <a:p>
                      <a:endParaRPr lang="en-IN" sz="1800" dirty="0"/>
                    </a:p>
                  </a:txBody>
                  <a:tcPr marL="41066" marR="41066" marT="20533" marB="20533">
                    <a:lnB w="7620"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92097120"/>
                  </a:ext>
                </a:extLst>
              </a:tr>
              <a:tr h="300459">
                <a:tc>
                  <a:txBody>
                    <a:bodyPr/>
                    <a:lstStyle/>
                    <a:p>
                      <a:pPr>
                        <a:buNone/>
                      </a:pPr>
                      <a:r>
                        <a:rPr lang="en-IN" sz="1800">
                          <a:effectLst/>
                        </a:rPr>
                        <a:t>Test Case</a:t>
                      </a:r>
                    </a:p>
                  </a:txBody>
                  <a:tcPr marL="41066" marR="41066" marT="20533" marB="20533"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en-IN" sz="1800">
                          <a:effectLst/>
                        </a:rPr>
                        <a:t>Description</a:t>
                      </a:r>
                    </a:p>
                  </a:txBody>
                  <a:tcPr marL="41066" marR="41066" marT="20533" marB="20533"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en-IN" sz="1800">
                          <a:effectLst/>
                        </a:rPr>
                        <a:t>Expected Result</a:t>
                      </a:r>
                    </a:p>
                  </a:txBody>
                  <a:tcPr marL="41066" marR="41066" marT="20533" marB="20533"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2979680118"/>
                  </a:ext>
                </a:extLst>
              </a:tr>
              <a:tr h="525803">
                <a:tc>
                  <a:txBody>
                    <a:bodyPr/>
                    <a:lstStyle/>
                    <a:p>
                      <a:pPr>
                        <a:buNone/>
                      </a:pPr>
                      <a:r>
                        <a:rPr lang="en-IN" sz="1800">
                          <a:effectLst/>
                        </a:rPr>
                        <a:t>PT01</a:t>
                      </a:r>
                    </a:p>
                  </a:txBody>
                  <a:tcPr marL="41066" marR="41066" marT="20533" marB="20533"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en-IN" sz="1800">
                          <a:effectLst/>
                        </a:rPr>
                        <a:t>Check app launch time</a:t>
                      </a:r>
                    </a:p>
                  </a:txBody>
                  <a:tcPr marL="41066" marR="41066" marT="20533" marB="20533"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en-US" sz="1800">
                          <a:effectLst/>
                        </a:rPr>
                        <a:t>App opens within 3 seconds</a:t>
                      </a:r>
                    </a:p>
                  </a:txBody>
                  <a:tcPr marL="41066" marR="41066" marT="20533" marB="20533"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1223621013"/>
                  </a:ext>
                </a:extLst>
              </a:tr>
              <a:tr h="751147">
                <a:tc>
                  <a:txBody>
                    <a:bodyPr/>
                    <a:lstStyle/>
                    <a:p>
                      <a:pPr>
                        <a:buNone/>
                      </a:pPr>
                      <a:r>
                        <a:rPr lang="en-IN" sz="1800">
                          <a:effectLst/>
                        </a:rPr>
                        <a:t>PT02</a:t>
                      </a:r>
                    </a:p>
                  </a:txBody>
                  <a:tcPr marL="41066" marR="41066" marT="20533" marB="20533"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en-IN" sz="1800">
                          <a:effectLst/>
                        </a:rPr>
                        <a:t>1000 users login simultaneously</a:t>
                      </a:r>
                    </a:p>
                  </a:txBody>
                  <a:tcPr marL="41066" marR="41066" marT="20533" marB="20533"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en-IN" sz="1800">
                          <a:effectLst/>
                        </a:rPr>
                        <a:t>No crash, acceptable response</a:t>
                      </a:r>
                    </a:p>
                  </a:txBody>
                  <a:tcPr marL="41066" marR="41066" marT="20533" marB="20533"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1930091722"/>
                  </a:ext>
                </a:extLst>
              </a:tr>
              <a:tr h="751147">
                <a:tc>
                  <a:txBody>
                    <a:bodyPr/>
                    <a:lstStyle/>
                    <a:p>
                      <a:pPr>
                        <a:buNone/>
                      </a:pPr>
                      <a:r>
                        <a:rPr lang="en-IN" sz="1800">
                          <a:effectLst/>
                        </a:rPr>
                        <a:t>PT03</a:t>
                      </a:r>
                    </a:p>
                  </a:txBody>
                  <a:tcPr marL="41066" marR="41066" marT="20533" marB="20533"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en-US" sz="1800">
                          <a:effectLst/>
                        </a:rPr>
                        <a:t>App usage with low internet speed</a:t>
                      </a:r>
                    </a:p>
                  </a:txBody>
                  <a:tcPr marL="41066" marR="41066" marT="20533" marB="20533"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en-IN" sz="1800">
                          <a:effectLst/>
                        </a:rPr>
                        <a:t>App works without freezing</a:t>
                      </a:r>
                    </a:p>
                  </a:txBody>
                  <a:tcPr marL="41066" marR="41066" marT="20533" marB="20533"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1729526441"/>
                  </a:ext>
                </a:extLst>
              </a:tr>
              <a:tr h="525803">
                <a:tc>
                  <a:txBody>
                    <a:bodyPr/>
                    <a:lstStyle/>
                    <a:p>
                      <a:pPr>
                        <a:buNone/>
                      </a:pPr>
                      <a:r>
                        <a:rPr lang="en-IN" sz="1800">
                          <a:effectLst/>
                        </a:rPr>
                        <a:t>PT04</a:t>
                      </a:r>
                    </a:p>
                  </a:txBody>
                  <a:tcPr marL="41066" marR="41066" marT="20533" marB="20533"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en-IN" sz="1800">
                          <a:effectLst/>
                        </a:rPr>
                        <a:t>Check battery consumption</a:t>
                      </a:r>
                    </a:p>
                  </a:txBody>
                  <a:tcPr marL="41066" marR="41066" marT="20533" marB="20533"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en-IN" sz="1800">
                          <a:effectLst/>
                        </a:rPr>
                        <a:t>No abnormal battery drain</a:t>
                      </a:r>
                    </a:p>
                  </a:txBody>
                  <a:tcPr marL="41066" marR="41066" marT="20533" marB="20533"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159665265"/>
                  </a:ext>
                </a:extLst>
              </a:tr>
              <a:tr h="525803">
                <a:tc>
                  <a:txBody>
                    <a:bodyPr/>
                    <a:lstStyle/>
                    <a:p>
                      <a:pPr>
                        <a:buNone/>
                      </a:pPr>
                      <a:r>
                        <a:rPr lang="en-IN" sz="1800">
                          <a:effectLst/>
                        </a:rPr>
                        <a:t>PT05</a:t>
                      </a:r>
                    </a:p>
                  </a:txBody>
                  <a:tcPr marL="41066" marR="41066" marT="20533" marB="20533"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en-US" sz="1800">
                          <a:effectLst/>
                        </a:rPr>
                        <a:t>App response under high load</a:t>
                      </a:r>
                    </a:p>
                  </a:txBody>
                  <a:tcPr marL="41066" marR="41066" marT="20533" marB="20533"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en-IN" sz="1800" dirty="0">
                          <a:effectLst/>
                        </a:rPr>
                        <a:t>Stable performance</a:t>
                      </a:r>
                    </a:p>
                  </a:txBody>
                  <a:tcPr marL="41066" marR="41066" marT="20533" marB="20533"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758249609"/>
                  </a:ext>
                </a:extLst>
              </a:tr>
            </a:tbl>
          </a:graphicData>
        </a:graphic>
      </p:graphicFrame>
    </p:spTree>
    <p:extLst>
      <p:ext uri="{BB962C8B-B14F-4D97-AF65-F5344CB8AC3E}">
        <p14:creationId xmlns:p14="http://schemas.microsoft.com/office/powerpoint/2010/main" val="22140793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93242" y="450240"/>
            <a:ext cx="5346700" cy="4509770"/>
          </a:xfrm>
          <a:prstGeom prst="rect">
            <a:avLst/>
          </a:prstGeom>
        </p:spPr>
        <p:txBody>
          <a:bodyPr vert="horz" wrap="square" lIns="0" tIns="109855" rIns="0" bIns="0" rtlCol="0">
            <a:spAutoFit/>
          </a:bodyPr>
          <a:lstStyle/>
          <a:p>
            <a:pPr marL="12700">
              <a:lnSpc>
                <a:spcPct val="100000"/>
              </a:lnSpc>
              <a:spcBef>
                <a:spcPts val="865"/>
              </a:spcBef>
            </a:pPr>
            <a:r>
              <a:rPr sz="1600" b="1" dirty="0">
                <a:latin typeface="Calibri"/>
                <a:cs typeface="Calibri"/>
              </a:rPr>
              <a:t>The</a:t>
            </a:r>
            <a:r>
              <a:rPr sz="1600" b="1" spc="-55" dirty="0">
                <a:latin typeface="Calibri"/>
                <a:cs typeface="Calibri"/>
              </a:rPr>
              <a:t> </a:t>
            </a:r>
            <a:r>
              <a:rPr sz="1600" b="1" dirty="0">
                <a:latin typeface="Calibri"/>
                <a:cs typeface="Calibri"/>
              </a:rPr>
              <a:t>triangle</a:t>
            </a:r>
            <a:r>
              <a:rPr sz="1600" b="1" spc="-35" dirty="0">
                <a:latin typeface="Calibri"/>
                <a:cs typeface="Calibri"/>
              </a:rPr>
              <a:t> </a:t>
            </a:r>
            <a:r>
              <a:rPr sz="1600" b="1" dirty="0">
                <a:latin typeface="Calibri"/>
                <a:cs typeface="Calibri"/>
              </a:rPr>
              <a:t>problem</a:t>
            </a:r>
            <a:r>
              <a:rPr sz="1600" b="1" spc="-30" dirty="0">
                <a:latin typeface="Calibri"/>
                <a:cs typeface="Calibri"/>
              </a:rPr>
              <a:t> </a:t>
            </a:r>
            <a:r>
              <a:rPr sz="1600" b="1" spc="-50" dirty="0">
                <a:latin typeface="Calibri"/>
                <a:cs typeface="Calibri"/>
              </a:rPr>
              <a:t>:</a:t>
            </a:r>
            <a:endParaRPr sz="1600">
              <a:latin typeface="Calibri"/>
              <a:cs typeface="Calibri"/>
            </a:endParaRPr>
          </a:p>
          <a:p>
            <a:pPr marL="12700" marR="5080" indent="-8255" algn="just">
              <a:lnSpc>
                <a:spcPts val="1730"/>
              </a:lnSpc>
              <a:spcBef>
                <a:spcPts val="985"/>
              </a:spcBef>
              <a:buSzPct val="93750"/>
              <a:buChar char="•"/>
              <a:tabLst>
                <a:tab pos="112395" algn="l"/>
              </a:tabLst>
            </a:pPr>
            <a:r>
              <a:rPr sz="1600" dirty="0">
                <a:latin typeface="Calibri"/>
                <a:cs typeface="Calibri"/>
              </a:rPr>
              <a:t>	The</a:t>
            </a:r>
            <a:r>
              <a:rPr sz="1600" spc="60" dirty="0">
                <a:latin typeface="Calibri"/>
                <a:cs typeface="Calibri"/>
              </a:rPr>
              <a:t> </a:t>
            </a:r>
            <a:r>
              <a:rPr sz="1600" dirty="0">
                <a:latin typeface="Calibri"/>
                <a:cs typeface="Calibri"/>
              </a:rPr>
              <a:t>input</a:t>
            </a:r>
            <a:r>
              <a:rPr sz="1600" spc="75" dirty="0">
                <a:latin typeface="Calibri"/>
                <a:cs typeface="Calibri"/>
              </a:rPr>
              <a:t> </a:t>
            </a:r>
            <a:r>
              <a:rPr sz="1600" dirty="0">
                <a:latin typeface="Calibri"/>
                <a:cs typeface="Calibri"/>
              </a:rPr>
              <a:t>to</a:t>
            </a:r>
            <a:r>
              <a:rPr sz="1600" spc="65" dirty="0">
                <a:latin typeface="Calibri"/>
                <a:cs typeface="Calibri"/>
              </a:rPr>
              <a:t> </a:t>
            </a:r>
            <a:r>
              <a:rPr sz="1600" dirty="0">
                <a:latin typeface="Calibri"/>
                <a:cs typeface="Calibri"/>
              </a:rPr>
              <a:t>the</a:t>
            </a:r>
            <a:r>
              <a:rPr sz="1600" spc="80" dirty="0">
                <a:latin typeface="Calibri"/>
                <a:cs typeface="Calibri"/>
              </a:rPr>
              <a:t> </a:t>
            </a:r>
            <a:r>
              <a:rPr sz="1600" spc="-10" dirty="0">
                <a:latin typeface="Calibri"/>
                <a:cs typeface="Calibri"/>
              </a:rPr>
              <a:t>TriangleType</a:t>
            </a:r>
            <a:r>
              <a:rPr sz="1600" spc="70" dirty="0">
                <a:latin typeface="Calibri"/>
                <a:cs typeface="Calibri"/>
              </a:rPr>
              <a:t> </a:t>
            </a:r>
            <a:r>
              <a:rPr sz="1600" dirty="0">
                <a:latin typeface="Calibri"/>
                <a:cs typeface="Calibri"/>
              </a:rPr>
              <a:t>function</a:t>
            </a:r>
            <a:r>
              <a:rPr sz="1600" spc="70" dirty="0">
                <a:latin typeface="Calibri"/>
                <a:cs typeface="Calibri"/>
              </a:rPr>
              <a:t> </a:t>
            </a:r>
            <a:r>
              <a:rPr sz="1600" dirty="0">
                <a:latin typeface="Calibri"/>
                <a:cs typeface="Calibri"/>
              </a:rPr>
              <a:t>are</a:t>
            </a:r>
            <a:r>
              <a:rPr sz="1600" spc="65" dirty="0">
                <a:latin typeface="Calibri"/>
                <a:cs typeface="Calibri"/>
              </a:rPr>
              <a:t> </a:t>
            </a:r>
            <a:r>
              <a:rPr sz="1600" dirty="0">
                <a:latin typeface="Calibri"/>
                <a:cs typeface="Calibri"/>
              </a:rPr>
              <a:t>three</a:t>
            </a:r>
            <a:r>
              <a:rPr sz="1600" spc="75" dirty="0">
                <a:latin typeface="Calibri"/>
                <a:cs typeface="Calibri"/>
              </a:rPr>
              <a:t> </a:t>
            </a:r>
            <a:r>
              <a:rPr sz="1600" dirty="0">
                <a:latin typeface="Calibri"/>
                <a:cs typeface="Calibri"/>
              </a:rPr>
              <a:t>numbers</a:t>
            </a:r>
            <a:r>
              <a:rPr sz="1600" spc="80" dirty="0">
                <a:latin typeface="Calibri"/>
                <a:cs typeface="Calibri"/>
              </a:rPr>
              <a:t> </a:t>
            </a:r>
            <a:r>
              <a:rPr sz="1600" dirty="0">
                <a:latin typeface="Calibri"/>
                <a:cs typeface="Calibri"/>
              </a:rPr>
              <a:t>a,</a:t>
            </a:r>
            <a:r>
              <a:rPr sz="1600" spc="75" dirty="0">
                <a:latin typeface="Calibri"/>
                <a:cs typeface="Calibri"/>
              </a:rPr>
              <a:t> </a:t>
            </a:r>
            <a:r>
              <a:rPr sz="1600" spc="-50" dirty="0">
                <a:latin typeface="Calibri"/>
                <a:cs typeface="Calibri"/>
              </a:rPr>
              <a:t>b </a:t>
            </a:r>
            <a:r>
              <a:rPr sz="1600" dirty="0">
                <a:latin typeface="Calibri"/>
                <a:cs typeface="Calibri"/>
              </a:rPr>
              <a:t>and</a:t>
            </a:r>
            <a:r>
              <a:rPr sz="1600" spc="430" dirty="0">
                <a:latin typeface="Calibri"/>
                <a:cs typeface="Calibri"/>
              </a:rPr>
              <a:t> </a:t>
            </a:r>
            <a:r>
              <a:rPr sz="1600" dirty="0">
                <a:latin typeface="Calibri"/>
                <a:cs typeface="Calibri"/>
              </a:rPr>
              <a:t>c</a:t>
            </a:r>
            <a:r>
              <a:rPr sz="1600" spc="425" dirty="0">
                <a:latin typeface="Calibri"/>
                <a:cs typeface="Calibri"/>
              </a:rPr>
              <a:t> </a:t>
            </a:r>
            <a:r>
              <a:rPr sz="1600" dirty="0">
                <a:latin typeface="Calibri"/>
                <a:cs typeface="Calibri"/>
              </a:rPr>
              <a:t>that</a:t>
            </a:r>
            <a:r>
              <a:rPr sz="1600" spc="434" dirty="0">
                <a:latin typeface="Calibri"/>
                <a:cs typeface="Calibri"/>
              </a:rPr>
              <a:t> </a:t>
            </a:r>
            <a:r>
              <a:rPr sz="1600" dirty="0">
                <a:latin typeface="Calibri"/>
                <a:cs typeface="Calibri"/>
              </a:rPr>
              <a:t>represent</a:t>
            </a:r>
            <a:r>
              <a:rPr sz="1600" spc="440" dirty="0">
                <a:latin typeface="Calibri"/>
                <a:cs typeface="Calibri"/>
              </a:rPr>
              <a:t> </a:t>
            </a:r>
            <a:r>
              <a:rPr sz="1600" dirty="0">
                <a:latin typeface="Calibri"/>
                <a:cs typeface="Calibri"/>
              </a:rPr>
              <a:t>the</a:t>
            </a:r>
            <a:r>
              <a:rPr sz="1600" spc="430" dirty="0">
                <a:latin typeface="Calibri"/>
                <a:cs typeface="Calibri"/>
              </a:rPr>
              <a:t> </a:t>
            </a:r>
            <a:r>
              <a:rPr sz="1600" dirty="0">
                <a:latin typeface="Calibri"/>
                <a:cs typeface="Calibri"/>
              </a:rPr>
              <a:t>lengths</a:t>
            </a:r>
            <a:r>
              <a:rPr sz="1600" spc="430" dirty="0">
                <a:latin typeface="Calibri"/>
                <a:cs typeface="Calibri"/>
              </a:rPr>
              <a:t> </a:t>
            </a:r>
            <a:r>
              <a:rPr sz="1600" dirty="0">
                <a:latin typeface="Calibri"/>
                <a:cs typeface="Calibri"/>
              </a:rPr>
              <a:t>of</a:t>
            </a:r>
            <a:r>
              <a:rPr sz="1600" spc="430" dirty="0">
                <a:latin typeface="Calibri"/>
                <a:cs typeface="Calibri"/>
              </a:rPr>
              <a:t> </a:t>
            </a:r>
            <a:r>
              <a:rPr sz="1600" dirty="0">
                <a:latin typeface="Calibri"/>
                <a:cs typeface="Calibri"/>
              </a:rPr>
              <a:t>the</a:t>
            </a:r>
            <a:r>
              <a:rPr sz="1600" spc="430" dirty="0">
                <a:latin typeface="Calibri"/>
                <a:cs typeface="Calibri"/>
              </a:rPr>
              <a:t> </a:t>
            </a:r>
            <a:r>
              <a:rPr sz="1600" dirty="0">
                <a:latin typeface="Calibri"/>
                <a:cs typeface="Calibri"/>
              </a:rPr>
              <a:t>three</a:t>
            </a:r>
            <a:r>
              <a:rPr sz="1600" spc="430" dirty="0">
                <a:latin typeface="Calibri"/>
                <a:cs typeface="Calibri"/>
              </a:rPr>
              <a:t> </a:t>
            </a:r>
            <a:r>
              <a:rPr sz="1600" dirty="0">
                <a:latin typeface="Calibri"/>
                <a:cs typeface="Calibri"/>
              </a:rPr>
              <a:t>sides</a:t>
            </a:r>
            <a:r>
              <a:rPr sz="1600" spc="430" dirty="0">
                <a:latin typeface="Calibri"/>
                <a:cs typeface="Calibri"/>
              </a:rPr>
              <a:t> </a:t>
            </a:r>
            <a:r>
              <a:rPr sz="1600" dirty="0">
                <a:latin typeface="Calibri"/>
                <a:cs typeface="Calibri"/>
              </a:rPr>
              <a:t>of</a:t>
            </a:r>
            <a:r>
              <a:rPr sz="1600" spc="430" dirty="0">
                <a:latin typeface="Calibri"/>
                <a:cs typeface="Calibri"/>
              </a:rPr>
              <a:t> </a:t>
            </a:r>
            <a:r>
              <a:rPr sz="1600" spc="-25" dirty="0">
                <a:latin typeface="Calibri"/>
                <a:cs typeface="Calibri"/>
              </a:rPr>
              <a:t>the </a:t>
            </a:r>
            <a:r>
              <a:rPr sz="1600" spc="-10" dirty="0">
                <a:latin typeface="Calibri"/>
                <a:cs typeface="Calibri"/>
              </a:rPr>
              <a:t>triangle.</a:t>
            </a:r>
            <a:endParaRPr sz="1600">
              <a:latin typeface="Calibri"/>
              <a:cs typeface="Calibri"/>
            </a:endParaRPr>
          </a:p>
          <a:p>
            <a:pPr marL="113664" indent="-107950" algn="just">
              <a:lnSpc>
                <a:spcPts val="1825"/>
              </a:lnSpc>
              <a:spcBef>
                <a:spcPts val="785"/>
              </a:spcBef>
              <a:buSzPct val="93750"/>
              <a:buChar char="•"/>
              <a:tabLst>
                <a:tab pos="113664" algn="l"/>
              </a:tabLst>
            </a:pPr>
            <a:r>
              <a:rPr sz="1600" dirty="0">
                <a:latin typeface="Calibri"/>
                <a:cs typeface="Calibri"/>
              </a:rPr>
              <a:t>Based</a:t>
            </a:r>
            <a:r>
              <a:rPr sz="1600" spc="30" dirty="0">
                <a:latin typeface="Calibri"/>
                <a:cs typeface="Calibri"/>
              </a:rPr>
              <a:t> </a:t>
            </a:r>
            <a:r>
              <a:rPr sz="1600" dirty="0">
                <a:latin typeface="Calibri"/>
                <a:cs typeface="Calibri"/>
              </a:rPr>
              <a:t>on</a:t>
            </a:r>
            <a:r>
              <a:rPr sz="1600" spc="30" dirty="0">
                <a:latin typeface="Calibri"/>
                <a:cs typeface="Calibri"/>
              </a:rPr>
              <a:t> </a:t>
            </a:r>
            <a:r>
              <a:rPr sz="1600" dirty="0">
                <a:latin typeface="Calibri"/>
                <a:cs typeface="Calibri"/>
              </a:rPr>
              <a:t>these</a:t>
            </a:r>
            <a:r>
              <a:rPr sz="1600" spc="20" dirty="0">
                <a:latin typeface="Calibri"/>
                <a:cs typeface="Calibri"/>
              </a:rPr>
              <a:t> </a:t>
            </a:r>
            <a:r>
              <a:rPr sz="1600" dirty="0">
                <a:latin typeface="Calibri"/>
                <a:cs typeface="Calibri"/>
              </a:rPr>
              <a:t>inputs</a:t>
            </a:r>
            <a:r>
              <a:rPr sz="1600" spc="25" dirty="0">
                <a:latin typeface="Calibri"/>
                <a:cs typeface="Calibri"/>
              </a:rPr>
              <a:t> </a:t>
            </a:r>
            <a:r>
              <a:rPr sz="1600" dirty="0">
                <a:latin typeface="Calibri"/>
                <a:cs typeface="Calibri"/>
              </a:rPr>
              <a:t>the</a:t>
            </a:r>
            <a:r>
              <a:rPr sz="1600" spc="15" dirty="0">
                <a:latin typeface="Calibri"/>
                <a:cs typeface="Calibri"/>
              </a:rPr>
              <a:t> </a:t>
            </a:r>
            <a:r>
              <a:rPr sz="1600" dirty="0">
                <a:latin typeface="Calibri"/>
                <a:cs typeface="Calibri"/>
              </a:rPr>
              <a:t>function</a:t>
            </a:r>
            <a:r>
              <a:rPr sz="1600" spc="20" dirty="0">
                <a:latin typeface="Calibri"/>
                <a:cs typeface="Calibri"/>
              </a:rPr>
              <a:t> </a:t>
            </a:r>
            <a:r>
              <a:rPr sz="1600" dirty="0">
                <a:latin typeface="Calibri"/>
                <a:cs typeface="Calibri"/>
              </a:rPr>
              <a:t>determines</a:t>
            </a:r>
            <a:r>
              <a:rPr sz="1600" spc="25" dirty="0">
                <a:latin typeface="Calibri"/>
                <a:cs typeface="Calibri"/>
              </a:rPr>
              <a:t> </a:t>
            </a:r>
            <a:r>
              <a:rPr sz="1600" dirty="0">
                <a:latin typeface="Calibri"/>
                <a:cs typeface="Calibri"/>
              </a:rPr>
              <a:t>the</a:t>
            </a:r>
            <a:r>
              <a:rPr sz="1600" spc="30" dirty="0">
                <a:latin typeface="Calibri"/>
                <a:cs typeface="Calibri"/>
              </a:rPr>
              <a:t> </a:t>
            </a:r>
            <a:r>
              <a:rPr sz="1600" dirty="0">
                <a:latin typeface="Calibri"/>
                <a:cs typeface="Calibri"/>
              </a:rPr>
              <a:t>type</a:t>
            </a:r>
            <a:r>
              <a:rPr sz="1600" spc="30" dirty="0">
                <a:latin typeface="Calibri"/>
                <a:cs typeface="Calibri"/>
              </a:rPr>
              <a:t> </a:t>
            </a:r>
            <a:r>
              <a:rPr sz="1600" dirty="0">
                <a:latin typeface="Calibri"/>
                <a:cs typeface="Calibri"/>
              </a:rPr>
              <a:t>of</a:t>
            </a:r>
            <a:r>
              <a:rPr sz="1600" spc="20" dirty="0">
                <a:latin typeface="Calibri"/>
                <a:cs typeface="Calibri"/>
              </a:rPr>
              <a:t> </a:t>
            </a:r>
            <a:r>
              <a:rPr sz="1600" spc="-25" dirty="0">
                <a:latin typeface="Calibri"/>
                <a:cs typeface="Calibri"/>
              </a:rPr>
              <a:t>the</a:t>
            </a:r>
            <a:endParaRPr sz="1600">
              <a:latin typeface="Calibri"/>
              <a:cs typeface="Calibri"/>
            </a:endParaRPr>
          </a:p>
          <a:p>
            <a:pPr marL="12700">
              <a:lnSpc>
                <a:spcPts val="1825"/>
              </a:lnSpc>
            </a:pPr>
            <a:r>
              <a:rPr sz="1600" dirty="0">
                <a:latin typeface="Calibri"/>
                <a:cs typeface="Calibri"/>
              </a:rPr>
              <a:t>triangle,</a:t>
            </a:r>
            <a:r>
              <a:rPr sz="1600" spc="-40" dirty="0">
                <a:latin typeface="Calibri"/>
                <a:cs typeface="Calibri"/>
              </a:rPr>
              <a:t> </a:t>
            </a:r>
            <a:r>
              <a:rPr sz="1600" dirty="0">
                <a:latin typeface="Calibri"/>
                <a:cs typeface="Calibri"/>
              </a:rPr>
              <a:t>which</a:t>
            </a:r>
            <a:r>
              <a:rPr sz="1600" spc="-20" dirty="0">
                <a:latin typeface="Calibri"/>
                <a:cs typeface="Calibri"/>
              </a:rPr>
              <a:t> </a:t>
            </a:r>
            <a:r>
              <a:rPr sz="1600" dirty="0">
                <a:latin typeface="Calibri"/>
                <a:cs typeface="Calibri"/>
              </a:rPr>
              <a:t>can</a:t>
            </a:r>
            <a:r>
              <a:rPr sz="1600" spc="-20" dirty="0">
                <a:latin typeface="Calibri"/>
                <a:cs typeface="Calibri"/>
              </a:rPr>
              <a:t> </a:t>
            </a:r>
            <a:r>
              <a:rPr sz="1600" spc="-25" dirty="0">
                <a:latin typeface="Calibri"/>
                <a:cs typeface="Calibri"/>
              </a:rPr>
              <a:t>be</a:t>
            </a:r>
            <a:endParaRPr sz="1600">
              <a:latin typeface="Calibri"/>
              <a:cs typeface="Calibri"/>
            </a:endParaRPr>
          </a:p>
          <a:p>
            <a:pPr marL="57785">
              <a:lnSpc>
                <a:spcPct val="100000"/>
              </a:lnSpc>
              <a:spcBef>
                <a:spcPts val="810"/>
              </a:spcBef>
            </a:pPr>
            <a:r>
              <a:rPr sz="1600" b="1" spc="-10" dirty="0">
                <a:latin typeface="Calibri"/>
                <a:cs typeface="Calibri"/>
              </a:rPr>
              <a:t>–Equilateral</a:t>
            </a:r>
            <a:r>
              <a:rPr sz="1600" b="1" spc="-20" dirty="0">
                <a:latin typeface="Calibri"/>
                <a:cs typeface="Calibri"/>
              </a:rPr>
              <a:t> </a:t>
            </a:r>
            <a:r>
              <a:rPr sz="1600" b="1" dirty="0">
                <a:latin typeface="Calibri"/>
                <a:cs typeface="Calibri"/>
              </a:rPr>
              <a:t>(i.e.</a:t>
            </a:r>
            <a:r>
              <a:rPr sz="1600" b="1" spc="-30" dirty="0">
                <a:latin typeface="Calibri"/>
                <a:cs typeface="Calibri"/>
              </a:rPr>
              <a:t> </a:t>
            </a:r>
            <a:r>
              <a:rPr sz="1600" b="1" dirty="0">
                <a:latin typeface="Calibri"/>
                <a:cs typeface="Calibri"/>
              </a:rPr>
              <a:t>all</a:t>
            </a:r>
            <a:r>
              <a:rPr sz="1600" b="1" spc="-40" dirty="0">
                <a:latin typeface="Calibri"/>
                <a:cs typeface="Calibri"/>
              </a:rPr>
              <a:t> </a:t>
            </a:r>
            <a:r>
              <a:rPr sz="1600" b="1" dirty="0">
                <a:latin typeface="Calibri"/>
                <a:cs typeface="Calibri"/>
              </a:rPr>
              <a:t>three</a:t>
            </a:r>
            <a:r>
              <a:rPr sz="1600" b="1" spc="-10" dirty="0">
                <a:latin typeface="Calibri"/>
                <a:cs typeface="Calibri"/>
              </a:rPr>
              <a:t> </a:t>
            </a:r>
            <a:r>
              <a:rPr sz="1600" b="1" dirty="0">
                <a:latin typeface="Calibri"/>
                <a:cs typeface="Calibri"/>
              </a:rPr>
              <a:t>sides</a:t>
            </a:r>
            <a:r>
              <a:rPr sz="1600" b="1" spc="-25" dirty="0">
                <a:latin typeface="Calibri"/>
                <a:cs typeface="Calibri"/>
              </a:rPr>
              <a:t> </a:t>
            </a:r>
            <a:r>
              <a:rPr sz="1600" b="1" dirty="0">
                <a:latin typeface="Calibri"/>
                <a:cs typeface="Calibri"/>
              </a:rPr>
              <a:t>are</a:t>
            </a:r>
            <a:r>
              <a:rPr sz="1600" b="1" spc="-25" dirty="0">
                <a:latin typeface="Calibri"/>
                <a:cs typeface="Calibri"/>
              </a:rPr>
              <a:t> </a:t>
            </a:r>
            <a:r>
              <a:rPr sz="1600" b="1" spc="-10" dirty="0">
                <a:latin typeface="Calibri"/>
                <a:cs typeface="Calibri"/>
              </a:rPr>
              <a:t>equal)</a:t>
            </a:r>
            <a:endParaRPr sz="1600">
              <a:latin typeface="Calibri"/>
              <a:cs typeface="Calibri"/>
            </a:endParaRPr>
          </a:p>
          <a:p>
            <a:pPr marL="57785">
              <a:lnSpc>
                <a:spcPct val="100000"/>
              </a:lnSpc>
              <a:spcBef>
                <a:spcPts val="805"/>
              </a:spcBef>
            </a:pPr>
            <a:r>
              <a:rPr sz="1600" b="1" dirty="0">
                <a:latin typeface="Calibri"/>
                <a:cs typeface="Calibri"/>
              </a:rPr>
              <a:t>–Isosceles</a:t>
            </a:r>
            <a:r>
              <a:rPr sz="1600" b="1" spc="-40" dirty="0">
                <a:latin typeface="Calibri"/>
                <a:cs typeface="Calibri"/>
              </a:rPr>
              <a:t> </a:t>
            </a:r>
            <a:r>
              <a:rPr sz="1600" b="1" dirty="0">
                <a:latin typeface="Calibri"/>
                <a:cs typeface="Calibri"/>
              </a:rPr>
              <a:t>(two</a:t>
            </a:r>
            <a:r>
              <a:rPr sz="1600" b="1" spc="-50" dirty="0">
                <a:latin typeface="Calibri"/>
                <a:cs typeface="Calibri"/>
              </a:rPr>
              <a:t> </a:t>
            </a:r>
            <a:r>
              <a:rPr sz="1600" b="1" dirty="0">
                <a:latin typeface="Calibri"/>
                <a:cs typeface="Calibri"/>
              </a:rPr>
              <a:t>equal</a:t>
            </a:r>
            <a:r>
              <a:rPr sz="1600" b="1" spc="-35" dirty="0">
                <a:latin typeface="Calibri"/>
                <a:cs typeface="Calibri"/>
              </a:rPr>
              <a:t> </a:t>
            </a:r>
            <a:r>
              <a:rPr sz="1600" b="1" spc="-10" dirty="0">
                <a:latin typeface="Calibri"/>
                <a:cs typeface="Calibri"/>
              </a:rPr>
              <a:t>sides)</a:t>
            </a:r>
            <a:endParaRPr sz="1600">
              <a:latin typeface="Calibri"/>
              <a:cs typeface="Calibri"/>
            </a:endParaRPr>
          </a:p>
          <a:p>
            <a:pPr marL="57785">
              <a:lnSpc>
                <a:spcPct val="100000"/>
              </a:lnSpc>
              <a:spcBef>
                <a:spcPts val="815"/>
              </a:spcBef>
            </a:pPr>
            <a:r>
              <a:rPr sz="1600" b="1" dirty="0">
                <a:latin typeface="Calibri"/>
                <a:cs typeface="Calibri"/>
              </a:rPr>
              <a:t>–Scalene</a:t>
            </a:r>
            <a:r>
              <a:rPr sz="1600" b="1" spc="-55" dirty="0">
                <a:latin typeface="Calibri"/>
                <a:cs typeface="Calibri"/>
              </a:rPr>
              <a:t> </a:t>
            </a:r>
            <a:r>
              <a:rPr sz="1600" b="1" dirty="0">
                <a:latin typeface="Calibri"/>
                <a:cs typeface="Calibri"/>
              </a:rPr>
              <a:t>(three</a:t>
            </a:r>
            <a:r>
              <a:rPr sz="1600" b="1" spc="-50" dirty="0">
                <a:latin typeface="Calibri"/>
                <a:cs typeface="Calibri"/>
              </a:rPr>
              <a:t> </a:t>
            </a:r>
            <a:r>
              <a:rPr sz="1600" b="1" dirty="0">
                <a:latin typeface="Calibri"/>
                <a:cs typeface="Calibri"/>
              </a:rPr>
              <a:t>unequal</a:t>
            </a:r>
            <a:r>
              <a:rPr sz="1600" b="1" spc="-35" dirty="0">
                <a:latin typeface="Calibri"/>
                <a:cs typeface="Calibri"/>
              </a:rPr>
              <a:t> </a:t>
            </a:r>
            <a:r>
              <a:rPr sz="1600" b="1" spc="-10" dirty="0">
                <a:latin typeface="Calibri"/>
                <a:cs typeface="Calibri"/>
              </a:rPr>
              <a:t>sides)</a:t>
            </a:r>
            <a:endParaRPr sz="1600">
              <a:latin typeface="Calibri"/>
              <a:cs typeface="Calibri"/>
            </a:endParaRPr>
          </a:p>
          <a:p>
            <a:pPr marL="112395" indent="-107950">
              <a:lnSpc>
                <a:spcPts val="1825"/>
              </a:lnSpc>
              <a:spcBef>
                <a:spcPts val="805"/>
              </a:spcBef>
              <a:buSzPct val="93750"/>
              <a:buChar char="•"/>
              <a:tabLst>
                <a:tab pos="112395" algn="l"/>
              </a:tabLst>
            </a:pPr>
            <a:r>
              <a:rPr sz="1600" dirty="0">
                <a:latin typeface="Calibri"/>
                <a:cs typeface="Calibri"/>
              </a:rPr>
              <a:t>The</a:t>
            </a:r>
            <a:r>
              <a:rPr sz="1600" spc="235" dirty="0">
                <a:latin typeface="Calibri"/>
                <a:cs typeface="Calibri"/>
              </a:rPr>
              <a:t> </a:t>
            </a:r>
            <a:r>
              <a:rPr sz="1600" dirty="0">
                <a:latin typeface="Calibri"/>
                <a:cs typeface="Calibri"/>
              </a:rPr>
              <a:t>function</a:t>
            </a:r>
            <a:r>
              <a:rPr sz="1600" spc="250" dirty="0">
                <a:latin typeface="Calibri"/>
                <a:cs typeface="Calibri"/>
              </a:rPr>
              <a:t> </a:t>
            </a:r>
            <a:r>
              <a:rPr sz="1600" dirty="0">
                <a:latin typeface="Calibri"/>
                <a:cs typeface="Calibri"/>
              </a:rPr>
              <a:t>returns</a:t>
            </a:r>
            <a:r>
              <a:rPr sz="1600" spc="245" dirty="0">
                <a:latin typeface="Calibri"/>
                <a:cs typeface="Calibri"/>
              </a:rPr>
              <a:t> </a:t>
            </a:r>
            <a:r>
              <a:rPr sz="1600" dirty="0">
                <a:latin typeface="Calibri"/>
                <a:cs typeface="Calibri"/>
              </a:rPr>
              <a:t>the</a:t>
            </a:r>
            <a:r>
              <a:rPr sz="1600" spc="254" dirty="0">
                <a:latin typeface="Calibri"/>
                <a:cs typeface="Calibri"/>
              </a:rPr>
              <a:t> </a:t>
            </a:r>
            <a:r>
              <a:rPr sz="1600" dirty="0">
                <a:latin typeface="Calibri"/>
                <a:cs typeface="Calibri"/>
              </a:rPr>
              <a:t>result</a:t>
            </a:r>
            <a:r>
              <a:rPr sz="1600" spc="260" dirty="0">
                <a:latin typeface="Calibri"/>
                <a:cs typeface="Calibri"/>
              </a:rPr>
              <a:t> </a:t>
            </a:r>
            <a:r>
              <a:rPr sz="1600" dirty="0">
                <a:latin typeface="Calibri"/>
                <a:cs typeface="Calibri"/>
              </a:rPr>
              <a:t>in</a:t>
            </a:r>
            <a:r>
              <a:rPr sz="1600" spc="235" dirty="0">
                <a:latin typeface="Calibri"/>
                <a:cs typeface="Calibri"/>
              </a:rPr>
              <a:t> </a:t>
            </a:r>
            <a:r>
              <a:rPr sz="1600" dirty="0">
                <a:latin typeface="Calibri"/>
                <a:cs typeface="Calibri"/>
              </a:rPr>
              <a:t>the</a:t>
            </a:r>
            <a:r>
              <a:rPr sz="1600" spc="250" dirty="0">
                <a:latin typeface="Calibri"/>
                <a:cs typeface="Calibri"/>
              </a:rPr>
              <a:t> </a:t>
            </a:r>
            <a:r>
              <a:rPr sz="1600" dirty="0">
                <a:latin typeface="Calibri"/>
                <a:cs typeface="Calibri"/>
              </a:rPr>
              <a:t>form</a:t>
            </a:r>
            <a:r>
              <a:rPr sz="1600" spc="240" dirty="0">
                <a:latin typeface="Calibri"/>
                <a:cs typeface="Calibri"/>
              </a:rPr>
              <a:t> </a:t>
            </a:r>
            <a:r>
              <a:rPr sz="1600" dirty="0">
                <a:latin typeface="Calibri"/>
                <a:cs typeface="Calibri"/>
              </a:rPr>
              <a:t>of</a:t>
            </a:r>
            <a:r>
              <a:rPr sz="1600" spc="250" dirty="0">
                <a:latin typeface="Calibri"/>
                <a:cs typeface="Calibri"/>
              </a:rPr>
              <a:t> </a:t>
            </a:r>
            <a:r>
              <a:rPr sz="1600" dirty="0">
                <a:latin typeface="Calibri"/>
                <a:cs typeface="Calibri"/>
              </a:rPr>
              <a:t>the</a:t>
            </a:r>
            <a:r>
              <a:rPr sz="1600" spc="254" dirty="0">
                <a:latin typeface="Calibri"/>
                <a:cs typeface="Calibri"/>
              </a:rPr>
              <a:t> </a:t>
            </a:r>
            <a:r>
              <a:rPr sz="1600" spc="-10" dirty="0">
                <a:latin typeface="Calibri"/>
                <a:cs typeface="Calibri"/>
              </a:rPr>
              <a:t>character</a:t>
            </a:r>
            <a:endParaRPr sz="1600">
              <a:latin typeface="Calibri"/>
              <a:cs typeface="Calibri"/>
            </a:endParaRPr>
          </a:p>
          <a:p>
            <a:pPr marL="12700">
              <a:lnSpc>
                <a:spcPts val="1825"/>
              </a:lnSpc>
            </a:pPr>
            <a:r>
              <a:rPr sz="1600" spc="-10" dirty="0">
                <a:latin typeface="Calibri"/>
                <a:cs typeface="Calibri"/>
              </a:rPr>
              <a:t>string,</a:t>
            </a:r>
            <a:endParaRPr sz="1600">
              <a:latin typeface="Calibri"/>
              <a:cs typeface="Calibri"/>
            </a:endParaRPr>
          </a:p>
          <a:p>
            <a:pPr marL="12700">
              <a:lnSpc>
                <a:spcPct val="100000"/>
              </a:lnSpc>
              <a:spcBef>
                <a:spcPts val="805"/>
              </a:spcBef>
            </a:pPr>
            <a:r>
              <a:rPr sz="1600" dirty="0">
                <a:latin typeface="Calibri"/>
                <a:cs typeface="Calibri"/>
              </a:rPr>
              <a:t>e.g.</a:t>
            </a:r>
            <a:r>
              <a:rPr sz="1600" spc="-20" dirty="0">
                <a:latin typeface="Calibri"/>
                <a:cs typeface="Calibri"/>
              </a:rPr>
              <a:t> </a:t>
            </a:r>
            <a:r>
              <a:rPr sz="1600" spc="-10" dirty="0">
                <a:latin typeface="Calibri"/>
                <a:cs typeface="Calibri"/>
              </a:rPr>
              <a:t>‘Equilateral’</a:t>
            </a:r>
            <a:r>
              <a:rPr sz="1600" spc="-25" dirty="0">
                <a:latin typeface="Calibri"/>
                <a:cs typeface="Calibri"/>
              </a:rPr>
              <a:t> </a:t>
            </a:r>
            <a:r>
              <a:rPr sz="1600" dirty="0">
                <a:latin typeface="Calibri"/>
                <a:cs typeface="Calibri"/>
              </a:rPr>
              <a:t>if</a:t>
            </a:r>
            <a:r>
              <a:rPr sz="1600" spc="-15" dirty="0">
                <a:latin typeface="Calibri"/>
                <a:cs typeface="Calibri"/>
              </a:rPr>
              <a:t> </a:t>
            </a:r>
            <a:r>
              <a:rPr sz="1600" dirty="0">
                <a:latin typeface="Calibri"/>
                <a:cs typeface="Calibri"/>
              </a:rPr>
              <a:t>the</a:t>
            </a:r>
            <a:r>
              <a:rPr sz="1600" spc="5" dirty="0">
                <a:latin typeface="Calibri"/>
                <a:cs typeface="Calibri"/>
              </a:rPr>
              <a:t> </a:t>
            </a:r>
            <a:r>
              <a:rPr sz="1600" dirty="0">
                <a:latin typeface="Calibri"/>
                <a:cs typeface="Calibri"/>
              </a:rPr>
              <a:t>triangle</a:t>
            </a:r>
            <a:r>
              <a:rPr sz="1600" spc="-20" dirty="0">
                <a:latin typeface="Calibri"/>
                <a:cs typeface="Calibri"/>
              </a:rPr>
              <a:t> </a:t>
            </a:r>
            <a:r>
              <a:rPr sz="1600" dirty="0">
                <a:latin typeface="Calibri"/>
                <a:cs typeface="Calibri"/>
              </a:rPr>
              <a:t>is</a:t>
            </a:r>
            <a:r>
              <a:rPr sz="1600" spc="-20" dirty="0">
                <a:latin typeface="Calibri"/>
                <a:cs typeface="Calibri"/>
              </a:rPr>
              <a:t> </a:t>
            </a:r>
            <a:r>
              <a:rPr sz="1600" spc="-10" dirty="0">
                <a:latin typeface="Calibri"/>
                <a:cs typeface="Calibri"/>
              </a:rPr>
              <a:t>equilateral.</a:t>
            </a:r>
            <a:endParaRPr sz="1600">
              <a:latin typeface="Calibri"/>
              <a:cs typeface="Calibri"/>
            </a:endParaRPr>
          </a:p>
          <a:p>
            <a:pPr marL="12700" marR="191770">
              <a:lnSpc>
                <a:spcPts val="1540"/>
              </a:lnSpc>
              <a:spcBef>
                <a:spcPts val="1025"/>
              </a:spcBef>
            </a:pPr>
            <a:r>
              <a:rPr sz="1600" spc="-20" dirty="0">
                <a:latin typeface="Calibri"/>
                <a:cs typeface="Calibri"/>
              </a:rPr>
              <a:t>basically,</a:t>
            </a:r>
            <a:r>
              <a:rPr sz="1600" spc="-70" dirty="0">
                <a:latin typeface="Calibri"/>
                <a:cs typeface="Calibri"/>
              </a:rPr>
              <a:t> </a:t>
            </a:r>
            <a:r>
              <a:rPr sz="1600" dirty="0">
                <a:latin typeface="Calibri"/>
                <a:cs typeface="Calibri"/>
              </a:rPr>
              <a:t>we</a:t>
            </a:r>
            <a:r>
              <a:rPr sz="1600" spc="-10" dirty="0">
                <a:latin typeface="Calibri"/>
                <a:cs typeface="Calibri"/>
              </a:rPr>
              <a:t> </a:t>
            </a:r>
            <a:r>
              <a:rPr sz="1600" dirty="0">
                <a:latin typeface="Calibri"/>
                <a:cs typeface="Calibri"/>
              </a:rPr>
              <a:t>will</a:t>
            </a:r>
            <a:r>
              <a:rPr sz="1600" spc="-50" dirty="0">
                <a:latin typeface="Calibri"/>
                <a:cs typeface="Calibri"/>
              </a:rPr>
              <a:t> </a:t>
            </a:r>
            <a:r>
              <a:rPr sz="1600" dirty="0">
                <a:latin typeface="Calibri"/>
                <a:cs typeface="Calibri"/>
              </a:rPr>
              <a:t>validate</a:t>
            </a:r>
            <a:r>
              <a:rPr sz="1600" spc="-55" dirty="0">
                <a:latin typeface="Calibri"/>
                <a:cs typeface="Calibri"/>
              </a:rPr>
              <a:t> </a:t>
            </a:r>
            <a:r>
              <a:rPr sz="1600" dirty="0">
                <a:latin typeface="Calibri"/>
                <a:cs typeface="Calibri"/>
              </a:rPr>
              <a:t>the</a:t>
            </a:r>
            <a:r>
              <a:rPr sz="1600" spc="-20" dirty="0">
                <a:latin typeface="Calibri"/>
                <a:cs typeface="Calibri"/>
              </a:rPr>
              <a:t> </a:t>
            </a:r>
            <a:r>
              <a:rPr sz="1600" spc="-10" dirty="0">
                <a:latin typeface="Calibri"/>
                <a:cs typeface="Calibri"/>
              </a:rPr>
              <a:t>different</a:t>
            </a:r>
            <a:r>
              <a:rPr sz="1600" spc="-40" dirty="0">
                <a:latin typeface="Calibri"/>
                <a:cs typeface="Calibri"/>
              </a:rPr>
              <a:t> </a:t>
            </a:r>
            <a:r>
              <a:rPr sz="1600" spc="-10" dirty="0">
                <a:latin typeface="Calibri"/>
                <a:cs typeface="Calibri"/>
              </a:rPr>
              <a:t>requirements</a:t>
            </a:r>
            <a:r>
              <a:rPr sz="1600" dirty="0">
                <a:latin typeface="Calibri"/>
                <a:cs typeface="Calibri"/>
              </a:rPr>
              <a:t> which</a:t>
            </a:r>
            <a:r>
              <a:rPr sz="1600" spc="-30" dirty="0">
                <a:latin typeface="Calibri"/>
                <a:cs typeface="Calibri"/>
              </a:rPr>
              <a:t> </a:t>
            </a:r>
            <a:r>
              <a:rPr sz="1600" spc="-25" dirty="0">
                <a:latin typeface="Calibri"/>
                <a:cs typeface="Calibri"/>
              </a:rPr>
              <a:t>are </a:t>
            </a:r>
            <a:r>
              <a:rPr sz="1600" dirty="0">
                <a:latin typeface="Calibri"/>
                <a:cs typeface="Calibri"/>
              </a:rPr>
              <a:t>nothing</a:t>
            </a:r>
            <a:r>
              <a:rPr sz="1600" spc="-45" dirty="0">
                <a:latin typeface="Calibri"/>
                <a:cs typeface="Calibri"/>
              </a:rPr>
              <a:t> </a:t>
            </a:r>
            <a:r>
              <a:rPr sz="1600" dirty="0">
                <a:latin typeface="Calibri"/>
                <a:cs typeface="Calibri"/>
              </a:rPr>
              <a:t>but</a:t>
            </a:r>
            <a:r>
              <a:rPr sz="1600" spc="-45" dirty="0">
                <a:latin typeface="Calibri"/>
                <a:cs typeface="Calibri"/>
              </a:rPr>
              <a:t> </a:t>
            </a:r>
            <a:r>
              <a:rPr sz="1600" dirty="0">
                <a:latin typeface="Calibri"/>
                <a:cs typeface="Calibri"/>
              </a:rPr>
              <a:t>the</a:t>
            </a:r>
            <a:r>
              <a:rPr sz="1600" spc="-25" dirty="0">
                <a:latin typeface="Calibri"/>
                <a:cs typeface="Calibri"/>
              </a:rPr>
              <a:t> </a:t>
            </a:r>
            <a:r>
              <a:rPr sz="1600" spc="-10" dirty="0">
                <a:latin typeface="Calibri"/>
                <a:cs typeface="Calibri"/>
              </a:rPr>
              <a:t>different</a:t>
            </a:r>
            <a:r>
              <a:rPr sz="1600" spc="-35" dirty="0">
                <a:latin typeface="Calibri"/>
                <a:cs typeface="Calibri"/>
              </a:rPr>
              <a:t> </a:t>
            </a:r>
            <a:r>
              <a:rPr sz="1600" dirty="0">
                <a:latin typeface="Calibri"/>
                <a:cs typeface="Calibri"/>
              </a:rPr>
              <a:t>properties</a:t>
            </a:r>
            <a:r>
              <a:rPr sz="1600" spc="-20" dirty="0">
                <a:latin typeface="Calibri"/>
                <a:cs typeface="Calibri"/>
              </a:rPr>
              <a:t> </a:t>
            </a:r>
            <a:r>
              <a:rPr sz="1600" dirty="0">
                <a:latin typeface="Calibri"/>
                <a:cs typeface="Calibri"/>
              </a:rPr>
              <a:t>of</a:t>
            </a:r>
            <a:r>
              <a:rPr sz="1600" spc="-25" dirty="0">
                <a:latin typeface="Calibri"/>
                <a:cs typeface="Calibri"/>
              </a:rPr>
              <a:t> </a:t>
            </a:r>
            <a:r>
              <a:rPr sz="1600" dirty="0">
                <a:latin typeface="Calibri"/>
                <a:cs typeface="Calibri"/>
              </a:rPr>
              <a:t>a</a:t>
            </a:r>
            <a:r>
              <a:rPr sz="1600" spc="-40" dirty="0">
                <a:latin typeface="Calibri"/>
                <a:cs typeface="Calibri"/>
              </a:rPr>
              <a:t> </a:t>
            </a:r>
            <a:r>
              <a:rPr sz="1600" spc="-10" dirty="0">
                <a:latin typeface="Calibri"/>
                <a:cs typeface="Calibri"/>
              </a:rPr>
              <a:t>triangle.</a:t>
            </a:r>
            <a:endParaRPr sz="1600">
              <a:latin typeface="Calibri"/>
              <a:cs typeface="Calibri"/>
            </a:endParaRPr>
          </a:p>
          <a:p>
            <a:pPr marL="12700">
              <a:lnSpc>
                <a:spcPct val="100000"/>
              </a:lnSpc>
              <a:spcBef>
                <a:spcPts val="620"/>
              </a:spcBef>
            </a:pPr>
            <a:r>
              <a:rPr sz="1600" dirty="0">
                <a:latin typeface="Calibri"/>
                <a:cs typeface="Calibri"/>
              </a:rPr>
              <a:t>1.</a:t>
            </a:r>
            <a:r>
              <a:rPr sz="1600" spc="175" dirty="0">
                <a:latin typeface="Calibri"/>
                <a:cs typeface="Calibri"/>
              </a:rPr>
              <a:t> </a:t>
            </a:r>
            <a:r>
              <a:rPr sz="1600" spc="-10" dirty="0">
                <a:latin typeface="Calibri"/>
                <a:cs typeface="Calibri"/>
              </a:rPr>
              <a:t>Verify</a:t>
            </a:r>
            <a:r>
              <a:rPr sz="1600" spc="-15" dirty="0">
                <a:latin typeface="Calibri"/>
                <a:cs typeface="Calibri"/>
              </a:rPr>
              <a:t> </a:t>
            </a:r>
            <a:r>
              <a:rPr sz="1600" dirty="0">
                <a:latin typeface="Calibri"/>
                <a:cs typeface="Calibri"/>
              </a:rPr>
              <a:t>that</a:t>
            </a:r>
            <a:r>
              <a:rPr sz="1600" spc="-45" dirty="0">
                <a:latin typeface="Calibri"/>
                <a:cs typeface="Calibri"/>
              </a:rPr>
              <a:t> </a:t>
            </a:r>
            <a:r>
              <a:rPr sz="1600" dirty="0">
                <a:latin typeface="Calibri"/>
                <a:cs typeface="Calibri"/>
              </a:rPr>
              <a:t>the</a:t>
            </a:r>
            <a:r>
              <a:rPr sz="1600" spc="-40" dirty="0">
                <a:latin typeface="Calibri"/>
                <a:cs typeface="Calibri"/>
              </a:rPr>
              <a:t> </a:t>
            </a:r>
            <a:r>
              <a:rPr sz="1600" dirty="0">
                <a:latin typeface="Calibri"/>
                <a:cs typeface="Calibri"/>
              </a:rPr>
              <a:t>figure</a:t>
            </a:r>
            <a:r>
              <a:rPr sz="1600" spc="-25" dirty="0">
                <a:latin typeface="Calibri"/>
                <a:cs typeface="Calibri"/>
              </a:rPr>
              <a:t> </a:t>
            </a:r>
            <a:r>
              <a:rPr sz="1600" dirty="0">
                <a:latin typeface="Calibri"/>
                <a:cs typeface="Calibri"/>
              </a:rPr>
              <a:t>is</a:t>
            </a:r>
            <a:r>
              <a:rPr sz="1600" spc="-45" dirty="0">
                <a:latin typeface="Calibri"/>
                <a:cs typeface="Calibri"/>
              </a:rPr>
              <a:t> </a:t>
            </a:r>
            <a:r>
              <a:rPr sz="1600" dirty="0">
                <a:latin typeface="Calibri"/>
                <a:cs typeface="Calibri"/>
              </a:rPr>
              <a:t>closed</a:t>
            </a:r>
            <a:r>
              <a:rPr sz="1600" spc="-25" dirty="0">
                <a:latin typeface="Calibri"/>
                <a:cs typeface="Calibri"/>
              </a:rPr>
              <a:t> </a:t>
            </a:r>
            <a:r>
              <a:rPr sz="1600" spc="-10" dirty="0">
                <a:latin typeface="Calibri"/>
                <a:cs typeface="Calibri"/>
              </a:rPr>
              <a:t>(polygon).</a:t>
            </a:r>
            <a:endParaRPr sz="1600">
              <a:latin typeface="Calibri"/>
              <a:cs typeface="Calibri"/>
            </a:endParaRPr>
          </a:p>
        </p:txBody>
      </p:sp>
      <p:sp>
        <p:nvSpPr>
          <p:cNvPr id="3" name="object 3"/>
          <p:cNvSpPr txBox="1"/>
          <p:nvPr/>
        </p:nvSpPr>
        <p:spPr>
          <a:xfrm>
            <a:off x="593242" y="5208270"/>
            <a:ext cx="4992370" cy="786765"/>
          </a:xfrm>
          <a:prstGeom prst="rect">
            <a:avLst/>
          </a:prstGeom>
        </p:spPr>
        <p:txBody>
          <a:bodyPr vert="horz" wrap="square" lIns="0" tIns="60960" rIns="0" bIns="0" rtlCol="0">
            <a:spAutoFit/>
          </a:bodyPr>
          <a:lstStyle/>
          <a:p>
            <a:pPr marL="241300" marR="5080" indent="-228600">
              <a:lnSpc>
                <a:spcPct val="80000"/>
              </a:lnSpc>
              <a:spcBef>
                <a:spcPts val="480"/>
              </a:spcBef>
              <a:buAutoNum type="arabicPeriod" startAt="2"/>
              <a:tabLst>
                <a:tab pos="241300" algn="l"/>
              </a:tabLst>
            </a:pPr>
            <a:r>
              <a:rPr sz="1600" spc="-10" dirty="0">
                <a:latin typeface="Calibri"/>
                <a:cs typeface="Calibri"/>
              </a:rPr>
              <a:t>Verify</a:t>
            </a:r>
            <a:r>
              <a:rPr sz="1600" spc="-25" dirty="0">
                <a:latin typeface="Calibri"/>
                <a:cs typeface="Calibri"/>
              </a:rPr>
              <a:t> </a:t>
            </a:r>
            <a:r>
              <a:rPr sz="1600" dirty="0">
                <a:latin typeface="Calibri"/>
                <a:cs typeface="Calibri"/>
              </a:rPr>
              <a:t>that</a:t>
            </a:r>
            <a:r>
              <a:rPr sz="1600" spc="-50" dirty="0">
                <a:latin typeface="Calibri"/>
                <a:cs typeface="Calibri"/>
              </a:rPr>
              <a:t> </a:t>
            </a:r>
            <a:r>
              <a:rPr sz="1600" dirty="0">
                <a:latin typeface="Calibri"/>
                <a:cs typeface="Calibri"/>
              </a:rPr>
              <a:t>the</a:t>
            </a:r>
            <a:r>
              <a:rPr sz="1600" spc="-40" dirty="0">
                <a:latin typeface="Calibri"/>
                <a:cs typeface="Calibri"/>
              </a:rPr>
              <a:t> </a:t>
            </a:r>
            <a:r>
              <a:rPr sz="1600" dirty="0">
                <a:latin typeface="Calibri"/>
                <a:cs typeface="Calibri"/>
              </a:rPr>
              <a:t>figure</a:t>
            </a:r>
            <a:r>
              <a:rPr sz="1600" spc="-35" dirty="0">
                <a:latin typeface="Calibri"/>
                <a:cs typeface="Calibri"/>
              </a:rPr>
              <a:t> </a:t>
            </a:r>
            <a:r>
              <a:rPr sz="1600" dirty="0">
                <a:latin typeface="Calibri"/>
                <a:cs typeface="Calibri"/>
              </a:rPr>
              <a:t>is</a:t>
            </a:r>
            <a:r>
              <a:rPr sz="1600" spc="-50" dirty="0">
                <a:latin typeface="Calibri"/>
                <a:cs typeface="Calibri"/>
              </a:rPr>
              <a:t> </a:t>
            </a:r>
            <a:r>
              <a:rPr sz="1600" spc="-10" dirty="0">
                <a:latin typeface="Calibri"/>
                <a:cs typeface="Calibri"/>
              </a:rPr>
              <a:t>two-</a:t>
            </a:r>
            <a:r>
              <a:rPr sz="1600" dirty="0">
                <a:latin typeface="Calibri"/>
                <a:cs typeface="Calibri"/>
              </a:rPr>
              <a:t>dimensional</a:t>
            </a:r>
            <a:r>
              <a:rPr sz="1600" spc="-40" dirty="0">
                <a:latin typeface="Calibri"/>
                <a:cs typeface="Calibri"/>
              </a:rPr>
              <a:t> </a:t>
            </a:r>
            <a:r>
              <a:rPr sz="1600" dirty="0">
                <a:latin typeface="Calibri"/>
                <a:cs typeface="Calibri"/>
              </a:rPr>
              <a:t>and</a:t>
            </a:r>
            <a:r>
              <a:rPr sz="1600" spc="-40" dirty="0">
                <a:latin typeface="Calibri"/>
                <a:cs typeface="Calibri"/>
              </a:rPr>
              <a:t> </a:t>
            </a:r>
            <a:r>
              <a:rPr sz="1600" dirty="0">
                <a:latin typeface="Calibri"/>
                <a:cs typeface="Calibri"/>
              </a:rPr>
              <a:t>formed</a:t>
            </a:r>
            <a:r>
              <a:rPr sz="1600" spc="-20" dirty="0">
                <a:latin typeface="Calibri"/>
                <a:cs typeface="Calibri"/>
              </a:rPr>
              <a:t> with </a:t>
            </a:r>
            <a:r>
              <a:rPr sz="1600" spc="-10" dirty="0">
                <a:latin typeface="Calibri"/>
                <a:cs typeface="Calibri"/>
              </a:rPr>
              <a:t>straight</a:t>
            </a:r>
            <a:r>
              <a:rPr sz="1600" spc="-50" dirty="0">
                <a:latin typeface="Calibri"/>
                <a:cs typeface="Calibri"/>
              </a:rPr>
              <a:t> </a:t>
            </a:r>
            <a:r>
              <a:rPr sz="1600" dirty="0">
                <a:latin typeface="Calibri"/>
                <a:cs typeface="Calibri"/>
              </a:rPr>
              <a:t>lines</a:t>
            </a:r>
            <a:r>
              <a:rPr sz="1600" spc="-35" dirty="0">
                <a:latin typeface="Calibri"/>
                <a:cs typeface="Calibri"/>
              </a:rPr>
              <a:t> </a:t>
            </a:r>
            <a:r>
              <a:rPr sz="1600" spc="-20" dirty="0">
                <a:latin typeface="Calibri"/>
                <a:cs typeface="Calibri"/>
              </a:rPr>
              <a:t>only.</a:t>
            </a:r>
            <a:endParaRPr sz="1600">
              <a:latin typeface="Calibri"/>
              <a:cs typeface="Calibri"/>
            </a:endParaRPr>
          </a:p>
          <a:p>
            <a:pPr marL="240665" indent="-227965">
              <a:lnSpc>
                <a:spcPct val="100000"/>
              </a:lnSpc>
              <a:spcBef>
                <a:spcPts val="625"/>
              </a:spcBef>
              <a:buAutoNum type="arabicPeriod" startAt="2"/>
              <a:tabLst>
                <a:tab pos="240665" algn="l"/>
              </a:tabLst>
            </a:pPr>
            <a:r>
              <a:rPr sz="1600" spc="-10" dirty="0">
                <a:latin typeface="Calibri"/>
                <a:cs typeface="Calibri"/>
              </a:rPr>
              <a:t>Verify</a:t>
            </a:r>
            <a:r>
              <a:rPr sz="1600" spc="-20" dirty="0">
                <a:latin typeface="Calibri"/>
                <a:cs typeface="Calibri"/>
              </a:rPr>
              <a:t> </a:t>
            </a:r>
            <a:r>
              <a:rPr sz="1600" dirty="0">
                <a:latin typeface="Calibri"/>
                <a:cs typeface="Calibri"/>
              </a:rPr>
              <a:t>that</a:t>
            </a:r>
            <a:r>
              <a:rPr sz="1600" spc="-50" dirty="0">
                <a:latin typeface="Calibri"/>
                <a:cs typeface="Calibri"/>
              </a:rPr>
              <a:t> </a:t>
            </a:r>
            <a:r>
              <a:rPr sz="1600" dirty="0">
                <a:latin typeface="Calibri"/>
                <a:cs typeface="Calibri"/>
              </a:rPr>
              <a:t>the</a:t>
            </a:r>
            <a:r>
              <a:rPr sz="1600" spc="-35" dirty="0">
                <a:latin typeface="Calibri"/>
                <a:cs typeface="Calibri"/>
              </a:rPr>
              <a:t> </a:t>
            </a:r>
            <a:r>
              <a:rPr sz="1600" dirty="0">
                <a:latin typeface="Calibri"/>
                <a:cs typeface="Calibri"/>
              </a:rPr>
              <a:t>figure</a:t>
            </a:r>
            <a:r>
              <a:rPr sz="1600" spc="-30" dirty="0">
                <a:latin typeface="Calibri"/>
                <a:cs typeface="Calibri"/>
              </a:rPr>
              <a:t> </a:t>
            </a:r>
            <a:r>
              <a:rPr sz="1600" dirty="0">
                <a:latin typeface="Calibri"/>
                <a:cs typeface="Calibri"/>
              </a:rPr>
              <a:t>has</a:t>
            </a:r>
            <a:r>
              <a:rPr sz="1600" spc="-45" dirty="0">
                <a:latin typeface="Calibri"/>
                <a:cs typeface="Calibri"/>
              </a:rPr>
              <a:t> </a:t>
            </a:r>
            <a:r>
              <a:rPr sz="1600" spc="-10" dirty="0">
                <a:latin typeface="Calibri"/>
                <a:cs typeface="Calibri"/>
              </a:rPr>
              <a:t>exactly</a:t>
            </a:r>
            <a:r>
              <a:rPr sz="1600" spc="-55" dirty="0">
                <a:latin typeface="Calibri"/>
                <a:cs typeface="Calibri"/>
              </a:rPr>
              <a:t> </a:t>
            </a:r>
            <a:r>
              <a:rPr sz="1600" dirty="0">
                <a:latin typeface="Calibri"/>
                <a:cs typeface="Calibri"/>
              </a:rPr>
              <a:t>three</a:t>
            </a:r>
            <a:r>
              <a:rPr sz="1600" spc="-20" dirty="0">
                <a:latin typeface="Calibri"/>
                <a:cs typeface="Calibri"/>
              </a:rPr>
              <a:t> </a:t>
            </a:r>
            <a:r>
              <a:rPr sz="1600" spc="-10" dirty="0">
                <a:latin typeface="Calibri"/>
                <a:cs typeface="Calibri"/>
              </a:rPr>
              <a:t>sides.</a:t>
            </a:r>
            <a:endParaRPr sz="1600">
              <a:latin typeface="Calibri"/>
              <a:cs typeface="Calibri"/>
            </a:endParaRPr>
          </a:p>
        </p:txBody>
      </p:sp>
      <p:sp>
        <p:nvSpPr>
          <p:cNvPr id="4" name="object 4"/>
          <p:cNvSpPr txBox="1"/>
          <p:nvPr/>
        </p:nvSpPr>
        <p:spPr>
          <a:xfrm>
            <a:off x="6251828" y="548386"/>
            <a:ext cx="4139565" cy="269240"/>
          </a:xfrm>
          <a:prstGeom prst="rect">
            <a:avLst/>
          </a:prstGeom>
        </p:spPr>
        <p:txBody>
          <a:bodyPr vert="horz" wrap="square" lIns="0" tIns="12065" rIns="0" bIns="0" rtlCol="0">
            <a:spAutoFit/>
          </a:bodyPr>
          <a:lstStyle/>
          <a:p>
            <a:pPr marL="12700">
              <a:lnSpc>
                <a:spcPct val="100000"/>
              </a:lnSpc>
              <a:spcBef>
                <a:spcPts val="95"/>
              </a:spcBef>
            </a:pPr>
            <a:r>
              <a:rPr sz="1600" dirty="0">
                <a:latin typeface="Calibri"/>
                <a:cs typeface="Calibri"/>
              </a:rPr>
              <a:t>4.</a:t>
            </a:r>
            <a:r>
              <a:rPr sz="1600" spc="180" dirty="0">
                <a:latin typeface="Calibri"/>
                <a:cs typeface="Calibri"/>
              </a:rPr>
              <a:t> </a:t>
            </a:r>
            <a:r>
              <a:rPr sz="1600" spc="-10" dirty="0">
                <a:latin typeface="Calibri"/>
                <a:cs typeface="Calibri"/>
              </a:rPr>
              <a:t>Verify</a:t>
            </a:r>
            <a:r>
              <a:rPr sz="1600" spc="-15" dirty="0">
                <a:latin typeface="Calibri"/>
                <a:cs typeface="Calibri"/>
              </a:rPr>
              <a:t> </a:t>
            </a:r>
            <a:r>
              <a:rPr sz="1600" dirty="0">
                <a:latin typeface="Calibri"/>
                <a:cs typeface="Calibri"/>
              </a:rPr>
              <a:t>that</a:t>
            </a:r>
            <a:r>
              <a:rPr sz="1600" spc="-45" dirty="0">
                <a:latin typeface="Calibri"/>
                <a:cs typeface="Calibri"/>
              </a:rPr>
              <a:t> </a:t>
            </a:r>
            <a:r>
              <a:rPr sz="1600" dirty="0">
                <a:latin typeface="Calibri"/>
                <a:cs typeface="Calibri"/>
              </a:rPr>
              <a:t>the</a:t>
            </a:r>
            <a:r>
              <a:rPr sz="1600" spc="-35" dirty="0">
                <a:latin typeface="Calibri"/>
                <a:cs typeface="Calibri"/>
              </a:rPr>
              <a:t> </a:t>
            </a:r>
            <a:r>
              <a:rPr sz="1600" dirty="0">
                <a:latin typeface="Calibri"/>
                <a:cs typeface="Calibri"/>
              </a:rPr>
              <a:t>figure</a:t>
            </a:r>
            <a:r>
              <a:rPr sz="1600" spc="-25" dirty="0">
                <a:latin typeface="Calibri"/>
                <a:cs typeface="Calibri"/>
              </a:rPr>
              <a:t> </a:t>
            </a:r>
            <a:r>
              <a:rPr sz="1600" dirty="0">
                <a:latin typeface="Calibri"/>
                <a:cs typeface="Calibri"/>
              </a:rPr>
              <a:t>has</a:t>
            </a:r>
            <a:r>
              <a:rPr sz="1600" spc="-40" dirty="0">
                <a:latin typeface="Calibri"/>
                <a:cs typeface="Calibri"/>
              </a:rPr>
              <a:t> </a:t>
            </a:r>
            <a:r>
              <a:rPr sz="1600" spc="-10" dirty="0">
                <a:latin typeface="Calibri"/>
                <a:cs typeface="Calibri"/>
              </a:rPr>
              <a:t>exactly</a:t>
            </a:r>
            <a:r>
              <a:rPr sz="1600" spc="-50" dirty="0">
                <a:latin typeface="Calibri"/>
                <a:cs typeface="Calibri"/>
              </a:rPr>
              <a:t> </a:t>
            </a:r>
            <a:r>
              <a:rPr sz="1600" dirty="0">
                <a:latin typeface="Calibri"/>
                <a:cs typeface="Calibri"/>
              </a:rPr>
              <a:t>three</a:t>
            </a:r>
            <a:r>
              <a:rPr sz="1600" spc="-15" dirty="0">
                <a:latin typeface="Calibri"/>
                <a:cs typeface="Calibri"/>
              </a:rPr>
              <a:t> </a:t>
            </a:r>
            <a:r>
              <a:rPr sz="1600" spc="-10" dirty="0">
                <a:latin typeface="Calibri"/>
                <a:cs typeface="Calibri"/>
              </a:rPr>
              <a:t>vertices.</a:t>
            </a:r>
            <a:endParaRPr sz="1600">
              <a:latin typeface="Calibri"/>
              <a:cs typeface="Calibri"/>
            </a:endParaRPr>
          </a:p>
        </p:txBody>
      </p:sp>
      <p:sp>
        <p:nvSpPr>
          <p:cNvPr id="5" name="object 5"/>
          <p:cNvSpPr txBox="1"/>
          <p:nvPr/>
        </p:nvSpPr>
        <p:spPr>
          <a:xfrm>
            <a:off x="6251828" y="1065022"/>
            <a:ext cx="4025265" cy="269240"/>
          </a:xfrm>
          <a:prstGeom prst="rect">
            <a:avLst/>
          </a:prstGeom>
        </p:spPr>
        <p:txBody>
          <a:bodyPr vert="horz" wrap="square" lIns="0" tIns="12065" rIns="0" bIns="0" rtlCol="0">
            <a:spAutoFit/>
          </a:bodyPr>
          <a:lstStyle/>
          <a:p>
            <a:pPr marL="12700">
              <a:lnSpc>
                <a:spcPct val="100000"/>
              </a:lnSpc>
              <a:spcBef>
                <a:spcPts val="95"/>
              </a:spcBef>
            </a:pPr>
            <a:r>
              <a:rPr sz="1600" dirty="0">
                <a:latin typeface="Calibri"/>
                <a:cs typeface="Calibri"/>
              </a:rPr>
              <a:t>5.</a:t>
            </a:r>
            <a:r>
              <a:rPr sz="1600" spc="180" dirty="0">
                <a:latin typeface="Calibri"/>
                <a:cs typeface="Calibri"/>
              </a:rPr>
              <a:t> </a:t>
            </a:r>
            <a:r>
              <a:rPr sz="1600" spc="-10" dirty="0">
                <a:latin typeface="Calibri"/>
                <a:cs typeface="Calibri"/>
              </a:rPr>
              <a:t>Verify</a:t>
            </a:r>
            <a:r>
              <a:rPr sz="1600" spc="-15" dirty="0">
                <a:latin typeface="Calibri"/>
                <a:cs typeface="Calibri"/>
              </a:rPr>
              <a:t> </a:t>
            </a:r>
            <a:r>
              <a:rPr sz="1600" dirty="0">
                <a:latin typeface="Calibri"/>
                <a:cs typeface="Calibri"/>
              </a:rPr>
              <a:t>that</a:t>
            </a:r>
            <a:r>
              <a:rPr sz="1600" spc="-45" dirty="0">
                <a:latin typeface="Calibri"/>
                <a:cs typeface="Calibri"/>
              </a:rPr>
              <a:t> </a:t>
            </a:r>
            <a:r>
              <a:rPr sz="1600" dirty="0">
                <a:latin typeface="Calibri"/>
                <a:cs typeface="Calibri"/>
              </a:rPr>
              <a:t>the</a:t>
            </a:r>
            <a:r>
              <a:rPr sz="1600" spc="-35" dirty="0">
                <a:latin typeface="Calibri"/>
                <a:cs typeface="Calibri"/>
              </a:rPr>
              <a:t> </a:t>
            </a:r>
            <a:r>
              <a:rPr sz="1600" dirty="0">
                <a:latin typeface="Calibri"/>
                <a:cs typeface="Calibri"/>
              </a:rPr>
              <a:t>figure</a:t>
            </a:r>
            <a:r>
              <a:rPr sz="1600" spc="-25" dirty="0">
                <a:latin typeface="Calibri"/>
                <a:cs typeface="Calibri"/>
              </a:rPr>
              <a:t> </a:t>
            </a:r>
            <a:r>
              <a:rPr sz="1600" dirty="0">
                <a:latin typeface="Calibri"/>
                <a:cs typeface="Calibri"/>
              </a:rPr>
              <a:t>has</a:t>
            </a:r>
            <a:r>
              <a:rPr sz="1600" spc="-40" dirty="0">
                <a:latin typeface="Calibri"/>
                <a:cs typeface="Calibri"/>
              </a:rPr>
              <a:t> </a:t>
            </a:r>
            <a:r>
              <a:rPr sz="1600" spc="-10" dirty="0">
                <a:latin typeface="Calibri"/>
                <a:cs typeface="Calibri"/>
              </a:rPr>
              <a:t>exactly</a:t>
            </a:r>
            <a:r>
              <a:rPr sz="1600" spc="-50" dirty="0">
                <a:latin typeface="Calibri"/>
                <a:cs typeface="Calibri"/>
              </a:rPr>
              <a:t> </a:t>
            </a:r>
            <a:r>
              <a:rPr sz="1600" dirty="0">
                <a:latin typeface="Calibri"/>
                <a:cs typeface="Calibri"/>
              </a:rPr>
              <a:t>three</a:t>
            </a:r>
            <a:r>
              <a:rPr sz="1600" spc="-15" dirty="0">
                <a:latin typeface="Calibri"/>
                <a:cs typeface="Calibri"/>
              </a:rPr>
              <a:t> </a:t>
            </a:r>
            <a:r>
              <a:rPr sz="1600" spc="-10" dirty="0">
                <a:latin typeface="Calibri"/>
                <a:cs typeface="Calibri"/>
              </a:rPr>
              <a:t>angles.</a:t>
            </a:r>
            <a:endParaRPr sz="1600">
              <a:latin typeface="Calibri"/>
              <a:cs typeface="Calibri"/>
            </a:endParaRPr>
          </a:p>
        </p:txBody>
      </p:sp>
      <p:sp>
        <p:nvSpPr>
          <p:cNvPr id="6" name="object 6"/>
          <p:cNvSpPr txBox="1"/>
          <p:nvPr/>
        </p:nvSpPr>
        <p:spPr>
          <a:xfrm>
            <a:off x="6251828" y="1583181"/>
            <a:ext cx="5280025" cy="269240"/>
          </a:xfrm>
          <a:prstGeom prst="rect">
            <a:avLst/>
          </a:prstGeom>
        </p:spPr>
        <p:txBody>
          <a:bodyPr vert="horz" wrap="square" lIns="0" tIns="12065" rIns="0" bIns="0" rtlCol="0">
            <a:spAutoFit/>
          </a:bodyPr>
          <a:lstStyle/>
          <a:p>
            <a:pPr marL="12700">
              <a:lnSpc>
                <a:spcPct val="100000"/>
              </a:lnSpc>
              <a:spcBef>
                <a:spcPts val="95"/>
              </a:spcBef>
            </a:pPr>
            <a:r>
              <a:rPr sz="1600" dirty="0">
                <a:latin typeface="Calibri"/>
                <a:cs typeface="Calibri"/>
              </a:rPr>
              <a:t>6.</a:t>
            </a:r>
            <a:r>
              <a:rPr sz="1600" spc="190" dirty="0">
                <a:latin typeface="Calibri"/>
                <a:cs typeface="Calibri"/>
              </a:rPr>
              <a:t> </a:t>
            </a:r>
            <a:r>
              <a:rPr sz="1600" spc="-10" dirty="0">
                <a:latin typeface="Calibri"/>
                <a:cs typeface="Calibri"/>
              </a:rPr>
              <a:t>Verify</a:t>
            </a:r>
            <a:r>
              <a:rPr sz="1600" spc="-5" dirty="0">
                <a:latin typeface="Calibri"/>
                <a:cs typeface="Calibri"/>
              </a:rPr>
              <a:t> </a:t>
            </a:r>
            <a:r>
              <a:rPr sz="1600" dirty="0">
                <a:latin typeface="Calibri"/>
                <a:cs typeface="Calibri"/>
              </a:rPr>
              <a:t>that</a:t>
            </a:r>
            <a:r>
              <a:rPr sz="1600" spc="-40" dirty="0">
                <a:latin typeface="Calibri"/>
                <a:cs typeface="Calibri"/>
              </a:rPr>
              <a:t> </a:t>
            </a:r>
            <a:r>
              <a:rPr sz="1600" dirty="0">
                <a:latin typeface="Calibri"/>
                <a:cs typeface="Calibri"/>
              </a:rPr>
              <a:t>the</a:t>
            </a:r>
            <a:r>
              <a:rPr sz="1600" spc="-25" dirty="0">
                <a:latin typeface="Calibri"/>
                <a:cs typeface="Calibri"/>
              </a:rPr>
              <a:t> </a:t>
            </a:r>
            <a:r>
              <a:rPr sz="1600" dirty="0">
                <a:latin typeface="Calibri"/>
                <a:cs typeface="Calibri"/>
              </a:rPr>
              <a:t>sum</a:t>
            </a:r>
            <a:r>
              <a:rPr sz="1600" spc="-20" dirty="0">
                <a:latin typeface="Calibri"/>
                <a:cs typeface="Calibri"/>
              </a:rPr>
              <a:t> </a:t>
            </a:r>
            <a:r>
              <a:rPr sz="1600" dirty="0">
                <a:latin typeface="Calibri"/>
                <a:cs typeface="Calibri"/>
              </a:rPr>
              <a:t>of</a:t>
            </a:r>
            <a:r>
              <a:rPr sz="1600" spc="-25" dirty="0">
                <a:latin typeface="Calibri"/>
                <a:cs typeface="Calibri"/>
              </a:rPr>
              <a:t> </a:t>
            </a:r>
            <a:r>
              <a:rPr sz="1600" dirty="0">
                <a:latin typeface="Calibri"/>
                <a:cs typeface="Calibri"/>
              </a:rPr>
              <a:t>the</a:t>
            </a:r>
            <a:r>
              <a:rPr sz="1600" spc="-20" dirty="0">
                <a:latin typeface="Calibri"/>
                <a:cs typeface="Calibri"/>
              </a:rPr>
              <a:t> </a:t>
            </a:r>
            <a:r>
              <a:rPr sz="1600" dirty="0">
                <a:latin typeface="Calibri"/>
                <a:cs typeface="Calibri"/>
              </a:rPr>
              <a:t>angles</a:t>
            </a:r>
            <a:r>
              <a:rPr sz="1600" spc="-40" dirty="0">
                <a:latin typeface="Calibri"/>
                <a:cs typeface="Calibri"/>
              </a:rPr>
              <a:t> </a:t>
            </a:r>
            <a:r>
              <a:rPr sz="1600" dirty="0">
                <a:latin typeface="Calibri"/>
                <a:cs typeface="Calibri"/>
              </a:rPr>
              <a:t>of</a:t>
            </a:r>
            <a:r>
              <a:rPr sz="1600" spc="-10" dirty="0">
                <a:latin typeface="Calibri"/>
                <a:cs typeface="Calibri"/>
              </a:rPr>
              <a:t> </a:t>
            </a:r>
            <a:r>
              <a:rPr sz="1600" dirty="0">
                <a:latin typeface="Calibri"/>
                <a:cs typeface="Calibri"/>
              </a:rPr>
              <a:t>the</a:t>
            </a:r>
            <a:r>
              <a:rPr sz="1600" spc="-30" dirty="0">
                <a:latin typeface="Calibri"/>
                <a:cs typeface="Calibri"/>
              </a:rPr>
              <a:t> </a:t>
            </a:r>
            <a:r>
              <a:rPr sz="1600" dirty="0">
                <a:latin typeface="Calibri"/>
                <a:cs typeface="Calibri"/>
              </a:rPr>
              <a:t>figure</a:t>
            </a:r>
            <a:r>
              <a:rPr sz="1600" spc="-25" dirty="0">
                <a:latin typeface="Calibri"/>
                <a:cs typeface="Calibri"/>
              </a:rPr>
              <a:t> </a:t>
            </a:r>
            <a:r>
              <a:rPr sz="1600" dirty="0">
                <a:latin typeface="Calibri"/>
                <a:cs typeface="Calibri"/>
              </a:rPr>
              <a:t>is</a:t>
            </a:r>
            <a:r>
              <a:rPr sz="1600" spc="-30" dirty="0">
                <a:latin typeface="Calibri"/>
                <a:cs typeface="Calibri"/>
              </a:rPr>
              <a:t> </a:t>
            </a:r>
            <a:r>
              <a:rPr sz="1600" dirty="0">
                <a:latin typeface="Calibri"/>
                <a:cs typeface="Calibri"/>
              </a:rPr>
              <a:t>180</a:t>
            </a:r>
            <a:r>
              <a:rPr sz="1600" spc="-5" dirty="0">
                <a:latin typeface="Calibri"/>
                <a:cs typeface="Calibri"/>
              </a:rPr>
              <a:t> </a:t>
            </a:r>
            <a:r>
              <a:rPr sz="1600" spc="-10" dirty="0">
                <a:latin typeface="Calibri"/>
                <a:cs typeface="Calibri"/>
              </a:rPr>
              <a:t>degrees.</a:t>
            </a:r>
            <a:endParaRPr sz="1600">
              <a:latin typeface="Calibri"/>
              <a:cs typeface="Calibri"/>
            </a:endParaRPr>
          </a:p>
        </p:txBody>
      </p:sp>
      <p:sp>
        <p:nvSpPr>
          <p:cNvPr id="7" name="object 7"/>
          <p:cNvSpPr txBox="1"/>
          <p:nvPr/>
        </p:nvSpPr>
        <p:spPr>
          <a:xfrm>
            <a:off x="6251828" y="2100198"/>
            <a:ext cx="4352925" cy="269240"/>
          </a:xfrm>
          <a:prstGeom prst="rect">
            <a:avLst/>
          </a:prstGeom>
        </p:spPr>
        <p:txBody>
          <a:bodyPr vert="horz" wrap="square" lIns="0" tIns="12065" rIns="0" bIns="0" rtlCol="0">
            <a:spAutoFit/>
          </a:bodyPr>
          <a:lstStyle/>
          <a:p>
            <a:pPr marL="12700">
              <a:lnSpc>
                <a:spcPct val="100000"/>
              </a:lnSpc>
              <a:spcBef>
                <a:spcPts val="95"/>
              </a:spcBef>
            </a:pPr>
            <a:r>
              <a:rPr sz="1600" dirty="0">
                <a:latin typeface="Calibri"/>
                <a:cs typeface="Calibri"/>
              </a:rPr>
              <a:t>7.</a:t>
            </a:r>
            <a:r>
              <a:rPr sz="1600" spc="170" dirty="0">
                <a:latin typeface="Calibri"/>
                <a:cs typeface="Calibri"/>
              </a:rPr>
              <a:t> </a:t>
            </a:r>
            <a:r>
              <a:rPr sz="1600" spc="-10" dirty="0">
                <a:latin typeface="Calibri"/>
                <a:cs typeface="Calibri"/>
              </a:rPr>
              <a:t>Verify</a:t>
            </a:r>
            <a:r>
              <a:rPr sz="1600" spc="-20" dirty="0">
                <a:latin typeface="Calibri"/>
                <a:cs typeface="Calibri"/>
              </a:rPr>
              <a:t> </a:t>
            </a:r>
            <a:r>
              <a:rPr sz="1600" dirty="0">
                <a:latin typeface="Calibri"/>
                <a:cs typeface="Calibri"/>
              </a:rPr>
              <a:t>that</a:t>
            </a:r>
            <a:r>
              <a:rPr sz="1600" spc="-50" dirty="0">
                <a:latin typeface="Calibri"/>
                <a:cs typeface="Calibri"/>
              </a:rPr>
              <a:t> </a:t>
            </a:r>
            <a:r>
              <a:rPr sz="1600" dirty="0">
                <a:latin typeface="Calibri"/>
                <a:cs typeface="Calibri"/>
              </a:rPr>
              <a:t>no</a:t>
            </a:r>
            <a:r>
              <a:rPr sz="1600" spc="-30" dirty="0">
                <a:latin typeface="Calibri"/>
                <a:cs typeface="Calibri"/>
              </a:rPr>
              <a:t> </a:t>
            </a:r>
            <a:r>
              <a:rPr sz="1600" dirty="0">
                <a:latin typeface="Calibri"/>
                <a:cs typeface="Calibri"/>
              </a:rPr>
              <a:t>two</a:t>
            </a:r>
            <a:r>
              <a:rPr sz="1600" spc="-30" dirty="0">
                <a:latin typeface="Calibri"/>
                <a:cs typeface="Calibri"/>
              </a:rPr>
              <a:t> </a:t>
            </a:r>
            <a:r>
              <a:rPr sz="1600" dirty="0">
                <a:latin typeface="Calibri"/>
                <a:cs typeface="Calibri"/>
              </a:rPr>
              <a:t>sides</a:t>
            </a:r>
            <a:r>
              <a:rPr sz="1600" spc="-40" dirty="0">
                <a:latin typeface="Calibri"/>
                <a:cs typeface="Calibri"/>
              </a:rPr>
              <a:t> </a:t>
            </a:r>
            <a:r>
              <a:rPr sz="1600" dirty="0">
                <a:latin typeface="Calibri"/>
                <a:cs typeface="Calibri"/>
              </a:rPr>
              <a:t>are</a:t>
            </a:r>
            <a:r>
              <a:rPr sz="1600" spc="-25" dirty="0">
                <a:latin typeface="Calibri"/>
                <a:cs typeface="Calibri"/>
              </a:rPr>
              <a:t> </a:t>
            </a:r>
            <a:r>
              <a:rPr sz="1600" dirty="0">
                <a:latin typeface="Calibri"/>
                <a:cs typeface="Calibri"/>
              </a:rPr>
              <a:t>parallel</a:t>
            </a:r>
            <a:r>
              <a:rPr sz="1600" spc="-55" dirty="0">
                <a:latin typeface="Calibri"/>
                <a:cs typeface="Calibri"/>
              </a:rPr>
              <a:t> </a:t>
            </a:r>
            <a:r>
              <a:rPr sz="1600" dirty="0">
                <a:latin typeface="Calibri"/>
                <a:cs typeface="Calibri"/>
              </a:rPr>
              <a:t>to</a:t>
            </a:r>
            <a:r>
              <a:rPr sz="1600" spc="-30" dirty="0">
                <a:latin typeface="Calibri"/>
                <a:cs typeface="Calibri"/>
              </a:rPr>
              <a:t> </a:t>
            </a:r>
            <a:r>
              <a:rPr sz="1600" dirty="0">
                <a:latin typeface="Calibri"/>
                <a:cs typeface="Calibri"/>
              </a:rPr>
              <a:t>each</a:t>
            </a:r>
            <a:r>
              <a:rPr sz="1600" spc="-40" dirty="0">
                <a:latin typeface="Calibri"/>
                <a:cs typeface="Calibri"/>
              </a:rPr>
              <a:t> </a:t>
            </a:r>
            <a:r>
              <a:rPr sz="1600" spc="-10" dirty="0">
                <a:latin typeface="Calibri"/>
                <a:cs typeface="Calibri"/>
              </a:rPr>
              <a:t>other.</a:t>
            </a:r>
            <a:endParaRPr sz="1600">
              <a:latin typeface="Calibri"/>
              <a:cs typeface="Calibri"/>
            </a:endParaRPr>
          </a:p>
        </p:txBody>
      </p:sp>
      <p:sp>
        <p:nvSpPr>
          <p:cNvPr id="8" name="object 8"/>
          <p:cNvSpPr txBox="1"/>
          <p:nvPr/>
        </p:nvSpPr>
        <p:spPr>
          <a:xfrm>
            <a:off x="6251828" y="2616835"/>
            <a:ext cx="5194935" cy="464184"/>
          </a:xfrm>
          <a:prstGeom prst="rect">
            <a:avLst/>
          </a:prstGeom>
        </p:spPr>
        <p:txBody>
          <a:bodyPr vert="horz" wrap="square" lIns="0" tIns="60960" rIns="0" bIns="0" rtlCol="0">
            <a:spAutoFit/>
          </a:bodyPr>
          <a:lstStyle/>
          <a:p>
            <a:pPr marL="241300" marR="5080" indent="-228600">
              <a:lnSpc>
                <a:spcPct val="80000"/>
              </a:lnSpc>
              <a:spcBef>
                <a:spcPts val="480"/>
              </a:spcBef>
            </a:pPr>
            <a:r>
              <a:rPr sz="1600" dirty="0">
                <a:latin typeface="Calibri"/>
                <a:cs typeface="Calibri"/>
              </a:rPr>
              <a:t>8.</a:t>
            </a:r>
            <a:r>
              <a:rPr sz="1600" spc="185" dirty="0">
                <a:latin typeface="Calibri"/>
                <a:cs typeface="Calibri"/>
              </a:rPr>
              <a:t> </a:t>
            </a:r>
            <a:r>
              <a:rPr sz="1600" spc="-10" dirty="0">
                <a:latin typeface="Calibri"/>
                <a:cs typeface="Calibri"/>
              </a:rPr>
              <a:t>Verify </a:t>
            </a:r>
            <a:r>
              <a:rPr sz="1600" dirty="0">
                <a:latin typeface="Calibri"/>
                <a:cs typeface="Calibri"/>
              </a:rPr>
              <a:t>that</a:t>
            </a:r>
            <a:r>
              <a:rPr sz="1600" spc="-40" dirty="0">
                <a:latin typeface="Calibri"/>
                <a:cs typeface="Calibri"/>
              </a:rPr>
              <a:t> </a:t>
            </a:r>
            <a:r>
              <a:rPr sz="1600" dirty="0">
                <a:latin typeface="Calibri"/>
                <a:cs typeface="Calibri"/>
              </a:rPr>
              <a:t>the</a:t>
            </a:r>
            <a:r>
              <a:rPr sz="1600" spc="-25" dirty="0">
                <a:latin typeface="Calibri"/>
                <a:cs typeface="Calibri"/>
              </a:rPr>
              <a:t> </a:t>
            </a:r>
            <a:r>
              <a:rPr sz="1600" dirty="0">
                <a:latin typeface="Calibri"/>
                <a:cs typeface="Calibri"/>
              </a:rPr>
              <a:t>sum</a:t>
            </a:r>
            <a:r>
              <a:rPr sz="1600" spc="-20" dirty="0">
                <a:latin typeface="Calibri"/>
                <a:cs typeface="Calibri"/>
              </a:rPr>
              <a:t> </a:t>
            </a:r>
            <a:r>
              <a:rPr sz="1600" dirty="0">
                <a:latin typeface="Calibri"/>
                <a:cs typeface="Calibri"/>
              </a:rPr>
              <a:t>of</a:t>
            </a:r>
            <a:r>
              <a:rPr sz="1600" spc="-30" dirty="0">
                <a:latin typeface="Calibri"/>
                <a:cs typeface="Calibri"/>
              </a:rPr>
              <a:t> </a:t>
            </a:r>
            <a:r>
              <a:rPr sz="1600" dirty="0">
                <a:latin typeface="Calibri"/>
                <a:cs typeface="Calibri"/>
              </a:rPr>
              <a:t>the</a:t>
            </a:r>
            <a:r>
              <a:rPr sz="1600" spc="-20" dirty="0">
                <a:latin typeface="Calibri"/>
                <a:cs typeface="Calibri"/>
              </a:rPr>
              <a:t> </a:t>
            </a:r>
            <a:r>
              <a:rPr sz="1600" dirty="0">
                <a:latin typeface="Calibri"/>
                <a:cs typeface="Calibri"/>
              </a:rPr>
              <a:t>length</a:t>
            </a:r>
            <a:r>
              <a:rPr sz="1600" spc="-40" dirty="0">
                <a:latin typeface="Calibri"/>
                <a:cs typeface="Calibri"/>
              </a:rPr>
              <a:t> </a:t>
            </a:r>
            <a:r>
              <a:rPr sz="1600" dirty="0">
                <a:latin typeface="Calibri"/>
                <a:cs typeface="Calibri"/>
              </a:rPr>
              <a:t>of</a:t>
            </a:r>
            <a:r>
              <a:rPr sz="1600" spc="-15" dirty="0">
                <a:latin typeface="Calibri"/>
                <a:cs typeface="Calibri"/>
              </a:rPr>
              <a:t> </a:t>
            </a:r>
            <a:r>
              <a:rPr sz="1600" dirty="0">
                <a:latin typeface="Calibri"/>
                <a:cs typeface="Calibri"/>
              </a:rPr>
              <a:t>two</a:t>
            </a:r>
            <a:r>
              <a:rPr sz="1600" spc="-20" dirty="0">
                <a:latin typeface="Calibri"/>
                <a:cs typeface="Calibri"/>
              </a:rPr>
              <a:t> </a:t>
            </a:r>
            <a:r>
              <a:rPr sz="1600" dirty="0">
                <a:latin typeface="Calibri"/>
                <a:cs typeface="Calibri"/>
              </a:rPr>
              <a:t>sides</a:t>
            </a:r>
            <a:r>
              <a:rPr sz="1600" spc="-30" dirty="0">
                <a:latin typeface="Calibri"/>
                <a:cs typeface="Calibri"/>
              </a:rPr>
              <a:t> </a:t>
            </a:r>
            <a:r>
              <a:rPr sz="1600" dirty="0">
                <a:latin typeface="Calibri"/>
                <a:cs typeface="Calibri"/>
              </a:rPr>
              <a:t>of</a:t>
            </a:r>
            <a:r>
              <a:rPr sz="1600" spc="-15" dirty="0">
                <a:latin typeface="Calibri"/>
                <a:cs typeface="Calibri"/>
              </a:rPr>
              <a:t> </a:t>
            </a:r>
            <a:r>
              <a:rPr sz="1600" dirty="0">
                <a:latin typeface="Calibri"/>
                <a:cs typeface="Calibri"/>
              </a:rPr>
              <a:t>the</a:t>
            </a:r>
            <a:r>
              <a:rPr sz="1600" spc="-30" dirty="0">
                <a:latin typeface="Calibri"/>
                <a:cs typeface="Calibri"/>
              </a:rPr>
              <a:t> </a:t>
            </a:r>
            <a:r>
              <a:rPr sz="1600" spc="-10" dirty="0">
                <a:latin typeface="Calibri"/>
                <a:cs typeface="Calibri"/>
              </a:rPr>
              <a:t>triangle </a:t>
            </a:r>
            <a:r>
              <a:rPr sz="1600" dirty="0">
                <a:latin typeface="Calibri"/>
                <a:cs typeface="Calibri"/>
              </a:rPr>
              <a:t>should</a:t>
            </a:r>
            <a:r>
              <a:rPr sz="1600" spc="-40" dirty="0">
                <a:latin typeface="Calibri"/>
                <a:cs typeface="Calibri"/>
              </a:rPr>
              <a:t> </a:t>
            </a:r>
            <a:r>
              <a:rPr sz="1600" dirty="0">
                <a:latin typeface="Calibri"/>
                <a:cs typeface="Calibri"/>
              </a:rPr>
              <a:t>be</a:t>
            </a:r>
            <a:r>
              <a:rPr sz="1600" spc="-40" dirty="0">
                <a:latin typeface="Calibri"/>
                <a:cs typeface="Calibri"/>
              </a:rPr>
              <a:t> </a:t>
            </a:r>
            <a:r>
              <a:rPr sz="1600" dirty="0">
                <a:latin typeface="Calibri"/>
                <a:cs typeface="Calibri"/>
              </a:rPr>
              <a:t>greater</a:t>
            </a:r>
            <a:r>
              <a:rPr sz="1600" spc="-25" dirty="0">
                <a:latin typeface="Calibri"/>
                <a:cs typeface="Calibri"/>
              </a:rPr>
              <a:t> </a:t>
            </a:r>
            <a:r>
              <a:rPr sz="1600" dirty="0">
                <a:latin typeface="Calibri"/>
                <a:cs typeface="Calibri"/>
              </a:rPr>
              <a:t>than</a:t>
            </a:r>
            <a:r>
              <a:rPr sz="1600" spc="-45" dirty="0">
                <a:latin typeface="Calibri"/>
                <a:cs typeface="Calibri"/>
              </a:rPr>
              <a:t> </a:t>
            </a:r>
            <a:r>
              <a:rPr sz="1600" dirty="0">
                <a:latin typeface="Calibri"/>
                <a:cs typeface="Calibri"/>
              </a:rPr>
              <a:t>the</a:t>
            </a:r>
            <a:r>
              <a:rPr sz="1600" spc="-30" dirty="0">
                <a:latin typeface="Calibri"/>
                <a:cs typeface="Calibri"/>
              </a:rPr>
              <a:t> </a:t>
            </a:r>
            <a:r>
              <a:rPr sz="1600" dirty="0">
                <a:latin typeface="Calibri"/>
                <a:cs typeface="Calibri"/>
              </a:rPr>
              <a:t>length</a:t>
            </a:r>
            <a:r>
              <a:rPr sz="1600" spc="-45" dirty="0">
                <a:latin typeface="Calibri"/>
                <a:cs typeface="Calibri"/>
              </a:rPr>
              <a:t> </a:t>
            </a:r>
            <a:r>
              <a:rPr sz="1600" dirty="0">
                <a:latin typeface="Calibri"/>
                <a:cs typeface="Calibri"/>
              </a:rPr>
              <a:t>of</a:t>
            </a:r>
            <a:r>
              <a:rPr sz="1600" spc="-40" dirty="0">
                <a:latin typeface="Calibri"/>
                <a:cs typeface="Calibri"/>
              </a:rPr>
              <a:t> </a:t>
            </a:r>
            <a:r>
              <a:rPr sz="1600" dirty="0">
                <a:latin typeface="Calibri"/>
                <a:cs typeface="Calibri"/>
              </a:rPr>
              <a:t>the</a:t>
            </a:r>
            <a:r>
              <a:rPr sz="1600" spc="-30" dirty="0">
                <a:latin typeface="Calibri"/>
                <a:cs typeface="Calibri"/>
              </a:rPr>
              <a:t> </a:t>
            </a:r>
            <a:r>
              <a:rPr sz="1600" dirty="0">
                <a:latin typeface="Calibri"/>
                <a:cs typeface="Calibri"/>
              </a:rPr>
              <a:t>third</a:t>
            </a:r>
            <a:r>
              <a:rPr sz="1600" spc="-35" dirty="0">
                <a:latin typeface="Calibri"/>
                <a:cs typeface="Calibri"/>
              </a:rPr>
              <a:t> </a:t>
            </a:r>
            <a:r>
              <a:rPr sz="1600" spc="-10" dirty="0">
                <a:latin typeface="Calibri"/>
                <a:cs typeface="Calibri"/>
              </a:rPr>
              <a:t>side.</a:t>
            </a:r>
            <a:endParaRPr sz="1600">
              <a:latin typeface="Calibri"/>
              <a:cs typeface="Calibri"/>
            </a:endParaRPr>
          </a:p>
        </p:txBody>
      </p:sp>
      <p:sp>
        <p:nvSpPr>
          <p:cNvPr id="9" name="object 9"/>
          <p:cNvSpPr txBox="1"/>
          <p:nvPr/>
        </p:nvSpPr>
        <p:spPr>
          <a:xfrm>
            <a:off x="6251828" y="3330067"/>
            <a:ext cx="5096510" cy="464184"/>
          </a:xfrm>
          <a:prstGeom prst="rect">
            <a:avLst/>
          </a:prstGeom>
        </p:spPr>
        <p:txBody>
          <a:bodyPr vert="horz" wrap="square" lIns="0" tIns="12065" rIns="0" bIns="0" rtlCol="0">
            <a:spAutoFit/>
          </a:bodyPr>
          <a:lstStyle/>
          <a:p>
            <a:pPr marL="12700">
              <a:lnSpc>
                <a:spcPts val="1730"/>
              </a:lnSpc>
              <a:spcBef>
                <a:spcPts val="95"/>
              </a:spcBef>
            </a:pPr>
            <a:r>
              <a:rPr sz="1600" dirty="0">
                <a:latin typeface="Calibri"/>
                <a:cs typeface="Calibri"/>
              </a:rPr>
              <a:t>9.</a:t>
            </a:r>
            <a:r>
              <a:rPr sz="1600" spc="180" dirty="0">
                <a:latin typeface="Calibri"/>
                <a:cs typeface="Calibri"/>
              </a:rPr>
              <a:t> </a:t>
            </a:r>
            <a:r>
              <a:rPr sz="1600" spc="-10" dirty="0">
                <a:latin typeface="Calibri"/>
                <a:cs typeface="Calibri"/>
              </a:rPr>
              <a:t>Verify</a:t>
            </a:r>
            <a:r>
              <a:rPr sz="1600" spc="-20" dirty="0">
                <a:latin typeface="Calibri"/>
                <a:cs typeface="Calibri"/>
              </a:rPr>
              <a:t> </a:t>
            </a:r>
            <a:r>
              <a:rPr sz="1600" dirty="0">
                <a:latin typeface="Calibri"/>
                <a:cs typeface="Calibri"/>
              </a:rPr>
              <a:t>that</a:t>
            </a:r>
            <a:r>
              <a:rPr sz="1600" spc="-40" dirty="0">
                <a:latin typeface="Calibri"/>
                <a:cs typeface="Calibri"/>
              </a:rPr>
              <a:t> </a:t>
            </a:r>
            <a:r>
              <a:rPr sz="1600" dirty="0">
                <a:latin typeface="Calibri"/>
                <a:cs typeface="Calibri"/>
              </a:rPr>
              <a:t>no</a:t>
            </a:r>
            <a:r>
              <a:rPr sz="1600" spc="-25" dirty="0">
                <a:latin typeface="Calibri"/>
                <a:cs typeface="Calibri"/>
              </a:rPr>
              <a:t> </a:t>
            </a:r>
            <a:r>
              <a:rPr sz="1600" dirty="0">
                <a:latin typeface="Calibri"/>
                <a:cs typeface="Calibri"/>
              </a:rPr>
              <a:t>two</a:t>
            </a:r>
            <a:r>
              <a:rPr sz="1600" spc="-25" dirty="0">
                <a:latin typeface="Calibri"/>
                <a:cs typeface="Calibri"/>
              </a:rPr>
              <a:t> </a:t>
            </a:r>
            <a:r>
              <a:rPr sz="1600" dirty="0">
                <a:latin typeface="Calibri"/>
                <a:cs typeface="Calibri"/>
              </a:rPr>
              <a:t>angles</a:t>
            </a:r>
            <a:r>
              <a:rPr sz="1600" spc="-50" dirty="0">
                <a:latin typeface="Calibri"/>
                <a:cs typeface="Calibri"/>
              </a:rPr>
              <a:t> </a:t>
            </a:r>
            <a:r>
              <a:rPr sz="1600" dirty="0">
                <a:latin typeface="Calibri"/>
                <a:cs typeface="Calibri"/>
              </a:rPr>
              <a:t>of</a:t>
            </a:r>
            <a:r>
              <a:rPr sz="1600" spc="-20" dirty="0">
                <a:latin typeface="Calibri"/>
                <a:cs typeface="Calibri"/>
              </a:rPr>
              <a:t> </a:t>
            </a:r>
            <a:r>
              <a:rPr sz="1600" dirty="0">
                <a:latin typeface="Calibri"/>
                <a:cs typeface="Calibri"/>
              </a:rPr>
              <a:t>a</a:t>
            </a:r>
            <a:r>
              <a:rPr sz="1600" spc="-35" dirty="0">
                <a:latin typeface="Calibri"/>
                <a:cs typeface="Calibri"/>
              </a:rPr>
              <a:t> </a:t>
            </a:r>
            <a:r>
              <a:rPr sz="1600" dirty="0">
                <a:latin typeface="Calibri"/>
                <a:cs typeface="Calibri"/>
              </a:rPr>
              <a:t>triangle</a:t>
            </a:r>
            <a:r>
              <a:rPr sz="1600" spc="-60" dirty="0">
                <a:latin typeface="Calibri"/>
                <a:cs typeface="Calibri"/>
              </a:rPr>
              <a:t> </a:t>
            </a:r>
            <a:r>
              <a:rPr sz="1600" dirty="0">
                <a:latin typeface="Calibri"/>
                <a:cs typeface="Calibri"/>
              </a:rPr>
              <a:t>have</a:t>
            </a:r>
            <a:r>
              <a:rPr sz="1600" spc="-25" dirty="0">
                <a:latin typeface="Calibri"/>
                <a:cs typeface="Calibri"/>
              </a:rPr>
              <a:t> </a:t>
            </a:r>
            <a:r>
              <a:rPr sz="1600" dirty="0">
                <a:latin typeface="Calibri"/>
                <a:cs typeface="Calibri"/>
              </a:rPr>
              <a:t>90</a:t>
            </a:r>
            <a:r>
              <a:rPr sz="1600" spc="-30" dirty="0">
                <a:latin typeface="Calibri"/>
                <a:cs typeface="Calibri"/>
              </a:rPr>
              <a:t> </a:t>
            </a:r>
            <a:r>
              <a:rPr sz="1600" dirty="0">
                <a:latin typeface="Calibri"/>
                <a:cs typeface="Calibri"/>
              </a:rPr>
              <a:t>degrees </a:t>
            </a:r>
            <a:r>
              <a:rPr sz="1600" spc="-25" dirty="0">
                <a:latin typeface="Calibri"/>
                <a:cs typeface="Calibri"/>
              </a:rPr>
              <a:t>and</a:t>
            </a:r>
            <a:endParaRPr sz="1600">
              <a:latin typeface="Calibri"/>
              <a:cs typeface="Calibri"/>
            </a:endParaRPr>
          </a:p>
          <a:p>
            <a:pPr marL="241300">
              <a:lnSpc>
                <a:spcPts val="1730"/>
              </a:lnSpc>
            </a:pPr>
            <a:r>
              <a:rPr sz="1600" dirty="0">
                <a:latin typeface="Calibri"/>
                <a:cs typeface="Calibri"/>
              </a:rPr>
              <a:t>above</a:t>
            </a:r>
            <a:r>
              <a:rPr sz="1600" spc="-65" dirty="0">
                <a:latin typeface="Calibri"/>
                <a:cs typeface="Calibri"/>
              </a:rPr>
              <a:t> </a:t>
            </a:r>
            <a:r>
              <a:rPr sz="1600" spc="-10" dirty="0">
                <a:latin typeface="Calibri"/>
                <a:cs typeface="Calibri"/>
              </a:rPr>
              <a:t>value.</a:t>
            </a:r>
            <a:endParaRPr sz="1600">
              <a:latin typeface="Calibri"/>
              <a:cs typeface="Calibri"/>
            </a:endParaRPr>
          </a:p>
        </p:txBody>
      </p:sp>
      <p:sp>
        <p:nvSpPr>
          <p:cNvPr id="10" name="object 10"/>
          <p:cNvSpPr txBox="1"/>
          <p:nvPr/>
        </p:nvSpPr>
        <p:spPr>
          <a:xfrm>
            <a:off x="6251828" y="4042028"/>
            <a:ext cx="5359400" cy="464184"/>
          </a:xfrm>
          <a:prstGeom prst="rect">
            <a:avLst/>
          </a:prstGeom>
        </p:spPr>
        <p:txBody>
          <a:bodyPr vert="horz" wrap="square" lIns="0" tIns="59054" rIns="0" bIns="0" rtlCol="0">
            <a:spAutoFit/>
          </a:bodyPr>
          <a:lstStyle/>
          <a:p>
            <a:pPr marL="241300" marR="5080" indent="-228600">
              <a:lnSpc>
                <a:spcPts val="1540"/>
              </a:lnSpc>
              <a:spcBef>
                <a:spcPts val="464"/>
              </a:spcBef>
            </a:pPr>
            <a:r>
              <a:rPr sz="1600" spc="-10" dirty="0">
                <a:latin typeface="Calibri"/>
                <a:cs typeface="Calibri"/>
              </a:rPr>
              <a:t>10.Verify</a:t>
            </a:r>
            <a:r>
              <a:rPr sz="1600" spc="-5" dirty="0">
                <a:latin typeface="Calibri"/>
                <a:cs typeface="Calibri"/>
              </a:rPr>
              <a:t> </a:t>
            </a:r>
            <a:r>
              <a:rPr sz="1600" dirty="0">
                <a:latin typeface="Calibri"/>
                <a:cs typeface="Calibri"/>
              </a:rPr>
              <a:t>the</a:t>
            </a:r>
            <a:r>
              <a:rPr sz="1600" spc="-10" dirty="0">
                <a:latin typeface="Calibri"/>
                <a:cs typeface="Calibri"/>
              </a:rPr>
              <a:t> </a:t>
            </a:r>
            <a:r>
              <a:rPr sz="1600" dirty="0">
                <a:latin typeface="Calibri"/>
                <a:cs typeface="Calibri"/>
              </a:rPr>
              <a:t>type</a:t>
            </a:r>
            <a:r>
              <a:rPr sz="1600" spc="-20" dirty="0">
                <a:latin typeface="Calibri"/>
                <a:cs typeface="Calibri"/>
              </a:rPr>
              <a:t> </a:t>
            </a:r>
            <a:r>
              <a:rPr sz="1600" dirty="0">
                <a:latin typeface="Calibri"/>
                <a:cs typeface="Calibri"/>
              </a:rPr>
              <a:t>of</a:t>
            </a:r>
            <a:r>
              <a:rPr sz="1600" spc="-5" dirty="0">
                <a:latin typeface="Calibri"/>
                <a:cs typeface="Calibri"/>
              </a:rPr>
              <a:t> </a:t>
            </a:r>
            <a:r>
              <a:rPr sz="1600" dirty="0">
                <a:latin typeface="Calibri"/>
                <a:cs typeface="Calibri"/>
              </a:rPr>
              <a:t>triangle</a:t>
            </a:r>
            <a:r>
              <a:rPr sz="1600" spc="-35" dirty="0">
                <a:latin typeface="Calibri"/>
                <a:cs typeface="Calibri"/>
              </a:rPr>
              <a:t> </a:t>
            </a:r>
            <a:r>
              <a:rPr sz="1600" dirty="0">
                <a:latin typeface="Calibri"/>
                <a:cs typeface="Calibri"/>
              </a:rPr>
              <a:t>is</a:t>
            </a:r>
            <a:r>
              <a:rPr sz="1600" spc="-30" dirty="0">
                <a:latin typeface="Calibri"/>
                <a:cs typeface="Calibri"/>
              </a:rPr>
              <a:t> </a:t>
            </a:r>
            <a:r>
              <a:rPr sz="1600" dirty="0">
                <a:latin typeface="Calibri"/>
                <a:cs typeface="Calibri"/>
              </a:rPr>
              <a:t>as</a:t>
            </a:r>
            <a:r>
              <a:rPr sz="1600" spc="-25" dirty="0">
                <a:latin typeface="Calibri"/>
                <a:cs typeface="Calibri"/>
              </a:rPr>
              <a:t> </a:t>
            </a:r>
            <a:r>
              <a:rPr sz="1600" dirty="0">
                <a:latin typeface="Calibri"/>
                <a:cs typeface="Calibri"/>
              </a:rPr>
              <a:t>per</a:t>
            </a:r>
            <a:r>
              <a:rPr sz="1600" spc="-5" dirty="0">
                <a:latin typeface="Calibri"/>
                <a:cs typeface="Calibri"/>
              </a:rPr>
              <a:t> </a:t>
            </a:r>
            <a:r>
              <a:rPr sz="1600" dirty="0">
                <a:latin typeface="Calibri"/>
                <a:cs typeface="Calibri"/>
              </a:rPr>
              <a:t>the</a:t>
            </a:r>
            <a:r>
              <a:rPr sz="1600" spc="-20" dirty="0">
                <a:latin typeface="Calibri"/>
                <a:cs typeface="Calibri"/>
              </a:rPr>
              <a:t> </a:t>
            </a:r>
            <a:r>
              <a:rPr sz="1600" spc="-10" dirty="0">
                <a:latin typeface="Calibri"/>
                <a:cs typeface="Calibri"/>
              </a:rPr>
              <a:t>specification,</a:t>
            </a:r>
            <a:r>
              <a:rPr sz="1600" spc="-30" dirty="0">
                <a:latin typeface="Calibri"/>
                <a:cs typeface="Calibri"/>
              </a:rPr>
              <a:t> </a:t>
            </a:r>
            <a:r>
              <a:rPr sz="1600" dirty="0">
                <a:latin typeface="Calibri"/>
                <a:cs typeface="Calibri"/>
              </a:rPr>
              <a:t>based</a:t>
            </a:r>
            <a:r>
              <a:rPr sz="1600" spc="-20" dirty="0">
                <a:latin typeface="Calibri"/>
                <a:cs typeface="Calibri"/>
              </a:rPr>
              <a:t> </a:t>
            </a:r>
            <a:r>
              <a:rPr sz="1600" spc="-25" dirty="0">
                <a:latin typeface="Calibri"/>
                <a:cs typeface="Calibri"/>
              </a:rPr>
              <a:t>on </a:t>
            </a:r>
            <a:r>
              <a:rPr sz="1600" dirty="0">
                <a:latin typeface="Calibri"/>
                <a:cs typeface="Calibri"/>
              </a:rPr>
              <a:t>its</a:t>
            </a:r>
            <a:r>
              <a:rPr sz="1600" spc="-45" dirty="0">
                <a:latin typeface="Calibri"/>
                <a:cs typeface="Calibri"/>
              </a:rPr>
              <a:t> </a:t>
            </a:r>
            <a:r>
              <a:rPr sz="1600" dirty="0">
                <a:latin typeface="Calibri"/>
                <a:cs typeface="Calibri"/>
              </a:rPr>
              <a:t>sides</a:t>
            </a:r>
            <a:r>
              <a:rPr sz="1600" spc="-35" dirty="0">
                <a:latin typeface="Calibri"/>
                <a:cs typeface="Calibri"/>
              </a:rPr>
              <a:t> </a:t>
            </a:r>
            <a:r>
              <a:rPr sz="1600" dirty="0">
                <a:latin typeface="Calibri"/>
                <a:cs typeface="Calibri"/>
              </a:rPr>
              <a:t>–</a:t>
            </a:r>
            <a:r>
              <a:rPr sz="1600" spc="-25" dirty="0">
                <a:latin typeface="Calibri"/>
                <a:cs typeface="Calibri"/>
              </a:rPr>
              <a:t> </a:t>
            </a:r>
            <a:r>
              <a:rPr sz="1600" dirty="0">
                <a:latin typeface="Calibri"/>
                <a:cs typeface="Calibri"/>
              </a:rPr>
              <a:t>scalene,</a:t>
            </a:r>
            <a:r>
              <a:rPr sz="1600" spc="-30" dirty="0">
                <a:latin typeface="Calibri"/>
                <a:cs typeface="Calibri"/>
              </a:rPr>
              <a:t> </a:t>
            </a:r>
            <a:r>
              <a:rPr sz="1600" dirty="0">
                <a:latin typeface="Calibri"/>
                <a:cs typeface="Calibri"/>
              </a:rPr>
              <a:t>isosceles</a:t>
            </a:r>
            <a:r>
              <a:rPr sz="1600" spc="-25" dirty="0">
                <a:latin typeface="Calibri"/>
                <a:cs typeface="Calibri"/>
              </a:rPr>
              <a:t> </a:t>
            </a:r>
            <a:r>
              <a:rPr sz="1600" dirty="0">
                <a:latin typeface="Calibri"/>
                <a:cs typeface="Calibri"/>
              </a:rPr>
              <a:t>or</a:t>
            </a:r>
            <a:r>
              <a:rPr sz="1600" spc="-20" dirty="0">
                <a:latin typeface="Calibri"/>
                <a:cs typeface="Calibri"/>
              </a:rPr>
              <a:t> </a:t>
            </a:r>
            <a:r>
              <a:rPr sz="1600" spc="-10" dirty="0">
                <a:latin typeface="Calibri"/>
                <a:cs typeface="Calibri"/>
              </a:rPr>
              <a:t>equilateral.</a:t>
            </a:r>
            <a:endParaRPr sz="1600">
              <a:latin typeface="Calibri"/>
              <a:cs typeface="Calibri"/>
            </a:endParaRPr>
          </a:p>
        </p:txBody>
      </p:sp>
      <p:sp>
        <p:nvSpPr>
          <p:cNvPr id="11" name="object 11"/>
          <p:cNvSpPr txBox="1"/>
          <p:nvPr/>
        </p:nvSpPr>
        <p:spPr>
          <a:xfrm>
            <a:off x="6251828" y="4753736"/>
            <a:ext cx="5372100" cy="464184"/>
          </a:xfrm>
          <a:prstGeom prst="rect">
            <a:avLst/>
          </a:prstGeom>
        </p:spPr>
        <p:txBody>
          <a:bodyPr vert="horz" wrap="square" lIns="0" tIns="59054" rIns="0" bIns="0" rtlCol="0">
            <a:spAutoFit/>
          </a:bodyPr>
          <a:lstStyle/>
          <a:p>
            <a:pPr marL="241300" marR="5080" indent="-228600">
              <a:lnSpc>
                <a:spcPts val="1540"/>
              </a:lnSpc>
              <a:spcBef>
                <a:spcPts val="464"/>
              </a:spcBef>
            </a:pPr>
            <a:r>
              <a:rPr sz="1600" spc="-10" dirty="0">
                <a:latin typeface="Calibri"/>
                <a:cs typeface="Calibri"/>
              </a:rPr>
              <a:t>11.Verify</a:t>
            </a:r>
            <a:r>
              <a:rPr sz="1600" spc="-5" dirty="0">
                <a:latin typeface="Calibri"/>
                <a:cs typeface="Calibri"/>
              </a:rPr>
              <a:t> </a:t>
            </a:r>
            <a:r>
              <a:rPr sz="1600" dirty="0">
                <a:latin typeface="Calibri"/>
                <a:cs typeface="Calibri"/>
              </a:rPr>
              <a:t>the</a:t>
            </a:r>
            <a:r>
              <a:rPr sz="1600" spc="-10" dirty="0">
                <a:latin typeface="Calibri"/>
                <a:cs typeface="Calibri"/>
              </a:rPr>
              <a:t> </a:t>
            </a:r>
            <a:r>
              <a:rPr sz="1600" dirty="0">
                <a:latin typeface="Calibri"/>
                <a:cs typeface="Calibri"/>
              </a:rPr>
              <a:t>type</a:t>
            </a:r>
            <a:r>
              <a:rPr sz="1600" spc="-20" dirty="0">
                <a:latin typeface="Calibri"/>
                <a:cs typeface="Calibri"/>
              </a:rPr>
              <a:t> </a:t>
            </a:r>
            <a:r>
              <a:rPr sz="1600" dirty="0">
                <a:latin typeface="Calibri"/>
                <a:cs typeface="Calibri"/>
              </a:rPr>
              <a:t>of</a:t>
            </a:r>
            <a:r>
              <a:rPr sz="1600" spc="-5" dirty="0">
                <a:latin typeface="Calibri"/>
                <a:cs typeface="Calibri"/>
              </a:rPr>
              <a:t> </a:t>
            </a:r>
            <a:r>
              <a:rPr sz="1600" dirty="0">
                <a:latin typeface="Calibri"/>
                <a:cs typeface="Calibri"/>
              </a:rPr>
              <a:t>triangle</a:t>
            </a:r>
            <a:r>
              <a:rPr sz="1600" spc="-35" dirty="0">
                <a:latin typeface="Calibri"/>
                <a:cs typeface="Calibri"/>
              </a:rPr>
              <a:t> </a:t>
            </a:r>
            <a:r>
              <a:rPr sz="1600" dirty="0">
                <a:latin typeface="Calibri"/>
                <a:cs typeface="Calibri"/>
              </a:rPr>
              <a:t>is</a:t>
            </a:r>
            <a:r>
              <a:rPr sz="1600" spc="-30" dirty="0">
                <a:latin typeface="Calibri"/>
                <a:cs typeface="Calibri"/>
              </a:rPr>
              <a:t> </a:t>
            </a:r>
            <a:r>
              <a:rPr sz="1600" dirty="0">
                <a:latin typeface="Calibri"/>
                <a:cs typeface="Calibri"/>
              </a:rPr>
              <a:t>as</a:t>
            </a:r>
            <a:r>
              <a:rPr sz="1600" spc="-25" dirty="0">
                <a:latin typeface="Calibri"/>
                <a:cs typeface="Calibri"/>
              </a:rPr>
              <a:t> </a:t>
            </a:r>
            <a:r>
              <a:rPr sz="1600" dirty="0">
                <a:latin typeface="Calibri"/>
                <a:cs typeface="Calibri"/>
              </a:rPr>
              <a:t>per</a:t>
            </a:r>
            <a:r>
              <a:rPr sz="1600" spc="-5" dirty="0">
                <a:latin typeface="Calibri"/>
                <a:cs typeface="Calibri"/>
              </a:rPr>
              <a:t> </a:t>
            </a:r>
            <a:r>
              <a:rPr sz="1600" dirty="0">
                <a:latin typeface="Calibri"/>
                <a:cs typeface="Calibri"/>
              </a:rPr>
              <a:t>the</a:t>
            </a:r>
            <a:r>
              <a:rPr sz="1600" spc="-20" dirty="0">
                <a:latin typeface="Calibri"/>
                <a:cs typeface="Calibri"/>
              </a:rPr>
              <a:t> </a:t>
            </a:r>
            <a:r>
              <a:rPr sz="1600" spc="-10" dirty="0">
                <a:latin typeface="Calibri"/>
                <a:cs typeface="Calibri"/>
              </a:rPr>
              <a:t>specification,</a:t>
            </a:r>
            <a:r>
              <a:rPr sz="1600" spc="-30" dirty="0">
                <a:latin typeface="Calibri"/>
                <a:cs typeface="Calibri"/>
              </a:rPr>
              <a:t> </a:t>
            </a:r>
            <a:r>
              <a:rPr sz="1600" dirty="0">
                <a:latin typeface="Calibri"/>
                <a:cs typeface="Calibri"/>
              </a:rPr>
              <a:t>based</a:t>
            </a:r>
            <a:r>
              <a:rPr sz="1600" spc="-20" dirty="0">
                <a:latin typeface="Calibri"/>
                <a:cs typeface="Calibri"/>
              </a:rPr>
              <a:t> </a:t>
            </a:r>
            <a:r>
              <a:rPr sz="1600" spc="-25" dirty="0">
                <a:latin typeface="Calibri"/>
                <a:cs typeface="Calibri"/>
              </a:rPr>
              <a:t>on </a:t>
            </a:r>
            <a:r>
              <a:rPr sz="1600" dirty="0">
                <a:latin typeface="Calibri"/>
                <a:cs typeface="Calibri"/>
              </a:rPr>
              <a:t>its</a:t>
            </a:r>
            <a:r>
              <a:rPr sz="1600" spc="-35" dirty="0">
                <a:latin typeface="Calibri"/>
                <a:cs typeface="Calibri"/>
              </a:rPr>
              <a:t> </a:t>
            </a:r>
            <a:r>
              <a:rPr sz="1600" dirty="0">
                <a:latin typeface="Calibri"/>
                <a:cs typeface="Calibri"/>
              </a:rPr>
              <a:t>angles</a:t>
            </a:r>
            <a:r>
              <a:rPr sz="1600" spc="-30" dirty="0">
                <a:latin typeface="Calibri"/>
                <a:cs typeface="Calibri"/>
              </a:rPr>
              <a:t> </a:t>
            </a:r>
            <a:r>
              <a:rPr sz="1600" dirty="0">
                <a:latin typeface="Calibri"/>
                <a:cs typeface="Calibri"/>
              </a:rPr>
              <a:t>–</a:t>
            </a:r>
            <a:r>
              <a:rPr sz="1600" spc="-15" dirty="0">
                <a:latin typeface="Calibri"/>
                <a:cs typeface="Calibri"/>
              </a:rPr>
              <a:t> </a:t>
            </a:r>
            <a:r>
              <a:rPr sz="1600" dirty="0">
                <a:latin typeface="Calibri"/>
                <a:cs typeface="Calibri"/>
              </a:rPr>
              <a:t>acute</a:t>
            </a:r>
            <a:r>
              <a:rPr sz="1600" spc="-25" dirty="0">
                <a:latin typeface="Calibri"/>
                <a:cs typeface="Calibri"/>
              </a:rPr>
              <a:t> </a:t>
            </a:r>
            <a:r>
              <a:rPr sz="1600" dirty="0">
                <a:latin typeface="Calibri"/>
                <a:cs typeface="Calibri"/>
              </a:rPr>
              <a:t>angle,</a:t>
            </a:r>
            <a:r>
              <a:rPr sz="1600" spc="-40" dirty="0">
                <a:latin typeface="Calibri"/>
                <a:cs typeface="Calibri"/>
              </a:rPr>
              <a:t> </a:t>
            </a:r>
            <a:r>
              <a:rPr sz="1600" dirty="0">
                <a:latin typeface="Calibri"/>
                <a:cs typeface="Calibri"/>
              </a:rPr>
              <a:t>obtuse angle,</a:t>
            </a:r>
            <a:r>
              <a:rPr sz="1600" spc="-40" dirty="0">
                <a:latin typeface="Calibri"/>
                <a:cs typeface="Calibri"/>
              </a:rPr>
              <a:t> </a:t>
            </a:r>
            <a:r>
              <a:rPr sz="1600" dirty="0">
                <a:latin typeface="Calibri"/>
                <a:cs typeface="Calibri"/>
              </a:rPr>
              <a:t>or</a:t>
            </a:r>
            <a:r>
              <a:rPr sz="1600" spc="-5" dirty="0">
                <a:latin typeface="Calibri"/>
                <a:cs typeface="Calibri"/>
              </a:rPr>
              <a:t> </a:t>
            </a:r>
            <a:r>
              <a:rPr sz="1600" spc="-10" dirty="0">
                <a:latin typeface="Calibri"/>
                <a:cs typeface="Calibri"/>
              </a:rPr>
              <a:t>right-</a:t>
            </a:r>
            <a:r>
              <a:rPr sz="1600" dirty="0">
                <a:latin typeface="Calibri"/>
                <a:cs typeface="Calibri"/>
              </a:rPr>
              <a:t>angled</a:t>
            </a:r>
            <a:r>
              <a:rPr sz="1600" spc="-55" dirty="0">
                <a:latin typeface="Calibri"/>
                <a:cs typeface="Calibri"/>
              </a:rPr>
              <a:t> </a:t>
            </a:r>
            <a:r>
              <a:rPr sz="1600" spc="-10" dirty="0">
                <a:latin typeface="Calibri"/>
                <a:cs typeface="Calibri"/>
              </a:rPr>
              <a:t>triangle.</a:t>
            </a:r>
            <a:endParaRPr sz="1600">
              <a:latin typeface="Calibri"/>
              <a:cs typeface="Calibri"/>
            </a:endParaRPr>
          </a:p>
        </p:txBody>
      </p:sp>
      <p:sp>
        <p:nvSpPr>
          <p:cNvPr id="12" name="object 12"/>
          <p:cNvSpPr txBox="1"/>
          <p:nvPr/>
        </p:nvSpPr>
        <p:spPr>
          <a:xfrm>
            <a:off x="6251828" y="5467299"/>
            <a:ext cx="5394960" cy="464184"/>
          </a:xfrm>
          <a:prstGeom prst="rect">
            <a:avLst/>
          </a:prstGeom>
        </p:spPr>
        <p:txBody>
          <a:bodyPr vert="horz" wrap="square" lIns="0" tIns="59054" rIns="0" bIns="0" rtlCol="0">
            <a:spAutoFit/>
          </a:bodyPr>
          <a:lstStyle/>
          <a:p>
            <a:pPr marL="241300" marR="5080" indent="-228600">
              <a:lnSpc>
                <a:spcPts val="1540"/>
              </a:lnSpc>
              <a:spcBef>
                <a:spcPts val="464"/>
              </a:spcBef>
            </a:pPr>
            <a:r>
              <a:rPr sz="1600" spc="-10" dirty="0">
                <a:latin typeface="Calibri"/>
                <a:cs typeface="Calibri"/>
              </a:rPr>
              <a:t>12.Verify </a:t>
            </a:r>
            <a:r>
              <a:rPr sz="1600" dirty="0">
                <a:latin typeface="Calibri"/>
                <a:cs typeface="Calibri"/>
              </a:rPr>
              <a:t>that</a:t>
            </a:r>
            <a:r>
              <a:rPr sz="1600" spc="-35" dirty="0">
                <a:latin typeface="Calibri"/>
                <a:cs typeface="Calibri"/>
              </a:rPr>
              <a:t> </a:t>
            </a:r>
            <a:r>
              <a:rPr sz="1600" dirty="0">
                <a:latin typeface="Calibri"/>
                <a:cs typeface="Calibri"/>
              </a:rPr>
              <a:t>the</a:t>
            </a:r>
            <a:r>
              <a:rPr sz="1600" spc="-30" dirty="0">
                <a:latin typeface="Calibri"/>
                <a:cs typeface="Calibri"/>
              </a:rPr>
              <a:t> </a:t>
            </a:r>
            <a:r>
              <a:rPr sz="1600" dirty="0">
                <a:latin typeface="Calibri"/>
                <a:cs typeface="Calibri"/>
              </a:rPr>
              <a:t>area of</a:t>
            </a:r>
            <a:r>
              <a:rPr sz="1600" spc="-30" dirty="0">
                <a:latin typeface="Calibri"/>
                <a:cs typeface="Calibri"/>
              </a:rPr>
              <a:t> </a:t>
            </a:r>
            <a:r>
              <a:rPr sz="1600" dirty="0">
                <a:latin typeface="Calibri"/>
                <a:cs typeface="Calibri"/>
              </a:rPr>
              <a:t>a</a:t>
            </a:r>
            <a:r>
              <a:rPr sz="1600" spc="-20" dirty="0">
                <a:latin typeface="Calibri"/>
                <a:cs typeface="Calibri"/>
              </a:rPr>
              <a:t> </a:t>
            </a:r>
            <a:r>
              <a:rPr sz="1600" dirty="0">
                <a:latin typeface="Calibri"/>
                <a:cs typeface="Calibri"/>
              </a:rPr>
              <a:t>triangle</a:t>
            </a:r>
            <a:r>
              <a:rPr sz="1600" spc="-40" dirty="0">
                <a:latin typeface="Calibri"/>
                <a:cs typeface="Calibri"/>
              </a:rPr>
              <a:t> </a:t>
            </a:r>
            <a:r>
              <a:rPr sz="1600" dirty="0">
                <a:latin typeface="Calibri"/>
                <a:cs typeface="Calibri"/>
              </a:rPr>
              <a:t>is</a:t>
            </a:r>
            <a:r>
              <a:rPr sz="1600" spc="-40" dirty="0">
                <a:latin typeface="Calibri"/>
                <a:cs typeface="Calibri"/>
              </a:rPr>
              <a:t> </a:t>
            </a:r>
            <a:r>
              <a:rPr sz="1600" dirty="0">
                <a:latin typeface="Calibri"/>
                <a:cs typeface="Calibri"/>
              </a:rPr>
              <a:t>equal</a:t>
            </a:r>
            <a:r>
              <a:rPr sz="1600" spc="-30" dirty="0">
                <a:latin typeface="Calibri"/>
                <a:cs typeface="Calibri"/>
              </a:rPr>
              <a:t> </a:t>
            </a:r>
            <a:r>
              <a:rPr sz="1600" dirty="0">
                <a:latin typeface="Calibri"/>
                <a:cs typeface="Calibri"/>
              </a:rPr>
              <a:t>to</a:t>
            </a:r>
            <a:r>
              <a:rPr sz="1600" spc="-15" dirty="0">
                <a:latin typeface="Calibri"/>
                <a:cs typeface="Calibri"/>
              </a:rPr>
              <a:t> </a:t>
            </a:r>
            <a:r>
              <a:rPr sz="1600" dirty="0">
                <a:latin typeface="Calibri"/>
                <a:cs typeface="Calibri"/>
              </a:rPr>
              <a:t>half</a:t>
            </a:r>
            <a:r>
              <a:rPr sz="1600" spc="-45" dirty="0">
                <a:latin typeface="Calibri"/>
                <a:cs typeface="Calibri"/>
              </a:rPr>
              <a:t> </a:t>
            </a:r>
            <a:r>
              <a:rPr sz="1600" dirty="0">
                <a:latin typeface="Calibri"/>
                <a:cs typeface="Calibri"/>
              </a:rPr>
              <a:t>of</a:t>
            </a:r>
            <a:r>
              <a:rPr sz="1600" spc="-15" dirty="0">
                <a:latin typeface="Calibri"/>
                <a:cs typeface="Calibri"/>
              </a:rPr>
              <a:t> </a:t>
            </a:r>
            <a:r>
              <a:rPr sz="1600" dirty="0">
                <a:latin typeface="Calibri"/>
                <a:cs typeface="Calibri"/>
              </a:rPr>
              <a:t>the</a:t>
            </a:r>
            <a:r>
              <a:rPr sz="1600" spc="-25" dirty="0">
                <a:latin typeface="Calibri"/>
                <a:cs typeface="Calibri"/>
              </a:rPr>
              <a:t> </a:t>
            </a:r>
            <a:r>
              <a:rPr sz="1600" spc="-10" dirty="0">
                <a:latin typeface="Calibri"/>
                <a:cs typeface="Calibri"/>
              </a:rPr>
              <a:t>product </a:t>
            </a:r>
            <a:r>
              <a:rPr sz="1600" dirty="0">
                <a:latin typeface="Calibri"/>
                <a:cs typeface="Calibri"/>
              </a:rPr>
              <a:t>of</a:t>
            </a:r>
            <a:r>
              <a:rPr sz="1600" spc="-5" dirty="0">
                <a:latin typeface="Calibri"/>
                <a:cs typeface="Calibri"/>
              </a:rPr>
              <a:t> </a:t>
            </a:r>
            <a:r>
              <a:rPr sz="1600" dirty="0">
                <a:latin typeface="Calibri"/>
                <a:cs typeface="Calibri"/>
              </a:rPr>
              <a:t>its</a:t>
            </a:r>
            <a:r>
              <a:rPr sz="1600" spc="-30" dirty="0">
                <a:latin typeface="Calibri"/>
                <a:cs typeface="Calibri"/>
              </a:rPr>
              <a:t> </a:t>
            </a:r>
            <a:r>
              <a:rPr sz="1600" dirty="0">
                <a:latin typeface="Calibri"/>
                <a:cs typeface="Calibri"/>
              </a:rPr>
              <a:t>base</a:t>
            </a:r>
            <a:r>
              <a:rPr sz="1600" spc="-15" dirty="0">
                <a:latin typeface="Calibri"/>
                <a:cs typeface="Calibri"/>
              </a:rPr>
              <a:t> </a:t>
            </a:r>
            <a:r>
              <a:rPr sz="1600" dirty="0">
                <a:latin typeface="Calibri"/>
                <a:cs typeface="Calibri"/>
              </a:rPr>
              <a:t>and</a:t>
            </a:r>
            <a:r>
              <a:rPr sz="1600" spc="-20" dirty="0">
                <a:latin typeface="Calibri"/>
                <a:cs typeface="Calibri"/>
              </a:rPr>
              <a:t> </a:t>
            </a:r>
            <a:r>
              <a:rPr sz="1600" spc="-10" dirty="0">
                <a:latin typeface="Calibri"/>
                <a:cs typeface="Calibri"/>
              </a:rPr>
              <a:t>height.</a:t>
            </a:r>
            <a:endParaRPr sz="1600">
              <a:latin typeface="Calibri"/>
              <a:cs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93242" y="592582"/>
            <a:ext cx="2350770" cy="239395"/>
          </a:xfrm>
          <a:prstGeom prst="rect">
            <a:avLst/>
          </a:prstGeom>
        </p:spPr>
        <p:txBody>
          <a:bodyPr vert="horz" wrap="square" lIns="0" tIns="13335" rIns="0" bIns="0" rtlCol="0">
            <a:spAutoFit/>
          </a:bodyPr>
          <a:lstStyle/>
          <a:p>
            <a:pPr marL="12700">
              <a:lnSpc>
                <a:spcPct val="100000"/>
              </a:lnSpc>
              <a:spcBef>
                <a:spcPts val="105"/>
              </a:spcBef>
            </a:pPr>
            <a:r>
              <a:rPr sz="1400" b="1" spc="-10" dirty="0">
                <a:latin typeface="Calibri"/>
                <a:cs typeface="Calibri"/>
              </a:rPr>
              <a:t>Negative</a:t>
            </a:r>
            <a:r>
              <a:rPr sz="1400" b="1" spc="-35" dirty="0">
                <a:latin typeface="Calibri"/>
                <a:cs typeface="Calibri"/>
              </a:rPr>
              <a:t> </a:t>
            </a:r>
            <a:r>
              <a:rPr sz="1400" b="1" spc="-30" dirty="0">
                <a:latin typeface="Calibri"/>
                <a:cs typeface="Calibri"/>
              </a:rPr>
              <a:t>Test </a:t>
            </a:r>
            <a:r>
              <a:rPr sz="1400" b="1" dirty="0">
                <a:latin typeface="Calibri"/>
                <a:cs typeface="Calibri"/>
              </a:rPr>
              <a:t>Cases</a:t>
            </a:r>
            <a:r>
              <a:rPr sz="1400" b="1" spc="-30" dirty="0">
                <a:latin typeface="Calibri"/>
                <a:cs typeface="Calibri"/>
              </a:rPr>
              <a:t> </a:t>
            </a:r>
            <a:r>
              <a:rPr sz="1400" b="1" dirty="0">
                <a:latin typeface="Calibri"/>
                <a:cs typeface="Calibri"/>
              </a:rPr>
              <a:t>For</a:t>
            </a:r>
            <a:r>
              <a:rPr sz="1400" b="1" spc="-25" dirty="0">
                <a:latin typeface="Calibri"/>
                <a:cs typeface="Calibri"/>
              </a:rPr>
              <a:t> </a:t>
            </a:r>
            <a:r>
              <a:rPr sz="1400" b="1" spc="-10" dirty="0">
                <a:latin typeface="Calibri"/>
                <a:cs typeface="Calibri"/>
              </a:rPr>
              <a:t>triangle</a:t>
            </a:r>
            <a:endParaRPr sz="1400">
              <a:latin typeface="Calibri"/>
              <a:cs typeface="Calibri"/>
            </a:endParaRPr>
          </a:p>
        </p:txBody>
      </p:sp>
      <p:sp>
        <p:nvSpPr>
          <p:cNvPr id="3" name="object 3"/>
          <p:cNvSpPr txBox="1"/>
          <p:nvPr/>
        </p:nvSpPr>
        <p:spPr>
          <a:xfrm>
            <a:off x="593242" y="933957"/>
            <a:ext cx="5347335" cy="452755"/>
          </a:xfrm>
          <a:prstGeom prst="rect">
            <a:avLst/>
          </a:prstGeom>
        </p:spPr>
        <p:txBody>
          <a:bodyPr vert="horz" wrap="square" lIns="0" tIns="13335" rIns="0" bIns="0" rtlCol="0">
            <a:spAutoFit/>
          </a:bodyPr>
          <a:lstStyle/>
          <a:p>
            <a:pPr marL="241300" marR="5080" indent="-228600">
              <a:lnSpc>
                <a:spcPct val="100000"/>
              </a:lnSpc>
              <a:spcBef>
                <a:spcPts val="105"/>
              </a:spcBef>
            </a:pPr>
            <a:r>
              <a:rPr sz="1400" dirty="0">
                <a:latin typeface="Calibri"/>
                <a:cs typeface="Calibri"/>
              </a:rPr>
              <a:t>1.</a:t>
            </a:r>
            <a:r>
              <a:rPr sz="1400" spc="350" dirty="0">
                <a:latin typeface="Calibri"/>
                <a:cs typeface="Calibri"/>
              </a:rPr>
              <a:t> </a:t>
            </a:r>
            <a:r>
              <a:rPr sz="1400" dirty="0">
                <a:latin typeface="Calibri"/>
                <a:cs typeface="Calibri"/>
              </a:rPr>
              <a:t>Verify</a:t>
            </a:r>
            <a:r>
              <a:rPr sz="1400" spc="40" dirty="0">
                <a:latin typeface="Calibri"/>
                <a:cs typeface="Calibri"/>
              </a:rPr>
              <a:t> </a:t>
            </a:r>
            <a:r>
              <a:rPr sz="1400" dirty="0">
                <a:latin typeface="Calibri"/>
                <a:cs typeface="Calibri"/>
              </a:rPr>
              <a:t>that</a:t>
            </a:r>
            <a:r>
              <a:rPr sz="1400" spc="45" dirty="0">
                <a:latin typeface="Calibri"/>
                <a:cs typeface="Calibri"/>
              </a:rPr>
              <a:t> </a:t>
            </a:r>
            <a:r>
              <a:rPr sz="1400" dirty="0">
                <a:latin typeface="Calibri"/>
                <a:cs typeface="Calibri"/>
              </a:rPr>
              <a:t>the</a:t>
            </a:r>
            <a:r>
              <a:rPr sz="1400" spc="30" dirty="0">
                <a:latin typeface="Calibri"/>
                <a:cs typeface="Calibri"/>
              </a:rPr>
              <a:t> </a:t>
            </a:r>
            <a:r>
              <a:rPr sz="1400" dirty="0">
                <a:latin typeface="Calibri"/>
                <a:cs typeface="Calibri"/>
              </a:rPr>
              <a:t>sum</a:t>
            </a:r>
            <a:r>
              <a:rPr sz="1400" spc="25" dirty="0">
                <a:latin typeface="Calibri"/>
                <a:cs typeface="Calibri"/>
              </a:rPr>
              <a:t> </a:t>
            </a:r>
            <a:r>
              <a:rPr sz="1400" dirty="0">
                <a:latin typeface="Calibri"/>
                <a:cs typeface="Calibri"/>
              </a:rPr>
              <a:t>of</a:t>
            </a:r>
            <a:r>
              <a:rPr sz="1400" spc="40" dirty="0">
                <a:latin typeface="Calibri"/>
                <a:cs typeface="Calibri"/>
              </a:rPr>
              <a:t> </a:t>
            </a:r>
            <a:r>
              <a:rPr sz="1400" dirty="0">
                <a:latin typeface="Calibri"/>
                <a:cs typeface="Calibri"/>
              </a:rPr>
              <a:t>any</a:t>
            </a:r>
            <a:r>
              <a:rPr sz="1400" spc="30" dirty="0">
                <a:latin typeface="Calibri"/>
                <a:cs typeface="Calibri"/>
              </a:rPr>
              <a:t> </a:t>
            </a:r>
            <a:r>
              <a:rPr sz="1400" dirty="0">
                <a:latin typeface="Calibri"/>
                <a:cs typeface="Calibri"/>
              </a:rPr>
              <a:t>two</a:t>
            </a:r>
            <a:r>
              <a:rPr sz="1400" spc="25" dirty="0">
                <a:latin typeface="Calibri"/>
                <a:cs typeface="Calibri"/>
              </a:rPr>
              <a:t> </a:t>
            </a:r>
            <a:r>
              <a:rPr sz="1400" dirty="0">
                <a:latin typeface="Calibri"/>
                <a:cs typeface="Calibri"/>
              </a:rPr>
              <a:t>sides</a:t>
            </a:r>
            <a:r>
              <a:rPr sz="1400" spc="35" dirty="0">
                <a:latin typeface="Calibri"/>
                <a:cs typeface="Calibri"/>
              </a:rPr>
              <a:t> </a:t>
            </a:r>
            <a:r>
              <a:rPr sz="1400" dirty="0">
                <a:latin typeface="Calibri"/>
                <a:cs typeface="Calibri"/>
              </a:rPr>
              <a:t>is</a:t>
            </a:r>
            <a:r>
              <a:rPr sz="1400" spc="40" dirty="0">
                <a:latin typeface="Calibri"/>
                <a:cs typeface="Calibri"/>
              </a:rPr>
              <a:t> </a:t>
            </a:r>
            <a:r>
              <a:rPr sz="1400" dirty="0">
                <a:latin typeface="Calibri"/>
                <a:cs typeface="Calibri"/>
              </a:rPr>
              <a:t>not</a:t>
            </a:r>
            <a:r>
              <a:rPr sz="1400" spc="30" dirty="0">
                <a:latin typeface="Calibri"/>
                <a:cs typeface="Calibri"/>
              </a:rPr>
              <a:t> </a:t>
            </a:r>
            <a:r>
              <a:rPr sz="1400" dirty="0">
                <a:latin typeface="Calibri"/>
                <a:cs typeface="Calibri"/>
              </a:rPr>
              <a:t>greater</a:t>
            </a:r>
            <a:r>
              <a:rPr sz="1400" spc="35" dirty="0">
                <a:latin typeface="Calibri"/>
                <a:cs typeface="Calibri"/>
              </a:rPr>
              <a:t> </a:t>
            </a:r>
            <a:r>
              <a:rPr sz="1400" dirty="0">
                <a:latin typeface="Calibri"/>
                <a:cs typeface="Calibri"/>
              </a:rPr>
              <a:t>than</a:t>
            </a:r>
            <a:r>
              <a:rPr sz="1400" spc="30" dirty="0">
                <a:latin typeface="Calibri"/>
                <a:cs typeface="Calibri"/>
              </a:rPr>
              <a:t> </a:t>
            </a:r>
            <a:r>
              <a:rPr sz="1400" dirty="0">
                <a:latin typeface="Calibri"/>
                <a:cs typeface="Calibri"/>
              </a:rPr>
              <a:t>the</a:t>
            </a:r>
            <a:r>
              <a:rPr sz="1400" spc="30" dirty="0">
                <a:latin typeface="Calibri"/>
                <a:cs typeface="Calibri"/>
              </a:rPr>
              <a:t> </a:t>
            </a:r>
            <a:r>
              <a:rPr sz="1400" dirty="0">
                <a:latin typeface="Calibri"/>
                <a:cs typeface="Calibri"/>
              </a:rPr>
              <a:t>third</a:t>
            </a:r>
            <a:r>
              <a:rPr sz="1400" spc="30" dirty="0">
                <a:latin typeface="Calibri"/>
                <a:cs typeface="Calibri"/>
              </a:rPr>
              <a:t> </a:t>
            </a:r>
            <a:r>
              <a:rPr sz="1400" spc="-20" dirty="0">
                <a:latin typeface="Calibri"/>
                <a:cs typeface="Calibri"/>
              </a:rPr>
              <a:t>side </a:t>
            </a:r>
            <a:r>
              <a:rPr sz="1400" spc="-10" dirty="0">
                <a:latin typeface="Calibri"/>
                <a:cs typeface="Calibri"/>
              </a:rPr>
              <a:t>(violation</a:t>
            </a:r>
            <a:r>
              <a:rPr sz="1400" spc="-25" dirty="0">
                <a:latin typeface="Calibri"/>
                <a:cs typeface="Calibri"/>
              </a:rPr>
              <a:t> </a:t>
            </a:r>
            <a:r>
              <a:rPr sz="1400" dirty="0">
                <a:latin typeface="Calibri"/>
                <a:cs typeface="Calibri"/>
              </a:rPr>
              <a:t>of</a:t>
            </a:r>
            <a:r>
              <a:rPr sz="1400" spc="-45" dirty="0">
                <a:latin typeface="Calibri"/>
                <a:cs typeface="Calibri"/>
              </a:rPr>
              <a:t> </a:t>
            </a:r>
            <a:r>
              <a:rPr sz="1400" dirty="0">
                <a:latin typeface="Calibri"/>
                <a:cs typeface="Calibri"/>
              </a:rPr>
              <a:t>triangle</a:t>
            </a:r>
            <a:r>
              <a:rPr sz="1400" spc="-15" dirty="0">
                <a:latin typeface="Calibri"/>
                <a:cs typeface="Calibri"/>
              </a:rPr>
              <a:t> </a:t>
            </a:r>
            <a:r>
              <a:rPr sz="1400" dirty="0">
                <a:latin typeface="Calibri"/>
                <a:cs typeface="Calibri"/>
              </a:rPr>
              <a:t>inequality</a:t>
            </a:r>
            <a:r>
              <a:rPr sz="1400" spc="-10" dirty="0">
                <a:latin typeface="Calibri"/>
                <a:cs typeface="Calibri"/>
              </a:rPr>
              <a:t> theorem)</a:t>
            </a:r>
            <a:endParaRPr sz="1400">
              <a:latin typeface="Calibri"/>
              <a:cs typeface="Calibri"/>
            </a:endParaRPr>
          </a:p>
        </p:txBody>
      </p:sp>
      <p:sp>
        <p:nvSpPr>
          <p:cNvPr id="4" name="object 4"/>
          <p:cNvSpPr txBox="1"/>
          <p:nvPr/>
        </p:nvSpPr>
        <p:spPr>
          <a:xfrm>
            <a:off x="593242" y="1487170"/>
            <a:ext cx="4016375" cy="239395"/>
          </a:xfrm>
          <a:prstGeom prst="rect">
            <a:avLst/>
          </a:prstGeom>
        </p:spPr>
        <p:txBody>
          <a:bodyPr vert="horz" wrap="square" lIns="0" tIns="13335" rIns="0" bIns="0" rtlCol="0">
            <a:spAutoFit/>
          </a:bodyPr>
          <a:lstStyle/>
          <a:p>
            <a:pPr marL="12700">
              <a:lnSpc>
                <a:spcPct val="100000"/>
              </a:lnSpc>
              <a:spcBef>
                <a:spcPts val="105"/>
              </a:spcBef>
            </a:pPr>
            <a:r>
              <a:rPr sz="1400" dirty="0">
                <a:latin typeface="Calibri"/>
                <a:cs typeface="Calibri"/>
              </a:rPr>
              <a:t>2.</a:t>
            </a:r>
            <a:r>
              <a:rPr sz="1400" spc="345" dirty="0">
                <a:latin typeface="Calibri"/>
                <a:cs typeface="Calibri"/>
              </a:rPr>
              <a:t> </a:t>
            </a:r>
            <a:r>
              <a:rPr sz="1400" spc="-10" dirty="0">
                <a:latin typeface="Calibri"/>
                <a:cs typeface="Calibri"/>
              </a:rPr>
              <a:t>Verify</a:t>
            </a:r>
            <a:r>
              <a:rPr sz="1400" spc="-35" dirty="0">
                <a:latin typeface="Calibri"/>
                <a:cs typeface="Calibri"/>
              </a:rPr>
              <a:t> </a:t>
            </a:r>
            <a:r>
              <a:rPr sz="1400" dirty="0">
                <a:latin typeface="Calibri"/>
                <a:cs typeface="Calibri"/>
              </a:rPr>
              <a:t>that</a:t>
            </a:r>
            <a:r>
              <a:rPr sz="1400" spc="-15" dirty="0">
                <a:latin typeface="Calibri"/>
                <a:cs typeface="Calibri"/>
              </a:rPr>
              <a:t> </a:t>
            </a:r>
            <a:r>
              <a:rPr sz="1400" dirty="0">
                <a:latin typeface="Calibri"/>
                <a:cs typeface="Calibri"/>
              </a:rPr>
              <a:t>if</a:t>
            </a:r>
            <a:r>
              <a:rPr sz="1400" spc="-40" dirty="0">
                <a:latin typeface="Calibri"/>
                <a:cs typeface="Calibri"/>
              </a:rPr>
              <a:t> </a:t>
            </a:r>
            <a:r>
              <a:rPr sz="1400" dirty="0">
                <a:latin typeface="Calibri"/>
                <a:cs typeface="Calibri"/>
              </a:rPr>
              <a:t>there</a:t>
            </a:r>
            <a:r>
              <a:rPr sz="1400" spc="-15" dirty="0">
                <a:latin typeface="Calibri"/>
                <a:cs typeface="Calibri"/>
              </a:rPr>
              <a:t> </a:t>
            </a:r>
            <a:r>
              <a:rPr sz="1400" dirty="0">
                <a:latin typeface="Calibri"/>
                <a:cs typeface="Calibri"/>
              </a:rPr>
              <a:t>is</a:t>
            </a:r>
            <a:r>
              <a:rPr sz="1400" spc="-30" dirty="0">
                <a:latin typeface="Calibri"/>
                <a:cs typeface="Calibri"/>
              </a:rPr>
              <a:t> </a:t>
            </a:r>
            <a:r>
              <a:rPr sz="1400" dirty="0">
                <a:latin typeface="Calibri"/>
                <a:cs typeface="Calibri"/>
              </a:rPr>
              <a:t>not</a:t>
            </a:r>
            <a:r>
              <a:rPr sz="1400" spc="-25" dirty="0">
                <a:latin typeface="Calibri"/>
                <a:cs typeface="Calibri"/>
              </a:rPr>
              <a:t> </a:t>
            </a:r>
            <a:r>
              <a:rPr sz="1400" dirty="0">
                <a:latin typeface="Calibri"/>
                <a:cs typeface="Calibri"/>
              </a:rPr>
              <a:t>all</a:t>
            </a:r>
            <a:r>
              <a:rPr sz="1400" spc="-35" dirty="0">
                <a:latin typeface="Calibri"/>
                <a:cs typeface="Calibri"/>
              </a:rPr>
              <a:t> </a:t>
            </a:r>
            <a:r>
              <a:rPr sz="1400" dirty="0">
                <a:latin typeface="Calibri"/>
                <a:cs typeface="Calibri"/>
              </a:rPr>
              <a:t>three</a:t>
            </a:r>
            <a:r>
              <a:rPr sz="1400" spc="-20" dirty="0">
                <a:latin typeface="Calibri"/>
                <a:cs typeface="Calibri"/>
              </a:rPr>
              <a:t> </a:t>
            </a:r>
            <a:r>
              <a:rPr sz="1400" dirty="0">
                <a:latin typeface="Calibri"/>
                <a:cs typeface="Calibri"/>
              </a:rPr>
              <a:t>sides</a:t>
            </a:r>
            <a:r>
              <a:rPr sz="1400" spc="-25" dirty="0">
                <a:latin typeface="Calibri"/>
                <a:cs typeface="Calibri"/>
              </a:rPr>
              <a:t> </a:t>
            </a:r>
            <a:r>
              <a:rPr sz="1400" dirty="0">
                <a:latin typeface="Calibri"/>
                <a:cs typeface="Calibri"/>
              </a:rPr>
              <a:t>are</a:t>
            </a:r>
            <a:r>
              <a:rPr sz="1400" spc="-35" dirty="0">
                <a:latin typeface="Calibri"/>
                <a:cs typeface="Calibri"/>
              </a:rPr>
              <a:t> </a:t>
            </a:r>
            <a:r>
              <a:rPr sz="1400" spc="-10" dirty="0">
                <a:latin typeface="Calibri"/>
                <a:cs typeface="Calibri"/>
              </a:rPr>
              <a:t>provided</a:t>
            </a:r>
            <a:endParaRPr sz="1400">
              <a:latin typeface="Calibri"/>
              <a:cs typeface="Calibri"/>
            </a:endParaRPr>
          </a:p>
        </p:txBody>
      </p:sp>
      <p:sp>
        <p:nvSpPr>
          <p:cNvPr id="5" name="object 5"/>
          <p:cNvSpPr txBox="1"/>
          <p:nvPr/>
        </p:nvSpPr>
        <p:spPr>
          <a:xfrm>
            <a:off x="593242" y="1827022"/>
            <a:ext cx="5348605" cy="453390"/>
          </a:xfrm>
          <a:prstGeom prst="rect">
            <a:avLst/>
          </a:prstGeom>
        </p:spPr>
        <p:txBody>
          <a:bodyPr vert="horz" wrap="square" lIns="0" tIns="13335" rIns="0" bIns="0" rtlCol="0">
            <a:spAutoFit/>
          </a:bodyPr>
          <a:lstStyle/>
          <a:p>
            <a:pPr marL="12700">
              <a:lnSpc>
                <a:spcPct val="100000"/>
              </a:lnSpc>
              <a:spcBef>
                <a:spcPts val="105"/>
              </a:spcBef>
            </a:pPr>
            <a:r>
              <a:rPr sz="1400" dirty="0">
                <a:latin typeface="Calibri"/>
                <a:cs typeface="Calibri"/>
              </a:rPr>
              <a:t>3.</a:t>
            </a:r>
            <a:r>
              <a:rPr sz="1400" spc="370" dirty="0">
                <a:latin typeface="Calibri"/>
                <a:cs typeface="Calibri"/>
              </a:rPr>
              <a:t> </a:t>
            </a:r>
            <a:r>
              <a:rPr sz="1400" dirty="0">
                <a:latin typeface="Calibri"/>
                <a:cs typeface="Calibri"/>
              </a:rPr>
              <a:t>Verify</a:t>
            </a:r>
            <a:r>
              <a:rPr sz="1400" spc="110" dirty="0">
                <a:latin typeface="Calibri"/>
                <a:cs typeface="Calibri"/>
              </a:rPr>
              <a:t> </a:t>
            </a:r>
            <a:r>
              <a:rPr sz="1400" dirty="0">
                <a:latin typeface="Calibri"/>
                <a:cs typeface="Calibri"/>
              </a:rPr>
              <a:t>that</a:t>
            </a:r>
            <a:r>
              <a:rPr sz="1400" spc="105" dirty="0">
                <a:latin typeface="Calibri"/>
                <a:cs typeface="Calibri"/>
              </a:rPr>
              <a:t> </a:t>
            </a:r>
            <a:r>
              <a:rPr sz="1400" dirty="0">
                <a:latin typeface="Calibri"/>
                <a:cs typeface="Calibri"/>
              </a:rPr>
              <a:t>if</a:t>
            </a:r>
            <a:r>
              <a:rPr sz="1400" spc="114" dirty="0">
                <a:latin typeface="Calibri"/>
                <a:cs typeface="Calibri"/>
              </a:rPr>
              <a:t> </a:t>
            </a:r>
            <a:r>
              <a:rPr sz="1400" dirty="0">
                <a:latin typeface="Calibri"/>
                <a:cs typeface="Calibri"/>
              </a:rPr>
              <a:t>any</a:t>
            </a:r>
            <a:r>
              <a:rPr sz="1400" spc="110" dirty="0">
                <a:latin typeface="Calibri"/>
                <a:cs typeface="Calibri"/>
              </a:rPr>
              <a:t> </a:t>
            </a:r>
            <a:r>
              <a:rPr sz="1400" dirty="0">
                <a:latin typeface="Calibri"/>
                <a:cs typeface="Calibri"/>
              </a:rPr>
              <a:t>of</a:t>
            </a:r>
            <a:r>
              <a:rPr sz="1400" spc="105" dirty="0">
                <a:latin typeface="Calibri"/>
                <a:cs typeface="Calibri"/>
              </a:rPr>
              <a:t> </a:t>
            </a:r>
            <a:r>
              <a:rPr sz="1400" dirty="0">
                <a:latin typeface="Calibri"/>
                <a:cs typeface="Calibri"/>
              </a:rPr>
              <a:t>the</a:t>
            </a:r>
            <a:r>
              <a:rPr sz="1400" spc="114" dirty="0">
                <a:latin typeface="Calibri"/>
                <a:cs typeface="Calibri"/>
              </a:rPr>
              <a:t> </a:t>
            </a:r>
            <a:r>
              <a:rPr sz="1400" dirty="0">
                <a:latin typeface="Calibri"/>
                <a:cs typeface="Calibri"/>
              </a:rPr>
              <a:t>three</a:t>
            </a:r>
            <a:r>
              <a:rPr sz="1400" spc="105" dirty="0">
                <a:latin typeface="Calibri"/>
                <a:cs typeface="Calibri"/>
              </a:rPr>
              <a:t> </a:t>
            </a:r>
            <a:r>
              <a:rPr sz="1400" dirty="0">
                <a:latin typeface="Calibri"/>
                <a:cs typeface="Calibri"/>
              </a:rPr>
              <a:t>sides</a:t>
            </a:r>
            <a:r>
              <a:rPr sz="1400" spc="105" dirty="0">
                <a:latin typeface="Calibri"/>
                <a:cs typeface="Calibri"/>
              </a:rPr>
              <a:t> </a:t>
            </a:r>
            <a:r>
              <a:rPr sz="1400" dirty="0">
                <a:latin typeface="Calibri"/>
                <a:cs typeface="Calibri"/>
              </a:rPr>
              <a:t>is</a:t>
            </a:r>
            <a:r>
              <a:rPr sz="1400" spc="114" dirty="0">
                <a:latin typeface="Calibri"/>
                <a:cs typeface="Calibri"/>
              </a:rPr>
              <a:t> </a:t>
            </a:r>
            <a:r>
              <a:rPr sz="1400" dirty="0">
                <a:latin typeface="Calibri"/>
                <a:cs typeface="Calibri"/>
              </a:rPr>
              <a:t>not</a:t>
            </a:r>
            <a:r>
              <a:rPr sz="1400" spc="110" dirty="0">
                <a:latin typeface="Calibri"/>
                <a:cs typeface="Calibri"/>
              </a:rPr>
              <a:t> </a:t>
            </a:r>
            <a:r>
              <a:rPr sz="1400" dirty="0">
                <a:latin typeface="Calibri"/>
                <a:cs typeface="Calibri"/>
              </a:rPr>
              <a:t>a</a:t>
            </a:r>
            <a:r>
              <a:rPr sz="1400" spc="110" dirty="0">
                <a:latin typeface="Calibri"/>
                <a:cs typeface="Calibri"/>
              </a:rPr>
              <a:t> </a:t>
            </a:r>
            <a:r>
              <a:rPr sz="1400" dirty="0">
                <a:latin typeface="Calibri"/>
                <a:cs typeface="Calibri"/>
              </a:rPr>
              <a:t>finite</a:t>
            </a:r>
            <a:r>
              <a:rPr sz="1400" spc="105" dirty="0">
                <a:latin typeface="Calibri"/>
                <a:cs typeface="Calibri"/>
              </a:rPr>
              <a:t> </a:t>
            </a:r>
            <a:r>
              <a:rPr sz="1400" dirty="0">
                <a:latin typeface="Calibri"/>
                <a:cs typeface="Calibri"/>
              </a:rPr>
              <a:t>number</a:t>
            </a:r>
            <a:r>
              <a:rPr sz="1400" spc="100" dirty="0">
                <a:latin typeface="Calibri"/>
                <a:cs typeface="Calibri"/>
              </a:rPr>
              <a:t> </a:t>
            </a:r>
            <a:r>
              <a:rPr sz="1400" dirty="0">
                <a:latin typeface="Calibri"/>
                <a:cs typeface="Calibri"/>
              </a:rPr>
              <a:t>(e.g.</a:t>
            </a:r>
            <a:r>
              <a:rPr sz="1400" spc="100" dirty="0">
                <a:latin typeface="Calibri"/>
                <a:cs typeface="Calibri"/>
              </a:rPr>
              <a:t> </a:t>
            </a:r>
            <a:r>
              <a:rPr sz="1400" spc="-20" dirty="0">
                <a:latin typeface="Calibri"/>
                <a:cs typeface="Calibri"/>
              </a:rPr>
              <a:t>NaN,</a:t>
            </a:r>
            <a:endParaRPr sz="1400">
              <a:latin typeface="Calibri"/>
              <a:cs typeface="Calibri"/>
            </a:endParaRPr>
          </a:p>
          <a:p>
            <a:pPr marL="241300">
              <a:lnSpc>
                <a:spcPct val="100000"/>
              </a:lnSpc>
            </a:pPr>
            <a:r>
              <a:rPr sz="1400" spc="-10" dirty="0">
                <a:latin typeface="Calibri"/>
                <a:cs typeface="Calibri"/>
              </a:rPr>
              <a:t>infinity)</a:t>
            </a:r>
            <a:endParaRPr sz="1400">
              <a:latin typeface="Calibri"/>
              <a:cs typeface="Calibri"/>
            </a:endParaRPr>
          </a:p>
        </p:txBody>
      </p:sp>
      <p:sp>
        <p:nvSpPr>
          <p:cNvPr id="6" name="object 6"/>
          <p:cNvSpPr txBox="1"/>
          <p:nvPr/>
        </p:nvSpPr>
        <p:spPr>
          <a:xfrm>
            <a:off x="593242" y="2382138"/>
            <a:ext cx="5346700" cy="452755"/>
          </a:xfrm>
          <a:prstGeom prst="rect">
            <a:avLst/>
          </a:prstGeom>
        </p:spPr>
        <p:txBody>
          <a:bodyPr vert="horz" wrap="square" lIns="0" tIns="13335" rIns="0" bIns="0" rtlCol="0">
            <a:spAutoFit/>
          </a:bodyPr>
          <a:lstStyle/>
          <a:p>
            <a:pPr marL="241300" marR="5080" indent="-228600">
              <a:lnSpc>
                <a:spcPct val="100000"/>
              </a:lnSpc>
              <a:spcBef>
                <a:spcPts val="105"/>
              </a:spcBef>
            </a:pPr>
            <a:r>
              <a:rPr sz="1400" dirty="0">
                <a:latin typeface="Calibri"/>
                <a:cs typeface="Calibri"/>
              </a:rPr>
              <a:t>4.</a:t>
            </a:r>
            <a:r>
              <a:rPr sz="1400" spc="375" dirty="0">
                <a:latin typeface="Calibri"/>
                <a:cs typeface="Calibri"/>
              </a:rPr>
              <a:t> </a:t>
            </a:r>
            <a:r>
              <a:rPr sz="1400" dirty="0">
                <a:latin typeface="Calibri"/>
                <a:cs typeface="Calibri"/>
              </a:rPr>
              <a:t>Verify</a:t>
            </a:r>
            <a:r>
              <a:rPr sz="1400" spc="204" dirty="0">
                <a:latin typeface="Calibri"/>
                <a:cs typeface="Calibri"/>
              </a:rPr>
              <a:t> </a:t>
            </a:r>
            <a:r>
              <a:rPr sz="1400" dirty="0">
                <a:latin typeface="Calibri"/>
                <a:cs typeface="Calibri"/>
              </a:rPr>
              <a:t>that</a:t>
            </a:r>
            <a:r>
              <a:rPr sz="1400" spc="195" dirty="0">
                <a:latin typeface="Calibri"/>
                <a:cs typeface="Calibri"/>
              </a:rPr>
              <a:t> </a:t>
            </a:r>
            <a:r>
              <a:rPr sz="1400" dirty="0">
                <a:latin typeface="Calibri"/>
                <a:cs typeface="Calibri"/>
              </a:rPr>
              <a:t>any</a:t>
            </a:r>
            <a:r>
              <a:rPr sz="1400" spc="204" dirty="0">
                <a:latin typeface="Calibri"/>
                <a:cs typeface="Calibri"/>
              </a:rPr>
              <a:t> </a:t>
            </a:r>
            <a:r>
              <a:rPr sz="1400" dirty="0">
                <a:latin typeface="Calibri"/>
                <a:cs typeface="Calibri"/>
              </a:rPr>
              <a:t>of</a:t>
            </a:r>
            <a:r>
              <a:rPr sz="1400" spc="200" dirty="0">
                <a:latin typeface="Calibri"/>
                <a:cs typeface="Calibri"/>
              </a:rPr>
              <a:t> </a:t>
            </a:r>
            <a:r>
              <a:rPr sz="1400" dirty="0">
                <a:latin typeface="Calibri"/>
                <a:cs typeface="Calibri"/>
              </a:rPr>
              <a:t>the</a:t>
            </a:r>
            <a:r>
              <a:rPr sz="1400" spc="200" dirty="0">
                <a:latin typeface="Calibri"/>
                <a:cs typeface="Calibri"/>
              </a:rPr>
              <a:t> </a:t>
            </a:r>
            <a:r>
              <a:rPr sz="1400" dirty="0">
                <a:latin typeface="Calibri"/>
                <a:cs typeface="Calibri"/>
              </a:rPr>
              <a:t>three</a:t>
            </a:r>
            <a:r>
              <a:rPr sz="1400" spc="200" dirty="0">
                <a:latin typeface="Calibri"/>
                <a:cs typeface="Calibri"/>
              </a:rPr>
              <a:t> </a:t>
            </a:r>
            <a:r>
              <a:rPr sz="1400" dirty="0">
                <a:latin typeface="Calibri"/>
                <a:cs typeface="Calibri"/>
              </a:rPr>
              <a:t>sides</a:t>
            </a:r>
            <a:r>
              <a:rPr sz="1400" spc="200" dirty="0">
                <a:latin typeface="Calibri"/>
                <a:cs typeface="Calibri"/>
              </a:rPr>
              <a:t> </a:t>
            </a:r>
            <a:r>
              <a:rPr sz="1400" dirty="0">
                <a:latin typeface="Calibri"/>
                <a:cs typeface="Calibri"/>
              </a:rPr>
              <a:t>is</a:t>
            </a:r>
            <a:r>
              <a:rPr sz="1400" spc="210" dirty="0">
                <a:latin typeface="Calibri"/>
                <a:cs typeface="Calibri"/>
              </a:rPr>
              <a:t> </a:t>
            </a:r>
            <a:r>
              <a:rPr sz="1400" dirty="0">
                <a:latin typeface="Calibri"/>
                <a:cs typeface="Calibri"/>
              </a:rPr>
              <a:t>too</a:t>
            </a:r>
            <a:r>
              <a:rPr sz="1400" spc="210" dirty="0">
                <a:latin typeface="Calibri"/>
                <a:cs typeface="Calibri"/>
              </a:rPr>
              <a:t> </a:t>
            </a:r>
            <a:r>
              <a:rPr sz="1400" dirty="0">
                <a:latin typeface="Calibri"/>
                <a:cs typeface="Calibri"/>
              </a:rPr>
              <a:t>large</a:t>
            </a:r>
            <a:r>
              <a:rPr sz="1400" spc="200" dirty="0">
                <a:latin typeface="Calibri"/>
                <a:cs typeface="Calibri"/>
              </a:rPr>
              <a:t> </a:t>
            </a:r>
            <a:r>
              <a:rPr sz="1400" dirty="0">
                <a:latin typeface="Calibri"/>
                <a:cs typeface="Calibri"/>
              </a:rPr>
              <a:t>or</a:t>
            </a:r>
            <a:r>
              <a:rPr sz="1400" spc="200" dirty="0">
                <a:latin typeface="Calibri"/>
                <a:cs typeface="Calibri"/>
              </a:rPr>
              <a:t> </a:t>
            </a:r>
            <a:r>
              <a:rPr sz="1400" dirty="0">
                <a:latin typeface="Calibri"/>
                <a:cs typeface="Calibri"/>
              </a:rPr>
              <a:t>too</a:t>
            </a:r>
            <a:r>
              <a:rPr sz="1400" spc="204" dirty="0">
                <a:latin typeface="Calibri"/>
                <a:cs typeface="Calibri"/>
              </a:rPr>
              <a:t> </a:t>
            </a:r>
            <a:r>
              <a:rPr sz="1400" dirty="0">
                <a:latin typeface="Calibri"/>
                <a:cs typeface="Calibri"/>
              </a:rPr>
              <a:t>small</a:t>
            </a:r>
            <a:r>
              <a:rPr sz="1400" spc="195" dirty="0">
                <a:latin typeface="Calibri"/>
                <a:cs typeface="Calibri"/>
              </a:rPr>
              <a:t> </a:t>
            </a:r>
            <a:r>
              <a:rPr sz="1400" dirty="0">
                <a:latin typeface="Calibri"/>
                <a:cs typeface="Calibri"/>
              </a:rPr>
              <a:t>to</a:t>
            </a:r>
            <a:r>
              <a:rPr sz="1400" spc="204" dirty="0">
                <a:latin typeface="Calibri"/>
                <a:cs typeface="Calibri"/>
              </a:rPr>
              <a:t> </a:t>
            </a:r>
            <a:r>
              <a:rPr sz="1400" dirty="0">
                <a:latin typeface="Calibri"/>
                <a:cs typeface="Calibri"/>
              </a:rPr>
              <a:t>be</a:t>
            </a:r>
            <a:r>
              <a:rPr sz="1400" spc="195" dirty="0">
                <a:latin typeface="Calibri"/>
                <a:cs typeface="Calibri"/>
              </a:rPr>
              <a:t> </a:t>
            </a:r>
            <a:r>
              <a:rPr sz="1400" spc="-50" dirty="0">
                <a:latin typeface="Calibri"/>
                <a:cs typeface="Calibri"/>
              </a:rPr>
              <a:t>a </a:t>
            </a:r>
            <a:r>
              <a:rPr sz="1400" spc="-10" dirty="0">
                <a:latin typeface="Calibri"/>
                <a:cs typeface="Calibri"/>
              </a:rPr>
              <a:t>realistic</a:t>
            </a:r>
            <a:r>
              <a:rPr sz="1400" spc="-30" dirty="0">
                <a:latin typeface="Calibri"/>
                <a:cs typeface="Calibri"/>
              </a:rPr>
              <a:t> </a:t>
            </a:r>
            <a:r>
              <a:rPr sz="1400" dirty="0">
                <a:latin typeface="Calibri"/>
                <a:cs typeface="Calibri"/>
              </a:rPr>
              <a:t>side</a:t>
            </a:r>
            <a:r>
              <a:rPr sz="1400" spc="-30" dirty="0">
                <a:latin typeface="Calibri"/>
                <a:cs typeface="Calibri"/>
              </a:rPr>
              <a:t> </a:t>
            </a:r>
            <a:r>
              <a:rPr sz="1400" dirty="0">
                <a:latin typeface="Calibri"/>
                <a:cs typeface="Calibri"/>
              </a:rPr>
              <a:t>length</a:t>
            </a:r>
            <a:r>
              <a:rPr sz="1400" spc="-25" dirty="0">
                <a:latin typeface="Calibri"/>
                <a:cs typeface="Calibri"/>
              </a:rPr>
              <a:t> </a:t>
            </a:r>
            <a:r>
              <a:rPr sz="1400" dirty="0">
                <a:latin typeface="Calibri"/>
                <a:cs typeface="Calibri"/>
              </a:rPr>
              <a:t>of</a:t>
            </a:r>
            <a:r>
              <a:rPr sz="1400" spc="-40" dirty="0">
                <a:latin typeface="Calibri"/>
                <a:cs typeface="Calibri"/>
              </a:rPr>
              <a:t> </a:t>
            </a:r>
            <a:r>
              <a:rPr sz="1400" dirty="0">
                <a:latin typeface="Calibri"/>
                <a:cs typeface="Calibri"/>
              </a:rPr>
              <a:t>a</a:t>
            </a:r>
            <a:r>
              <a:rPr sz="1400" spc="-35" dirty="0">
                <a:latin typeface="Calibri"/>
                <a:cs typeface="Calibri"/>
              </a:rPr>
              <a:t> </a:t>
            </a:r>
            <a:r>
              <a:rPr sz="1400" dirty="0">
                <a:latin typeface="Calibri"/>
                <a:cs typeface="Calibri"/>
              </a:rPr>
              <a:t>triangle</a:t>
            </a:r>
            <a:r>
              <a:rPr sz="1400" spc="-20" dirty="0">
                <a:latin typeface="Calibri"/>
                <a:cs typeface="Calibri"/>
              </a:rPr>
              <a:t> </a:t>
            </a:r>
            <a:r>
              <a:rPr sz="1400" dirty="0">
                <a:latin typeface="Calibri"/>
                <a:cs typeface="Calibri"/>
              </a:rPr>
              <a:t>in</a:t>
            </a:r>
            <a:r>
              <a:rPr sz="1400" spc="-30" dirty="0">
                <a:latin typeface="Calibri"/>
                <a:cs typeface="Calibri"/>
              </a:rPr>
              <a:t> </a:t>
            </a:r>
            <a:r>
              <a:rPr sz="1400" dirty="0">
                <a:latin typeface="Calibri"/>
                <a:cs typeface="Calibri"/>
              </a:rPr>
              <a:t>the</a:t>
            </a:r>
            <a:r>
              <a:rPr sz="1400" spc="-25" dirty="0">
                <a:latin typeface="Calibri"/>
                <a:cs typeface="Calibri"/>
              </a:rPr>
              <a:t> </a:t>
            </a:r>
            <a:r>
              <a:rPr sz="1400" dirty="0">
                <a:latin typeface="Calibri"/>
                <a:cs typeface="Calibri"/>
              </a:rPr>
              <a:t>real</a:t>
            </a:r>
            <a:r>
              <a:rPr sz="1400" spc="-25" dirty="0">
                <a:latin typeface="Calibri"/>
                <a:cs typeface="Calibri"/>
              </a:rPr>
              <a:t> </a:t>
            </a:r>
            <a:r>
              <a:rPr sz="1400" spc="-10" dirty="0">
                <a:latin typeface="Calibri"/>
                <a:cs typeface="Calibri"/>
              </a:rPr>
              <a:t>world.</a:t>
            </a:r>
            <a:endParaRPr sz="1400">
              <a:latin typeface="Calibri"/>
              <a:cs typeface="Calibri"/>
            </a:endParaRPr>
          </a:p>
        </p:txBody>
      </p:sp>
      <p:sp>
        <p:nvSpPr>
          <p:cNvPr id="7" name="object 7"/>
          <p:cNvSpPr txBox="1"/>
          <p:nvPr/>
        </p:nvSpPr>
        <p:spPr>
          <a:xfrm>
            <a:off x="6226428" y="457860"/>
            <a:ext cx="5157470" cy="2804160"/>
          </a:xfrm>
          <a:prstGeom prst="rect">
            <a:avLst/>
          </a:prstGeom>
        </p:spPr>
        <p:txBody>
          <a:bodyPr vert="horz" wrap="square" lIns="0" tIns="122555" rIns="0" bIns="0" rtlCol="0">
            <a:spAutoFit/>
          </a:bodyPr>
          <a:lstStyle/>
          <a:p>
            <a:pPr marL="38100">
              <a:lnSpc>
                <a:spcPct val="100000"/>
              </a:lnSpc>
              <a:spcBef>
                <a:spcPts val="965"/>
              </a:spcBef>
            </a:pPr>
            <a:r>
              <a:rPr sz="1600" b="1" spc="-10" dirty="0">
                <a:solidFill>
                  <a:srgbClr val="FF0000"/>
                </a:solidFill>
                <a:latin typeface="Calibri"/>
                <a:cs typeface="Calibri"/>
              </a:rPr>
              <a:t>Assignment</a:t>
            </a:r>
            <a:r>
              <a:rPr sz="1600" b="1" spc="-15" dirty="0">
                <a:solidFill>
                  <a:srgbClr val="FF0000"/>
                </a:solidFill>
                <a:latin typeface="Calibri"/>
                <a:cs typeface="Calibri"/>
              </a:rPr>
              <a:t> </a:t>
            </a:r>
            <a:r>
              <a:rPr sz="1600" b="1" spc="-10" dirty="0">
                <a:solidFill>
                  <a:srgbClr val="FF0000"/>
                </a:solidFill>
                <a:latin typeface="Calibri"/>
                <a:cs typeface="Calibri"/>
              </a:rPr>
              <a:t>Questions:</a:t>
            </a:r>
            <a:endParaRPr sz="1600" dirty="0">
              <a:latin typeface="Calibri"/>
              <a:cs typeface="Calibri"/>
            </a:endParaRPr>
          </a:p>
          <a:p>
            <a:pPr marL="205740" indent="-182880">
              <a:lnSpc>
                <a:spcPct val="100000"/>
              </a:lnSpc>
              <a:spcBef>
                <a:spcPts val="860"/>
              </a:spcBef>
              <a:buSzPct val="93750"/>
              <a:buAutoNum type="arabicPeriod"/>
              <a:tabLst>
                <a:tab pos="205740" algn="l"/>
              </a:tabLst>
            </a:pPr>
            <a:r>
              <a:rPr sz="1600" dirty="0">
                <a:solidFill>
                  <a:srgbClr val="4D5868"/>
                </a:solidFill>
                <a:latin typeface="Arial MT"/>
                <a:cs typeface="Arial MT"/>
              </a:rPr>
              <a:t>explain</a:t>
            </a:r>
            <a:r>
              <a:rPr sz="1600" spc="-50" dirty="0">
                <a:solidFill>
                  <a:srgbClr val="4D5868"/>
                </a:solidFill>
                <a:latin typeface="Arial MT"/>
                <a:cs typeface="Arial MT"/>
              </a:rPr>
              <a:t> </a:t>
            </a:r>
            <a:r>
              <a:rPr sz="1600" dirty="0">
                <a:solidFill>
                  <a:srgbClr val="4D5868"/>
                </a:solidFill>
                <a:latin typeface="Arial MT"/>
                <a:cs typeface="Arial MT"/>
              </a:rPr>
              <a:t>drawbacks</a:t>
            </a:r>
            <a:r>
              <a:rPr sz="1600" spc="-30" dirty="0">
                <a:solidFill>
                  <a:srgbClr val="4D5868"/>
                </a:solidFill>
                <a:latin typeface="Arial MT"/>
                <a:cs typeface="Arial MT"/>
              </a:rPr>
              <a:t> </a:t>
            </a:r>
            <a:r>
              <a:rPr sz="1600" dirty="0">
                <a:solidFill>
                  <a:srgbClr val="4D5868"/>
                </a:solidFill>
                <a:latin typeface="Arial MT"/>
                <a:cs typeface="Arial MT"/>
              </a:rPr>
              <a:t>of</a:t>
            </a:r>
            <a:r>
              <a:rPr sz="1600" spc="-35" dirty="0">
                <a:solidFill>
                  <a:srgbClr val="4D5868"/>
                </a:solidFill>
                <a:latin typeface="Arial MT"/>
                <a:cs typeface="Arial MT"/>
              </a:rPr>
              <a:t> </a:t>
            </a:r>
            <a:r>
              <a:rPr sz="1600" dirty="0">
                <a:solidFill>
                  <a:srgbClr val="4D5868"/>
                </a:solidFill>
                <a:latin typeface="Arial MT"/>
                <a:cs typeface="Arial MT"/>
              </a:rPr>
              <a:t>boundary</a:t>
            </a:r>
            <a:r>
              <a:rPr sz="1600" spc="-45" dirty="0">
                <a:solidFill>
                  <a:srgbClr val="4D5868"/>
                </a:solidFill>
                <a:latin typeface="Arial MT"/>
                <a:cs typeface="Arial MT"/>
              </a:rPr>
              <a:t> </a:t>
            </a:r>
            <a:r>
              <a:rPr sz="1600" dirty="0">
                <a:solidFill>
                  <a:srgbClr val="4D5868"/>
                </a:solidFill>
                <a:latin typeface="Arial MT"/>
                <a:cs typeface="Arial MT"/>
              </a:rPr>
              <a:t>value</a:t>
            </a:r>
            <a:r>
              <a:rPr sz="1600" spc="-45" dirty="0">
                <a:solidFill>
                  <a:srgbClr val="4D5868"/>
                </a:solidFill>
                <a:latin typeface="Arial MT"/>
                <a:cs typeface="Arial MT"/>
              </a:rPr>
              <a:t> </a:t>
            </a:r>
            <a:r>
              <a:rPr sz="1600" spc="-10" dirty="0">
                <a:solidFill>
                  <a:srgbClr val="4D5868"/>
                </a:solidFill>
                <a:latin typeface="Arial MT"/>
                <a:cs typeface="Arial MT"/>
              </a:rPr>
              <a:t>analysis</a:t>
            </a:r>
            <a:endParaRPr sz="1600" dirty="0">
              <a:latin typeface="Arial MT"/>
              <a:cs typeface="Arial MT"/>
            </a:endParaRPr>
          </a:p>
          <a:p>
            <a:pPr marL="265430" indent="-227329">
              <a:lnSpc>
                <a:spcPct val="100000"/>
              </a:lnSpc>
              <a:spcBef>
                <a:spcPts val="770"/>
              </a:spcBef>
              <a:buClr>
                <a:srgbClr val="4D5868"/>
              </a:buClr>
              <a:buFont typeface="Arial MT"/>
              <a:buAutoNum type="arabicPeriod"/>
              <a:tabLst>
                <a:tab pos="265430" algn="l"/>
              </a:tabLst>
            </a:pPr>
            <a:r>
              <a:rPr sz="1600" spc="-10" dirty="0">
                <a:latin typeface="Calibri"/>
                <a:cs typeface="Calibri"/>
              </a:rPr>
              <a:t>Write</a:t>
            </a:r>
            <a:r>
              <a:rPr sz="1600" spc="-55" dirty="0">
                <a:latin typeface="Calibri"/>
                <a:cs typeface="Calibri"/>
              </a:rPr>
              <a:t> </a:t>
            </a:r>
            <a:r>
              <a:rPr sz="1600" dirty="0">
                <a:latin typeface="Calibri"/>
                <a:cs typeface="Calibri"/>
              </a:rPr>
              <a:t>test</a:t>
            </a:r>
            <a:r>
              <a:rPr sz="1600" spc="-60" dirty="0">
                <a:latin typeface="Calibri"/>
                <a:cs typeface="Calibri"/>
              </a:rPr>
              <a:t> </a:t>
            </a:r>
            <a:r>
              <a:rPr sz="1600" dirty="0">
                <a:latin typeface="Calibri"/>
                <a:cs typeface="Calibri"/>
              </a:rPr>
              <a:t>case</a:t>
            </a:r>
            <a:r>
              <a:rPr sz="1600" spc="-60" dirty="0">
                <a:latin typeface="Calibri"/>
                <a:cs typeface="Calibri"/>
              </a:rPr>
              <a:t> </a:t>
            </a:r>
            <a:r>
              <a:rPr sz="1600" dirty="0">
                <a:latin typeface="Calibri"/>
                <a:cs typeface="Calibri"/>
              </a:rPr>
              <a:t>for</a:t>
            </a:r>
            <a:r>
              <a:rPr sz="1600" spc="-45" dirty="0">
                <a:latin typeface="Calibri"/>
                <a:cs typeface="Calibri"/>
              </a:rPr>
              <a:t> </a:t>
            </a:r>
            <a:r>
              <a:rPr sz="1600" spc="-30" dirty="0">
                <a:latin typeface="Calibri"/>
                <a:cs typeface="Calibri"/>
              </a:rPr>
              <a:t>DATE</a:t>
            </a:r>
            <a:r>
              <a:rPr sz="1600" spc="-50" dirty="0">
                <a:latin typeface="Calibri"/>
                <a:cs typeface="Calibri"/>
              </a:rPr>
              <a:t> </a:t>
            </a:r>
            <a:r>
              <a:rPr sz="1600" spc="-10" dirty="0">
                <a:latin typeface="Calibri"/>
                <a:cs typeface="Calibri"/>
              </a:rPr>
              <a:t>function</a:t>
            </a:r>
            <a:endParaRPr sz="1600" dirty="0">
              <a:latin typeface="Calibri"/>
              <a:cs typeface="Calibri"/>
            </a:endParaRPr>
          </a:p>
          <a:p>
            <a:pPr marL="177800" indent="-167005">
              <a:lnSpc>
                <a:spcPct val="100000"/>
              </a:lnSpc>
              <a:spcBef>
                <a:spcPts val="790"/>
              </a:spcBef>
              <a:buSzPct val="93750"/>
              <a:buAutoNum type="arabicPeriod"/>
              <a:tabLst>
                <a:tab pos="177800" algn="l"/>
              </a:tabLst>
            </a:pPr>
            <a:r>
              <a:rPr sz="1600" spc="-10" dirty="0">
                <a:latin typeface="Calibri"/>
                <a:cs typeface="Calibri"/>
              </a:rPr>
              <a:t>Write</a:t>
            </a:r>
            <a:r>
              <a:rPr sz="1600" spc="-40" dirty="0">
                <a:latin typeface="Calibri"/>
                <a:cs typeface="Calibri"/>
              </a:rPr>
              <a:t> </a:t>
            </a:r>
            <a:r>
              <a:rPr sz="1600" dirty="0">
                <a:latin typeface="Calibri"/>
                <a:cs typeface="Calibri"/>
              </a:rPr>
              <a:t>note</a:t>
            </a:r>
            <a:r>
              <a:rPr sz="1600" spc="-40" dirty="0">
                <a:latin typeface="Calibri"/>
                <a:cs typeface="Calibri"/>
              </a:rPr>
              <a:t> </a:t>
            </a:r>
            <a:r>
              <a:rPr sz="1600" dirty="0">
                <a:latin typeface="Calibri"/>
                <a:cs typeface="Calibri"/>
              </a:rPr>
              <a:t>on</a:t>
            </a:r>
            <a:r>
              <a:rPr sz="1600" spc="-40" dirty="0">
                <a:latin typeface="Calibri"/>
                <a:cs typeface="Calibri"/>
              </a:rPr>
              <a:t> </a:t>
            </a:r>
            <a:r>
              <a:rPr sz="1600" spc="-10" dirty="0">
                <a:latin typeface="Calibri"/>
                <a:cs typeface="Calibri"/>
              </a:rPr>
              <a:t>robustness</a:t>
            </a:r>
            <a:r>
              <a:rPr sz="1600" spc="-40" dirty="0">
                <a:latin typeface="Calibri"/>
                <a:cs typeface="Calibri"/>
              </a:rPr>
              <a:t> </a:t>
            </a:r>
            <a:r>
              <a:rPr sz="1600" dirty="0">
                <a:latin typeface="Calibri"/>
                <a:cs typeface="Calibri"/>
              </a:rPr>
              <a:t>testing,</a:t>
            </a:r>
            <a:r>
              <a:rPr sz="1600" spc="-60" dirty="0">
                <a:latin typeface="Calibri"/>
                <a:cs typeface="Calibri"/>
              </a:rPr>
              <a:t> </a:t>
            </a:r>
            <a:r>
              <a:rPr sz="1600" spc="-10" dirty="0">
                <a:latin typeface="Calibri"/>
                <a:cs typeface="Calibri"/>
              </a:rPr>
              <a:t>worst</a:t>
            </a:r>
            <a:r>
              <a:rPr sz="1600" spc="-35" dirty="0">
                <a:latin typeface="Calibri"/>
                <a:cs typeface="Calibri"/>
              </a:rPr>
              <a:t> </a:t>
            </a:r>
            <a:r>
              <a:rPr sz="1600" dirty="0">
                <a:latin typeface="Calibri"/>
                <a:cs typeface="Calibri"/>
              </a:rPr>
              <a:t>case</a:t>
            </a:r>
            <a:r>
              <a:rPr sz="1600" spc="-35" dirty="0">
                <a:latin typeface="Calibri"/>
                <a:cs typeface="Calibri"/>
              </a:rPr>
              <a:t> </a:t>
            </a:r>
            <a:r>
              <a:rPr sz="1600" dirty="0">
                <a:latin typeface="Calibri"/>
                <a:cs typeface="Calibri"/>
              </a:rPr>
              <a:t>testing,</a:t>
            </a:r>
            <a:r>
              <a:rPr sz="1600" spc="-65" dirty="0">
                <a:latin typeface="Calibri"/>
                <a:cs typeface="Calibri"/>
              </a:rPr>
              <a:t> </a:t>
            </a:r>
            <a:r>
              <a:rPr sz="1600" spc="-10" dirty="0">
                <a:latin typeface="Calibri"/>
                <a:cs typeface="Calibri"/>
              </a:rPr>
              <a:t>special</a:t>
            </a:r>
            <a:endParaRPr sz="1600" dirty="0">
              <a:latin typeface="Calibri"/>
              <a:cs typeface="Calibri"/>
            </a:endParaRPr>
          </a:p>
          <a:p>
            <a:pPr marL="222250">
              <a:lnSpc>
                <a:spcPct val="100000"/>
              </a:lnSpc>
              <a:spcBef>
                <a:spcPts val="805"/>
              </a:spcBef>
            </a:pPr>
            <a:r>
              <a:rPr sz="1600" dirty="0">
                <a:latin typeface="Calibri"/>
                <a:cs typeface="Calibri"/>
              </a:rPr>
              <a:t>value</a:t>
            </a:r>
            <a:r>
              <a:rPr sz="1600" spc="-50" dirty="0">
                <a:latin typeface="Calibri"/>
                <a:cs typeface="Calibri"/>
              </a:rPr>
              <a:t> </a:t>
            </a:r>
            <a:r>
              <a:rPr sz="1600" spc="-10" dirty="0">
                <a:latin typeface="Calibri"/>
                <a:cs typeface="Calibri"/>
              </a:rPr>
              <a:t>testing.</a:t>
            </a:r>
            <a:endParaRPr sz="1600" dirty="0">
              <a:latin typeface="Calibri"/>
              <a:cs typeface="Calibri"/>
            </a:endParaRPr>
          </a:p>
          <a:p>
            <a:pPr marL="236854" indent="-198755">
              <a:lnSpc>
                <a:spcPct val="100000"/>
              </a:lnSpc>
              <a:spcBef>
                <a:spcPts val="819"/>
              </a:spcBef>
              <a:buAutoNum type="arabicPeriod" startAt="4"/>
              <a:tabLst>
                <a:tab pos="236854" algn="l"/>
              </a:tabLst>
            </a:pPr>
            <a:r>
              <a:rPr sz="1600" spc="-10" dirty="0">
                <a:latin typeface="Calibri"/>
                <a:cs typeface="Calibri"/>
              </a:rPr>
              <a:t>Write</a:t>
            </a:r>
            <a:r>
              <a:rPr sz="1600" spc="-45" dirty="0">
                <a:latin typeface="Calibri"/>
                <a:cs typeface="Calibri"/>
              </a:rPr>
              <a:t> </a:t>
            </a:r>
            <a:r>
              <a:rPr sz="1600" spc="-10" dirty="0">
                <a:latin typeface="Calibri"/>
                <a:cs typeface="Calibri"/>
              </a:rPr>
              <a:t>performance</a:t>
            </a:r>
            <a:r>
              <a:rPr sz="1600" spc="-5" dirty="0">
                <a:latin typeface="Calibri"/>
                <a:cs typeface="Calibri"/>
              </a:rPr>
              <a:t> </a:t>
            </a:r>
            <a:r>
              <a:rPr sz="1600" dirty="0">
                <a:latin typeface="Calibri"/>
                <a:cs typeface="Calibri"/>
              </a:rPr>
              <a:t>test</a:t>
            </a:r>
            <a:r>
              <a:rPr sz="1600" spc="-45" dirty="0">
                <a:latin typeface="Calibri"/>
                <a:cs typeface="Calibri"/>
              </a:rPr>
              <a:t> </a:t>
            </a:r>
            <a:r>
              <a:rPr sz="1600" dirty="0">
                <a:latin typeface="Calibri"/>
                <a:cs typeface="Calibri"/>
              </a:rPr>
              <a:t>case</a:t>
            </a:r>
            <a:r>
              <a:rPr sz="1600" spc="-50" dirty="0">
                <a:latin typeface="Calibri"/>
                <a:cs typeface="Calibri"/>
              </a:rPr>
              <a:t> </a:t>
            </a:r>
            <a:r>
              <a:rPr sz="1600" dirty="0">
                <a:latin typeface="Calibri"/>
                <a:cs typeface="Calibri"/>
              </a:rPr>
              <a:t>for</a:t>
            </a:r>
            <a:r>
              <a:rPr sz="1600" spc="-30" dirty="0">
                <a:latin typeface="Calibri"/>
                <a:cs typeface="Calibri"/>
              </a:rPr>
              <a:t> </a:t>
            </a:r>
            <a:r>
              <a:rPr sz="1600" dirty="0">
                <a:latin typeface="Calibri"/>
                <a:cs typeface="Calibri"/>
              </a:rPr>
              <a:t>mobile</a:t>
            </a:r>
            <a:r>
              <a:rPr sz="1600" spc="-50" dirty="0">
                <a:latin typeface="Calibri"/>
                <a:cs typeface="Calibri"/>
              </a:rPr>
              <a:t> </a:t>
            </a:r>
            <a:r>
              <a:rPr sz="1600" spc="-10" dirty="0">
                <a:latin typeface="Calibri"/>
                <a:cs typeface="Calibri"/>
              </a:rPr>
              <a:t>application.</a:t>
            </a:r>
            <a:endParaRPr sz="1600" dirty="0">
              <a:latin typeface="Calibri"/>
              <a:cs typeface="Calibri"/>
            </a:endParaRPr>
          </a:p>
          <a:p>
            <a:pPr marL="236854" indent="-198755">
              <a:lnSpc>
                <a:spcPct val="100000"/>
              </a:lnSpc>
              <a:spcBef>
                <a:spcPts val="805"/>
              </a:spcBef>
              <a:buAutoNum type="arabicPeriod" startAt="4"/>
              <a:tabLst>
                <a:tab pos="236854" algn="l"/>
              </a:tabLst>
            </a:pPr>
            <a:r>
              <a:rPr sz="1600" dirty="0">
                <a:latin typeface="Calibri"/>
                <a:cs typeface="Calibri"/>
              </a:rPr>
              <a:t>Explain</a:t>
            </a:r>
            <a:r>
              <a:rPr sz="1600" spc="-65" dirty="0">
                <a:latin typeface="Calibri"/>
                <a:cs typeface="Calibri"/>
              </a:rPr>
              <a:t> </a:t>
            </a:r>
            <a:r>
              <a:rPr sz="1600" dirty="0">
                <a:latin typeface="Calibri"/>
                <a:cs typeface="Calibri"/>
              </a:rPr>
              <a:t>Random</a:t>
            </a:r>
            <a:r>
              <a:rPr sz="1600" spc="-35" dirty="0">
                <a:latin typeface="Calibri"/>
                <a:cs typeface="Calibri"/>
              </a:rPr>
              <a:t> </a:t>
            </a:r>
            <a:r>
              <a:rPr sz="1600" dirty="0">
                <a:latin typeface="Calibri"/>
                <a:cs typeface="Calibri"/>
              </a:rPr>
              <a:t>testing</a:t>
            </a:r>
            <a:r>
              <a:rPr sz="1600" spc="-55" dirty="0">
                <a:latin typeface="Calibri"/>
                <a:cs typeface="Calibri"/>
              </a:rPr>
              <a:t> </a:t>
            </a:r>
            <a:r>
              <a:rPr sz="1600" dirty="0">
                <a:latin typeface="Calibri"/>
                <a:cs typeface="Calibri"/>
              </a:rPr>
              <a:t>with</a:t>
            </a:r>
            <a:r>
              <a:rPr sz="1600" spc="-45" dirty="0">
                <a:latin typeface="Calibri"/>
                <a:cs typeface="Calibri"/>
              </a:rPr>
              <a:t> </a:t>
            </a:r>
            <a:r>
              <a:rPr sz="1600" spc="-10" dirty="0">
                <a:latin typeface="Calibri"/>
                <a:cs typeface="Calibri"/>
              </a:rPr>
              <a:t>example</a:t>
            </a:r>
            <a:endParaRPr sz="1600" dirty="0">
              <a:latin typeface="Calibri"/>
              <a:cs typeface="Calibri"/>
            </a:endParaRPr>
          </a:p>
          <a:p>
            <a:pPr marL="38100">
              <a:lnSpc>
                <a:spcPct val="100000"/>
              </a:lnSpc>
              <a:spcBef>
                <a:spcPts val="805"/>
              </a:spcBef>
            </a:pPr>
            <a:r>
              <a:rPr sz="1600" b="1" dirty="0">
                <a:latin typeface="Calibri"/>
                <a:cs typeface="Calibri"/>
              </a:rPr>
              <a:t>Submit</a:t>
            </a:r>
            <a:r>
              <a:rPr sz="1600" b="1" spc="-20" dirty="0">
                <a:latin typeface="Calibri"/>
                <a:cs typeface="Calibri"/>
              </a:rPr>
              <a:t> </a:t>
            </a:r>
            <a:r>
              <a:rPr sz="1600" b="1" dirty="0">
                <a:latin typeface="Calibri"/>
                <a:cs typeface="Calibri"/>
              </a:rPr>
              <a:t>on</a:t>
            </a:r>
            <a:r>
              <a:rPr sz="1600" b="1" spc="-35" dirty="0">
                <a:latin typeface="Calibri"/>
                <a:cs typeface="Calibri"/>
              </a:rPr>
              <a:t> </a:t>
            </a:r>
            <a:r>
              <a:rPr lang="en-IN" sz="1600" b="1" dirty="0">
                <a:latin typeface="Calibri"/>
                <a:cs typeface="Calibri"/>
              </a:rPr>
              <a:t>5/02/2026 without fail</a:t>
            </a:r>
            <a:endParaRPr sz="1600" dirty="0">
              <a:latin typeface="Calibri"/>
              <a:cs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2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8356</TotalTime>
  <Words>6319</Words>
  <Application>Microsoft Office PowerPoint</Application>
  <PresentationFormat>Widescreen</PresentationFormat>
  <Paragraphs>631</Paragraphs>
  <Slides>38</Slides>
  <Notes>12</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38</vt:i4>
      </vt:variant>
    </vt:vector>
  </HeadingPairs>
  <TitlesOfParts>
    <vt:vector size="53" baseType="lpstr">
      <vt:lpstr>Aptos</vt:lpstr>
      <vt:lpstr>Arial</vt:lpstr>
      <vt:lpstr>Arial MT</vt:lpstr>
      <vt:lpstr>Calibri</vt:lpstr>
      <vt:lpstr>Calibri Light</vt:lpstr>
      <vt:lpstr>Cambria</vt:lpstr>
      <vt:lpstr>Courier New</vt:lpstr>
      <vt:lpstr>Ebrima</vt:lpstr>
      <vt:lpstr>Roboto</vt:lpstr>
      <vt:lpstr>Segoe UI</vt:lpstr>
      <vt:lpstr>Segoe UI Symbol</vt:lpstr>
      <vt:lpstr>Tahoma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UNIT - I</vt:lpstr>
      <vt:lpstr>What is testing?</vt:lpstr>
      <vt:lpstr>PowerPoint Presentation</vt:lpstr>
      <vt:lpstr>PowerPoint Presentation</vt:lpstr>
      <vt:lpstr>PowerPoint Presentation</vt:lpstr>
      <vt:lpstr>PowerPoint Presentation</vt:lpstr>
      <vt:lpstr>PowerPoint Presentation</vt:lpstr>
      <vt:lpstr>PowerPoint Presentation</vt:lpstr>
      <vt:lpstr>Test Scenario-high level understanding of any application functionality-  Test cases-detailed explanation of any particular test scenario:  Eg: You have Flipkart application- test scenario will say that login functionality should follow step by step process ie what needs to be done.  Test Cases tell -how to test it. It has brief description of how to test it.  1. open browser  2. Enter User id  3. password   Drawbacks of not writing test cases- 1. no consistency in test case execution.  300 test cases: application is working fine and published 2nd release: 203 test cases 3rd release: 150 test cases  2. Not covered all scenarios 3. Developers mood 4. Memory of the test engineer 5. Quality of the testing varies from person to person 6. based on customer requirement- test cases have to be updated</vt:lpstr>
      <vt:lpstr>PowerPoint Presentation</vt:lpstr>
      <vt:lpstr>PowerPoint Presentation</vt:lpstr>
      <vt:lpstr>Requirement Phase Testing</vt:lpstr>
      <vt:lpstr>Test Case Development Phase</vt:lpstr>
      <vt:lpstr>Test Environment Setup Activities</vt:lpstr>
      <vt:lpstr>“A test case is a set of actions that verify whether the software application is Working as per the client’s requirements”.</vt:lpstr>
      <vt:lpstr>.</vt:lpstr>
      <vt:lpstr>Types of Test Cases</vt:lpstr>
      <vt:lpstr>PowerPoint Presentation</vt:lpstr>
      <vt:lpstr>PowerPoint Presentation</vt:lpstr>
      <vt:lpstr>PowerPoint Presentation</vt:lpstr>
      <vt:lpstr>PowerPoint Presentation</vt:lpstr>
      <vt:lpstr>PowerPoint Presentation</vt:lpstr>
      <vt:lpstr>The SATM System Problem statement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Sharath S</dc:creator>
  <cp:lastModifiedBy>shreelakshmi</cp:lastModifiedBy>
  <cp:revision>7</cp:revision>
  <dcterms:created xsi:type="dcterms:W3CDTF">2026-01-12T12:43:46Z</dcterms:created>
  <dcterms:modified xsi:type="dcterms:W3CDTF">2026-01-30T07:01:53Z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2024-03-28T00:00:00Z</vt:filetime>
  </property>
  <property fmtid="{D5CDD505-2E9C-101B-9397-08002B2CF9AE}" pid="3" name="Creator">
    <vt:lpwstr>Microsoft® PowerPoint® 2016</vt:lpwstr>
  </property>
  <property fmtid="{D5CDD505-2E9C-101B-9397-08002B2CF9AE}" pid="4" name="LastSaved">
    <vt:filetime>2026-01-12T00:00:00Z</vt:filetime>
  </property>
  <property fmtid="{D5CDD505-2E9C-101B-9397-08002B2CF9AE}" pid="5" name="Producer">
    <vt:lpwstr>www.ilovepdf.com</vt:lpwstr>
  </property>
</Properties>
</file>